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81" r:id="rId4"/>
  </p:sldMasterIdLst>
  <p:notesMasterIdLst>
    <p:notesMasterId r:id="rId26"/>
  </p:notesMasterIdLst>
  <p:handoutMasterIdLst>
    <p:handoutMasterId r:id="rId27"/>
  </p:handoutMasterIdLst>
  <p:sldIdLst>
    <p:sldId id="273" r:id="rId5"/>
    <p:sldId id="275" r:id="rId6"/>
    <p:sldId id="267" r:id="rId7"/>
    <p:sldId id="258" r:id="rId8"/>
    <p:sldId id="274" r:id="rId9"/>
    <p:sldId id="282" r:id="rId10"/>
    <p:sldId id="283" r:id="rId11"/>
    <p:sldId id="284" r:id="rId12"/>
    <p:sldId id="285" r:id="rId13"/>
    <p:sldId id="261" r:id="rId14"/>
    <p:sldId id="262" r:id="rId15"/>
    <p:sldId id="270" r:id="rId16"/>
    <p:sldId id="281" r:id="rId17"/>
    <p:sldId id="263" r:id="rId18"/>
    <p:sldId id="271" r:id="rId19"/>
    <p:sldId id="264" r:id="rId20"/>
    <p:sldId id="265" r:id="rId21"/>
    <p:sldId id="279" r:id="rId22"/>
    <p:sldId id="277" r:id="rId23"/>
    <p:sldId id="278" r:id="rId24"/>
    <p:sldId id="26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06C12B-8942-7DD9-0D79-F196E02481F0}" name="Kohler, Margaret (NYC-KSO)" initials="" userId="S::margaret.kohler@kinesso.com::d7a92b5a-0801-4422-912f-09d17f0125e7" providerId="AD"/>
  <p188:author id="{EF7DFC7A-8CE1-69BC-1521-C5108281897E}" name="Keating, Courtney (Acxiom)" initials="" userId="S::courtney.keating@acxiom.com::7f9966d4-1453-4782-ba36-871e8f03dd0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672D"/>
    <a:srgbClr val="7FC9EE"/>
    <a:srgbClr val="FF682E"/>
    <a:srgbClr val="F3622B"/>
    <a:srgbClr val="FD662E"/>
    <a:srgbClr val="EDECE8"/>
    <a:srgbClr val="9B42D7"/>
    <a:srgbClr val="06E1FD"/>
    <a:srgbClr val="9301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93887F-58DE-114A-AD1A-292D846EA86B}" v="4" dt="2026-03-24T15:12:45.3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66"/>
    <p:restoredTop sz="94652"/>
  </p:normalViewPr>
  <p:slideViewPr>
    <p:cSldViewPr snapToGrid="0">
      <p:cViewPr>
        <p:scale>
          <a:sx n="73" d="100"/>
          <a:sy n="73" d="100"/>
        </p:scale>
        <p:origin x="1288" y="128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Green (Omnicom)" userId="99943ed5-8b68-40da-a3aa-33358ad5b70a" providerId="ADAL" clId="{83891968-8994-51BB-876D-680B22BD1A0F}"/>
    <pc:docChg chg="undo custSel addSld delSld modSld modMainMaster">
      <pc:chgData name="Christian Green (Omnicom)" userId="99943ed5-8b68-40da-a3aa-33358ad5b70a" providerId="ADAL" clId="{83891968-8994-51BB-876D-680B22BD1A0F}" dt="2026-03-24T15:13:21.813" v="436" actId="2696"/>
      <pc:docMkLst>
        <pc:docMk/>
      </pc:docMkLst>
      <pc:sldChg chg="modSp add mod">
        <pc:chgData name="Christian Green (Omnicom)" userId="99943ed5-8b68-40da-a3aa-33358ad5b70a" providerId="ADAL" clId="{83891968-8994-51BB-876D-680B22BD1A0F}" dt="2026-03-02T19:49:13.983" v="317" actId="554"/>
        <pc:sldMkLst>
          <pc:docMk/>
          <pc:sldMk cId="1599729363" sldId="282"/>
        </pc:sldMkLst>
        <pc:spChg chg="mod">
          <ac:chgData name="Christian Green (Omnicom)" userId="99943ed5-8b68-40da-a3aa-33358ad5b70a" providerId="ADAL" clId="{83891968-8994-51BB-876D-680B22BD1A0F}" dt="2026-03-02T19:49:13.983" v="317" actId="554"/>
          <ac:spMkLst>
            <pc:docMk/>
            <pc:sldMk cId="1599729363" sldId="282"/>
            <ac:spMk id="4" creationId="{70A05BA9-A3B8-A6BB-6C86-6C3E73A1FB2A}"/>
          </ac:spMkLst>
        </pc:spChg>
        <pc:spChg chg="mod">
          <ac:chgData name="Christian Green (Omnicom)" userId="99943ed5-8b68-40da-a3aa-33358ad5b70a" providerId="ADAL" clId="{83891968-8994-51BB-876D-680B22BD1A0F}" dt="2026-03-02T19:49:13.983" v="317" actId="554"/>
          <ac:spMkLst>
            <pc:docMk/>
            <pc:sldMk cId="1599729363" sldId="282"/>
            <ac:spMk id="53" creationId="{E0E3D356-37E4-FD83-623C-0D562A56065F}"/>
          </ac:spMkLst>
        </pc:spChg>
        <pc:spChg chg="mod">
          <ac:chgData name="Christian Green (Omnicom)" userId="99943ed5-8b68-40da-a3aa-33358ad5b70a" providerId="ADAL" clId="{83891968-8994-51BB-876D-680B22BD1A0F}" dt="2026-03-02T19:49:13.983" v="317" actId="554"/>
          <ac:spMkLst>
            <pc:docMk/>
            <pc:sldMk cId="1599729363" sldId="282"/>
            <ac:spMk id="54" creationId="{3A46E65B-7E6C-830F-ADAF-4428CCEA260A}"/>
          </ac:spMkLst>
        </pc:spChg>
        <pc:spChg chg="mod">
          <ac:chgData name="Christian Green (Omnicom)" userId="99943ed5-8b68-40da-a3aa-33358ad5b70a" providerId="ADAL" clId="{83891968-8994-51BB-876D-680B22BD1A0F}" dt="2026-03-02T19:49:13.983" v="317" actId="554"/>
          <ac:spMkLst>
            <pc:docMk/>
            <pc:sldMk cId="1599729363" sldId="282"/>
            <ac:spMk id="56" creationId="{3F717CD4-3FC3-4011-EB35-8845A6579170}"/>
          </ac:spMkLst>
        </pc:spChg>
        <pc:spChg chg="mod">
          <ac:chgData name="Christian Green (Omnicom)" userId="99943ed5-8b68-40da-a3aa-33358ad5b70a" providerId="ADAL" clId="{83891968-8994-51BB-876D-680B22BD1A0F}" dt="2026-03-02T19:49:13.983" v="317" actId="554"/>
          <ac:spMkLst>
            <pc:docMk/>
            <pc:sldMk cId="1599729363" sldId="282"/>
            <ac:spMk id="57" creationId="{DA82AA65-BBDC-A28B-866B-D8743D713EA8}"/>
          </ac:spMkLst>
        </pc:spChg>
        <pc:spChg chg="mod">
          <ac:chgData name="Christian Green (Omnicom)" userId="99943ed5-8b68-40da-a3aa-33358ad5b70a" providerId="ADAL" clId="{83891968-8994-51BB-876D-680B22BD1A0F}" dt="2026-03-02T19:49:13.983" v="317" actId="554"/>
          <ac:spMkLst>
            <pc:docMk/>
            <pc:sldMk cId="1599729363" sldId="282"/>
            <ac:spMk id="60" creationId="{1CBD4598-B3DB-FF73-2584-DC700819EF86}"/>
          </ac:spMkLst>
        </pc:spChg>
        <pc:spChg chg="mod">
          <ac:chgData name="Christian Green (Omnicom)" userId="99943ed5-8b68-40da-a3aa-33358ad5b70a" providerId="ADAL" clId="{83891968-8994-51BB-876D-680B22BD1A0F}" dt="2026-03-02T19:49:13.983" v="317" actId="554"/>
          <ac:spMkLst>
            <pc:docMk/>
            <pc:sldMk cId="1599729363" sldId="282"/>
            <ac:spMk id="61" creationId="{44D995F7-2FC3-A9AF-DA88-45FA3838C8E8}"/>
          </ac:spMkLst>
        </pc:spChg>
        <pc:spChg chg="mod">
          <ac:chgData name="Christian Green (Omnicom)" userId="99943ed5-8b68-40da-a3aa-33358ad5b70a" providerId="ADAL" clId="{83891968-8994-51BB-876D-680B22BD1A0F}" dt="2026-03-02T19:49:13.983" v="317" actId="554"/>
          <ac:spMkLst>
            <pc:docMk/>
            <pc:sldMk cId="1599729363" sldId="282"/>
            <ac:spMk id="62" creationId="{64914AB1-0B85-6F55-ABE2-5DBCC9978E05}"/>
          </ac:spMkLst>
        </pc:spChg>
        <pc:spChg chg="mod">
          <ac:chgData name="Christian Green (Omnicom)" userId="99943ed5-8b68-40da-a3aa-33358ad5b70a" providerId="ADAL" clId="{83891968-8994-51BB-876D-680B22BD1A0F}" dt="2026-03-02T19:49:13.983" v="317" actId="554"/>
          <ac:spMkLst>
            <pc:docMk/>
            <pc:sldMk cId="1599729363" sldId="282"/>
            <ac:spMk id="63" creationId="{917E134E-41AF-9C12-53CD-595FBE69BC24}"/>
          </ac:spMkLst>
        </pc:spChg>
        <pc:spChg chg="mod">
          <ac:chgData name="Christian Green (Omnicom)" userId="99943ed5-8b68-40da-a3aa-33358ad5b70a" providerId="ADAL" clId="{83891968-8994-51BB-876D-680B22BD1A0F}" dt="2026-03-02T19:49:13.983" v="317" actId="554"/>
          <ac:spMkLst>
            <pc:docMk/>
            <pc:sldMk cId="1599729363" sldId="282"/>
            <ac:spMk id="64" creationId="{8BD196D9-36D9-0EAC-365F-606F941A9F2E}"/>
          </ac:spMkLst>
        </pc:spChg>
      </pc:sldChg>
      <pc:sldChg chg="add">
        <pc:chgData name="Christian Green (Omnicom)" userId="99943ed5-8b68-40da-a3aa-33358ad5b70a" providerId="ADAL" clId="{83891968-8994-51BB-876D-680B22BD1A0F}" dt="2026-03-02T19:48:43.669" v="311"/>
        <pc:sldMkLst>
          <pc:docMk/>
          <pc:sldMk cId="1129830593" sldId="283"/>
        </pc:sldMkLst>
      </pc:sldChg>
      <pc:sldChg chg="add">
        <pc:chgData name="Christian Green (Omnicom)" userId="99943ed5-8b68-40da-a3aa-33358ad5b70a" providerId="ADAL" clId="{83891968-8994-51BB-876D-680B22BD1A0F}" dt="2026-03-02T19:48:43.669" v="311"/>
        <pc:sldMkLst>
          <pc:docMk/>
          <pc:sldMk cId="925470769" sldId="284"/>
        </pc:sldMkLst>
      </pc:sldChg>
      <pc:sldChg chg="add">
        <pc:chgData name="Christian Green (Omnicom)" userId="99943ed5-8b68-40da-a3aa-33358ad5b70a" providerId="ADAL" clId="{83891968-8994-51BB-876D-680B22BD1A0F}" dt="2026-03-02T19:48:43.669" v="311"/>
        <pc:sldMkLst>
          <pc:docMk/>
          <pc:sldMk cId="1022217748" sldId="285"/>
        </pc:sldMkLst>
      </pc:sldChg>
      <pc:sldChg chg="modSp new del mod">
        <pc:chgData name="Christian Green (Omnicom)" userId="99943ed5-8b68-40da-a3aa-33358ad5b70a" providerId="ADAL" clId="{83891968-8994-51BB-876D-680B22BD1A0F}" dt="2026-03-24T15:13:21.813" v="436" actId="2696"/>
        <pc:sldMkLst>
          <pc:docMk/>
          <pc:sldMk cId="1410991742" sldId="286"/>
        </pc:sldMkLst>
        <pc:spChg chg="mod">
          <ac:chgData name="Christian Green (Omnicom)" userId="99943ed5-8b68-40da-a3aa-33358ad5b70a" providerId="ADAL" clId="{83891968-8994-51BB-876D-680B22BD1A0F}" dt="2026-03-24T15:13:20.362" v="435" actId="1076"/>
          <ac:spMkLst>
            <pc:docMk/>
            <pc:sldMk cId="1410991742" sldId="286"/>
            <ac:spMk id="2" creationId="{8922FF85-0D64-CCF8-D4D2-31554C9A9D0A}"/>
          </ac:spMkLst>
        </pc:spChg>
      </pc:sldChg>
      <pc:sldChg chg="modSp new del mod">
        <pc:chgData name="Christian Green (Omnicom)" userId="99943ed5-8b68-40da-a3aa-33358ad5b70a" providerId="ADAL" clId="{83891968-8994-51BB-876D-680B22BD1A0F}" dt="2026-03-24T15:11:02.086" v="327" actId="2696"/>
        <pc:sldMkLst>
          <pc:docMk/>
          <pc:sldMk cId="1614954651" sldId="286"/>
        </pc:sldMkLst>
        <pc:spChg chg="mod">
          <ac:chgData name="Christian Green (Omnicom)" userId="99943ed5-8b68-40da-a3aa-33358ad5b70a" providerId="ADAL" clId="{83891968-8994-51BB-876D-680B22BD1A0F}" dt="2026-03-24T15:11:00.117" v="326" actId="20577"/>
          <ac:spMkLst>
            <pc:docMk/>
            <pc:sldMk cId="1614954651" sldId="286"/>
            <ac:spMk id="2" creationId="{DECE5591-4930-A1D2-171B-562A77369931}"/>
          </ac:spMkLst>
        </pc:spChg>
      </pc:sldChg>
      <pc:sldChg chg="modSp new del mod">
        <pc:chgData name="Christian Green (Omnicom)" userId="99943ed5-8b68-40da-a3aa-33358ad5b70a" providerId="ADAL" clId="{83891968-8994-51BB-876D-680B22BD1A0F}" dt="2026-03-24T15:12:17.246" v="379" actId="2696"/>
        <pc:sldMkLst>
          <pc:docMk/>
          <pc:sldMk cId="4123262777" sldId="286"/>
        </pc:sldMkLst>
        <pc:spChg chg="mod">
          <ac:chgData name="Christian Green (Omnicom)" userId="99943ed5-8b68-40da-a3aa-33358ad5b70a" providerId="ADAL" clId="{83891968-8994-51BB-876D-680B22BD1A0F}" dt="2026-03-24T15:12:15.292" v="378" actId="20577"/>
          <ac:spMkLst>
            <pc:docMk/>
            <pc:sldMk cId="4123262777" sldId="286"/>
            <ac:spMk id="2" creationId="{8012A114-0A46-A45C-C036-4A2B0EAB4793}"/>
          </ac:spMkLst>
        </pc:spChg>
      </pc:sldChg>
      <pc:sldMasterChg chg="modSldLayout">
        <pc:chgData name="Christian Green (Omnicom)" userId="99943ed5-8b68-40da-a3aa-33358ad5b70a" providerId="ADAL" clId="{83891968-8994-51BB-876D-680B22BD1A0F}" dt="2026-03-24T15:12:45.304" v="385"/>
        <pc:sldMasterMkLst>
          <pc:docMk/>
          <pc:sldMasterMk cId="240667404" sldId="2147483781"/>
        </pc:sldMasterMkLst>
        <pc:sldLayoutChg chg="modSp mod">
          <pc:chgData name="Christian Green (Omnicom)" userId="99943ed5-8b68-40da-a3aa-33358ad5b70a" providerId="ADAL" clId="{83891968-8994-51BB-876D-680B22BD1A0F}" dt="2026-03-24T15:12:38.596" v="381" actId="1076"/>
          <pc:sldLayoutMkLst>
            <pc:docMk/>
            <pc:sldMasterMk cId="240667404" sldId="2147483781"/>
            <pc:sldLayoutMk cId="1118192624" sldId="2147483801"/>
          </pc:sldLayoutMkLst>
          <pc:spChg chg="mod">
            <ac:chgData name="Christian Green (Omnicom)" userId="99943ed5-8b68-40da-a3aa-33358ad5b70a" providerId="ADAL" clId="{83891968-8994-51BB-876D-680B22BD1A0F}" dt="2026-03-24T15:12:38.596" v="381" actId="1076"/>
            <ac:spMkLst>
              <pc:docMk/>
              <pc:sldMasterMk cId="240667404" sldId="2147483781"/>
              <pc:sldLayoutMk cId="1118192624" sldId="2147483801"/>
              <ac:spMk id="2" creationId="{D1F5E702-5A0D-7645-9834-A3CFC95F165E}"/>
            </ac:spMkLst>
          </pc:spChg>
        </pc:sldLayoutChg>
        <pc:sldLayoutChg chg="addSp delSp modSp mod">
          <pc:chgData name="Christian Green (Omnicom)" userId="99943ed5-8b68-40da-a3aa-33358ad5b70a" providerId="ADAL" clId="{83891968-8994-51BB-876D-680B22BD1A0F}" dt="2026-03-24T15:12:41.728" v="383"/>
          <pc:sldLayoutMkLst>
            <pc:docMk/>
            <pc:sldMasterMk cId="240667404" sldId="2147483781"/>
            <pc:sldLayoutMk cId="1288956439" sldId="2147483802"/>
          </pc:sldLayoutMkLst>
          <pc:spChg chg="del">
            <ac:chgData name="Christian Green (Omnicom)" userId="99943ed5-8b68-40da-a3aa-33358ad5b70a" providerId="ADAL" clId="{83891968-8994-51BB-876D-680B22BD1A0F}" dt="2026-03-24T15:11:46.841" v="341" actId="478"/>
            <ac:spMkLst>
              <pc:docMk/>
              <pc:sldMasterMk cId="240667404" sldId="2147483781"/>
              <pc:sldLayoutMk cId="1288956439" sldId="2147483802"/>
              <ac:spMk id="2" creationId="{D1F5E702-5A0D-7645-9834-A3CFC95F165E}"/>
            </ac:spMkLst>
          </pc:spChg>
          <pc:spChg chg="add del mod">
            <ac:chgData name="Christian Green (Omnicom)" userId="99943ed5-8b68-40da-a3aa-33358ad5b70a" providerId="ADAL" clId="{83891968-8994-51BB-876D-680B22BD1A0F}" dt="2026-03-24T15:12:41.386" v="382" actId="478"/>
            <ac:spMkLst>
              <pc:docMk/>
              <pc:sldMasterMk cId="240667404" sldId="2147483781"/>
              <pc:sldLayoutMk cId="1288956439" sldId="2147483802"/>
              <ac:spMk id="5" creationId="{1D48F103-FA4F-A61A-0D2E-A14474077B31}"/>
            </ac:spMkLst>
          </pc:spChg>
          <pc:spChg chg="add mod">
            <ac:chgData name="Christian Green (Omnicom)" userId="99943ed5-8b68-40da-a3aa-33358ad5b70a" providerId="ADAL" clId="{83891968-8994-51BB-876D-680B22BD1A0F}" dt="2026-03-24T15:12:41.728" v="383"/>
            <ac:spMkLst>
              <pc:docMk/>
              <pc:sldMasterMk cId="240667404" sldId="2147483781"/>
              <pc:sldLayoutMk cId="1288956439" sldId="2147483802"/>
              <ac:spMk id="6" creationId="{A174D7D6-7225-674C-77BE-66322E7B8010}"/>
            </ac:spMkLst>
          </pc:spChg>
        </pc:sldLayoutChg>
        <pc:sldLayoutChg chg="addSp delSp modSp mod">
          <pc:chgData name="Christian Green (Omnicom)" userId="99943ed5-8b68-40da-a3aa-33358ad5b70a" providerId="ADAL" clId="{83891968-8994-51BB-876D-680B22BD1A0F}" dt="2026-03-24T15:12:45.304" v="385"/>
          <pc:sldLayoutMkLst>
            <pc:docMk/>
            <pc:sldMasterMk cId="240667404" sldId="2147483781"/>
            <pc:sldLayoutMk cId="546933749" sldId="2147483803"/>
          </pc:sldLayoutMkLst>
          <pc:spChg chg="del">
            <ac:chgData name="Christian Green (Omnicom)" userId="99943ed5-8b68-40da-a3aa-33358ad5b70a" providerId="ADAL" clId="{83891968-8994-51BB-876D-680B22BD1A0F}" dt="2026-03-24T15:11:51.183" v="343" actId="478"/>
            <ac:spMkLst>
              <pc:docMk/>
              <pc:sldMasterMk cId="240667404" sldId="2147483781"/>
              <pc:sldLayoutMk cId="546933749" sldId="2147483803"/>
              <ac:spMk id="2" creationId="{D1F5E702-5A0D-7645-9834-A3CFC95F165E}"/>
            </ac:spMkLst>
          </pc:spChg>
          <pc:spChg chg="add del mod">
            <ac:chgData name="Christian Green (Omnicom)" userId="99943ed5-8b68-40da-a3aa-33358ad5b70a" providerId="ADAL" clId="{83891968-8994-51BB-876D-680B22BD1A0F}" dt="2026-03-24T15:12:44.953" v="384" actId="478"/>
            <ac:spMkLst>
              <pc:docMk/>
              <pc:sldMasterMk cId="240667404" sldId="2147483781"/>
              <pc:sldLayoutMk cId="546933749" sldId="2147483803"/>
              <ac:spMk id="3" creationId="{3B0C0943-96C8-583A-C7F3-1DC56BB2C33C}"/>
            </ac:spMkLst>
          </pc:spChg>
          <pc:spChg chg="add mod">
            <ac:chgData name="Christian Green (Omnicom)" userId="99943ed5-8b68-40da-a3aa-33358ad5b70a" providerId="ADAL" clId="{83891968-8994-51BB-876D-680B22BD1A0F}" dt="2026-03-24T15:12:45.304" v="385"/>
            <ac:spMkLst>
              <pc:docMk/>
              <pc:sldMasterMk cId="240667404" sldId="2147483781"/>
              <pc:sldLayoutMk cId="546933749" sldId="2147483803"/>
              <ac:spMk id="5" creationId="{469B04E9-0793-A6CF-FD87-EA0764EF2FA8}"/>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300" baseline="0">
                <a:solidFill>
                  <a:schemeClr val="tx2"/>
                </a:solidFill>
                <a:latin typeface="Consolas" panose="020B0609020204030204" pitchFamily="49" charset="0"/>
                <a:ea typeface="+mn-ea"/>
                <a:cs typeface="Consolas" panose="020B0609020204030204" pitchFamily="49" charset="0"/>
              </a:defRPr>
            </a:pPr>
            <a:r>
              <a:rPr lang="en-US" sz="1200" b="0" i="0" spc="300">
                <a:solidFill>
                  <a:schemeClr val="tx1"/>
                </a:solidFill>
                <a:latin typeface="Consolas" panose="020B0609020204030204" pitchFamily="49" charset="0"/>
                <a:cs typeface="Consolas" panose="020B0609020204030204" pitchFamily="49" charset="0"/>
              </a:rPr>
              <a:t>COLUMN CHART EXAMPLE</a:t>
            </a:r>
          </a:p>
        </c:rich>
      </c:tx>
      <c:layout>
        <c:manualLayout>
          <c:xMode val="edge"/>
          <c:yMode val="edge"/>
          <c:x val="0.26938283687605419"/>
          <c:y val="0"/>
        </c:manualLayout>
      </c:layout>
      <c:overlay val="0"/>
      <c:spPr>
        <a:noFill/>
        <a:ln>
          <a:noFill/>
        </a:ln>
        <a:effectLst/>
      </c:spPr>
      <c:txPr>
        <a:bodyPr rot="0" spcFirstLastPara="1" vertOverflow="ellipsis" vert="horz" wrap="square" anchor="ctr" anchorCtr="1"/>
        <a:lstStyle/>
        <a:p>
          <a:pPr>
            <a:defRPr sz="1200" b="0" i="0" u="none" strike="noStrike" kern="1200" spc="300" baseline="0">
              <a:solidFill>
                <a:schemeClr val="tx2"/>
              </a:solidFill>
              <a:latin typeface="Consolas" panose="020B0609020204030204" pitchFamily="49" charset="0"/>
              <a:ea typeface="+mn-ea"/>
              <a:cs typeface="Consolas" panose="020B0609020204030204" pitchFamily="49" charset="0"/>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4"/>
            </a:solidFill>
            <a:ln w="19050">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1AD-C844-A2D0-39E7EF04D6EF}"/>
            </c:ext>
          </c:extLst>
        </c:ser>
        <c:ser>
          <c:idx val="1"/>
          <c:order val="1"/>
          <c:tx>
            <c:strRef>
              <c:f>Sheet1!$C$1</c:f>
              <c:strCache>
                <c:ptCount val="1"/>
                <c:pt idx="0">
                  <c:v>Series 2</c:v>
                </c:pt>
              </c:strCache>
            </c:strRef>
          </c:tx>
          <c:spPr>
            <a:solidFill>
              <a:schemeClr val="accent5"/>
            </a:solidFill>
            <a:ln>
              <a:noFill/>
            </a:ln>
            <a:effectLst/>
          </c:spPr>
          <c:invertIfNegative val="0"/>
          <c:dPt>
            <c:idx val="0"/>
            <c:invertIfNegative val="0"/>
            <c:bubble3D val="0"/>
            <c:spPr>
              <a:solidFill>
                <a:schemeClr val="accent5"/>
              </a:solidFill>
              <a:ln w="19050">
                <a:noFill/>
              </a:ln>
              <a:effectLst/>
            </c:spPr>
            <c:extLst>
              <c:ext xmlns:c16="http://schemas.microsoft.com/office/drawing/2014/chart" uri="{C3380CC4-5D6E-409C-BE32-E72D297353CC}">
                <c16:uniqueId val="{00000002-11AD-C844-A2D0-39E7EF04D6EF}"/>
              </c:ext>
            </c:extLst>
          </c:dPt>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3-11AD-C844-A2D0-39E7EF04D6EF}"/>
            </c:ext>
          </c:extLst>
        </c:ser>
        <c:ser>
          <c:idx val="2"/>
          <c:order val="2"/>
          <c:tx>
            <c:strRef>
              <c:f>Sheet1!$D$1</c:f>
              <c:strCache>
                <c:ptCount val="1"/>
                <c:pt idx="0">
                  <c:v>Series 3</c:v>
                </c:pt>
              </c:strCache>
            </c:strRef>
          </c:tx>
          <c:spPr>
            <a:solidFill>
              <a:schemeClr val="accent6"/>
            </a:solidFill>
            <a:ln w="19050">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4-11AD-C844-A2D0-39E7EF04D6EF}"/>
            </c:ext>
          </c:extLst>
        </c:ser>
        <c:dLbls>
          <c:showLegendKey val="0"/>
          <c:showVal val="0"/>
          <c:showCatName val="0"/>
          <c:showSerName val="0"/>
          <c:showPercent val="0"/>
          <c:showBubbleSize val="0"/>
        </c:dLbls>
        <c:gapWidth val="150"/>
        <c:axId val="2144587952"/>
        <c:axId val="1438027248"/>
      </c:barChart>
      <c:catAx>
        <c:axId val="214458795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438027248"/>
        <c:crosses val="autoZero"/>
        <c:auto val="1"/>
        <c:lblAlgn val="ctr"/>
        <c:lblOffset val="100"/>
        <c:noMultiLvlLbl val="0"/>
      </c:catAx>
      <c:valAx>
        <c:axId val="1438027248"/>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2144587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300" baseline="0">
                <a:solidFill>
                  <a:schemeClr val="tx1"/>
                </a:solidFill>
                <a:latin typeface="Consolas" panose="020B0609020204030204" pitchFamily="49" charset="0"/>
                <a:ea typeface="+mn-ea"/>
                <a:cs typeface="Consolas" panose="020B0609020204030204" pitchFamily="49" charset="0"/>
              </a:defRPr>
            </a:pPr>
            <a:r>
              <a:rPr lang="en-US" sz="1200" spc="300">
                <a:solidFill>
                  <a:schemeClr val="tx1"/>
                </a:solidFill>
                <a:latin typeface="Consolas" panose="020B0609020204030204" pitchFamily="49" charset="0"/>
                <a:cs typeface="Consolas" panose="020B0609020204030204" pitchFamily="49" charset="0"/>
              </a:rPr>
              <a:t>PIE</a:t>
            </a:r>
            <a:r>
              <a:rPr lang="en-US" sz="1200" spc="300" baseline="0">
                <a:solidFill>
                  <a:schemeClr val="tx1"/>
                </a:solidFill>
                <a:latin typeface="Consolas" panose="020B0609020204030204" pitchFamily="49" charset="0"/>
                <a:cs typeface="Consolas" panose="020B0609020204030204" pitchFamily="49" charset="0"/>
              </a:rPr>
              <a:t> </a:t>
            </a:r>
            <a:r>
              <a:rPr lang="en-US" sz="1200" spc="300">
                <a:solidFill>
                  <a:schemeClr val="tx1"/>
                </a:solidFill>
                <a:latin typeface="Consolas" panose="020B0609020204030204" pitchFamily="49" charset="0"/>
                <a:cs typeface="Consolas" panose="020B0609020204030204" pitchFamily="49" charset="0"/>
              </a:rPr>
              <a:t>CHART EXAMPLE</a:t>
            </a:r>
          </a:p>
        </c:rich>
      </c:tx>
      <c:layout>
        <c:manualLayout>
          <c:xMode val="edge"/>
          <c:yMode val="edge"/>
          <c:x val="0.27306687557314124"/>
          <c:y val="0"/>
        </c:manualLayout>
      </c:layout>
      <c:overlay val="0"/>
      <c:spPr>
        <a:noFill/>
        <a:ln>
          <a:noFill/>
        </a:ln>
        <a:effectLst/>
      </c:spPr>
      <c:txPr>
        <a:bodyPr rot="0" spcFirstLastPara="1" vertOverflow="ellipsis" vert="horz" wrap="square" anchor="ctr" anchorCtr="1"/>
        <a:lstStyle/>
        <a:p>
          <a:pPr>
            <a:defRPr sz="1200" b="0" i="0" u="none" strike="noStrike" kern="1200" spc="300" baseline="0">
              <a:solidFill>
                <a:schemeClr val="tx1"/>
              </a:solidFill>
              <a:latin typeface="Consolas" panose="020B0609020204030204" pitchFamily="49" charset="0"/>
              <a:ea typeface="+mn-ea"/>
              <a:cs typeface="Consolas" panose="020B0609020204030204" pitchFamily="49" charset="0"/>
            </a:defRPr>
          </a:pPr>
          <a:endParaRPr lang="en-US"/>
        </a:p>
      </c:txPr>
    </c:title>
    <c:autoTitleDeleted val="0"/>
    <c:plotArea>
      <c:layout/>
      <c:doughnutChart>
        <c:varyColors val="1"/>
        <c:ser>
          <c:idx val="0"/>
          <c:order val="0"/>
          <c:tx>
            <c:strRef>
              <c:f>Sheet1!$B$1</c:f>
              <c:strCache>
                <c:ptCount val="1"/>
                <c:pt idx="0">
                  <c:v>Sales</c:v>
                </c:pt>
              </c:strCache>
            </c:strRef>
          </c:tx>
          <c:spPr>
            <a:solidFill>
              <a:schemeClr val="accent4"/>
            </a:solidFill>
            <a:ln w="19050">
              <a:noFill/>
            </a:ln>
          </c:spPr>
          <c:dPt>
            <c:idx val="0"/>
            <c:bubble3D val="0"/>
            <c:spPr>
              <a:solidFill>
                <a:schemeClr val="accent5"/>
              </a:solidFill>
              <a:ln w="19050">
                <a:noFill/>
              </a:ln>
              <a:effectLst/>
            </c:spPr>
            <c:extLst>
              <c:ext xmlns:c16="http://schemas.microsoft.com/office/drawing/2014/chart" uri="{C3380CC4-5D6E-409C-BE32-E72D297353CC}">
                <c16:uniqueId val="{00000001-60CE-6743-B29E-DC1D55C071AE}"/>
              </c:ext>
            </c:extLst>
          </c:dPt>
          <c:dPt>
            <c:idx val="1"/>
            <c:bubble3D val="0"/>
            <c:spPr>
              <a:solidFill>
                <a:schemeClr val="accent4"/>
              </a:solidFill>
              <a:ln w="19050">
                <a:noFill/>
              </a:ln>
              <a:effectLst/>
            </c:spPr>
            <c:extLst>
              <c:ext xmlns:c16="http://schemas.microsoft.com/office/drawing/2014/chart" uri="{C3380CC4-5D6E-409C-BE32-E72D297353CC}">
                <c16:uniqueId val="{00000003-60CE-6743-B29E-DC1D55C071AE}"/>
              </c:ext>
            </c:extLst>
          </c:dPt>
          <c:dPt>
            <c:idx val="2"/>
            <c:bubble3D val="0"/>
            <c:spPr>
              <a:solidFill>
                <a:schemeClr val="accent2"/>
              </a:solidFill>
              <a:ln w="19050">
                <a:noFill/>
              </a:ln>
              <a:effectLst/>
            </c:spPr>
            <c:extLst>
              <c:ext xmlns:c16="http://schemas.microsoft.com/office/drawing/2014/chart" uri="{C3380CC4-5D6E-409C-BE32-E72D297353CC}">
                <c16:uniqueId val="{00000005-60CE-6743-B29E-DC1D55C071AE}"/>
              </c:ext>
            </c:extLst>
          </c:dPt>
          <c:dPt>
            <c:idx val="3"/>
            <c:bubble3D val="0"/>
            <c:spPr>
              <a:solidFill>
                <a:schemeClr val="accent6"/>
              </a:solidFill>
              <a:ln w="19050">
                <a:noFill/>
              </a:ln>
              <a:effectLst/>
            </c:spPr>
            <c:extLst>
              <c:ext xmlns:c16="http://schemas.microsoft.com/office/drawing/2014/chart" uri="{C3380CC4-5D6E-409C-BE32-E72D297353CC}">
                <c16:uniqueId val="{00000007-60CE-6743-B29E-DC1D55C071AE}"/>
              </c:ext>
            </c:extLst>
          </c:dPt>
          <c:dLbls>
            <c:dLbl>
              <c:idx val="0"/>
              <c:layout>
                <c:manualLayout>
                  <c:x val="9.5864406641348904E-2"/>
                  <c:y val="3.1091149396339016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0CE-6743-B29E-DC1D55C071AE}"/>
                </c:ext>
              </c:extLst>
            </c:dLbl>
            <c:dLbl>
              <c:idx val="1"/>
              <c:layout>
                <c:manualLayout>
                  <c:x val="-9.3273476732123342E-2"/>
                  <c:y val="7.7727873490847477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0CE-6743-B29E-DC1D55C071AE}"/>
                </c:ext>
              </c:extLst>
            </c:dLbl>
            <c:dLbl>
              <c:idx val="2"/>
              <c:layout>
                <c:manualLayout>
                  <c:x val="-8.8091616913672052E-2"/>
                  <c:y val="-6.6068692467220441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0CE-6743-B29E-DC1D55C071AE}"/>
                </c:ext>
              </c:extLst>
            </c:dLbl>
            <c:dLbl>
              <c:idx val="3"/>
              <c:layout>
                <c:manualLayout>
                  <c:x val="-7.2546037458318155E-2"/>
                  <c:y val="-7.316698621204860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60CE-6743-B29E-DC1D55C071A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accent6"/>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0CE-6743-B29E-DC1D55C071AE}"/>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0">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48812E-0AF0-D4AB-28E0-49B18DD1792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Tw Cen MT" panose="020B0602020104020603" pitchFamily="34" charset="77"/>
            </a:endParaRPr>
          </a:p>
        </p:txBody>
      </p:sp>
      <p:sp>
        <p:nvSpPr>
          <p:cNvPr id="3" name="Date Placeholder 2">
            <a:extLst>
              <a:ext uri="{FF2B5EF4-FFF2-40B4-BE49-F238E27FC236}">
                <a16:creationId xmlns:a16="http://schemas.microsoft.com/office/drawing/2014/main" id="{181876D8-2B81-123B-E19D-3EEA3CF8BE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21A600-B388-7243-B1A8-7DA820124434}" type="datetimeFigureOut">
              <a:rPr lang="en-US" smtClean="0">
                <a:latin typeface="Tw Cen MT" panose="020B0602020104020603" pitchFamily="34" charset="77"/>
              </a:rPr>
              <a:t>3/24/26</a:t>
            </a:fld>
            <a:endParaRPr lang="en-US">
              <a:latin typeface="Tw Cen MT" panose="020B0602020104020603" pitchFamily="34" charset="77"/>
            </a:endParaRPr>
          </a:p>
        </p:txBody>
      </p:sp>
      <p:sp>
        <p:nvSpPr>
          <p:cNvPr id="4" name="Footer Placeholder 3">
            <a:extLst>
              <a:ext uri="{FF2B5EF4-FFF2-40B4-BE49-F238E27FC236}">
                <a16:creationId xmlns:a16="http://schemas.microsoft.com/office/drawing/2014/main" id="{49E6B1CF-4A4F-F0DB-961C-23844C3645F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Tw Cen MT" panose="020B0602020104020603" pitchFamily="34" charset="77"/>
            </a:endParaRPr>
          </a:p>
        </p:txBody>
      </p:sp>
      <p:sp>
        <p:nvSpPr>
          <p:cNvPr id="5" name="Slide Number Placeholder 4">
            <a:extLst>
              <a:ext uri="{FF2B5EF4-FFF2-40B4-BE49-F238E27FC236}">
                <a16:creationId xmlns:a16="http://schemas.microsoft.com/office/drawing/2014/main" id="{E51AFC44-0F78-64E6-03E2-C8E7D5C3AE8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E04D92-ED18-BD42-AE5B-F472659A98CA}" type="slidenum">
              <a:rPr lang="en-US" smtClean="0">
                <a:latin typeface="Tw Cen MT" panose="020B0602020104020603" pitchFamily="34" charset="77"/>
              </a:rPr>
              <a:t>‹#›</a:t>
            </a:fld>
            <a:endParaRPr lang="en-US">
              <a:latin typeface="Tw Cen MT" panose="020B0602020104020603" pitchFamily="34" charset="77"/>
            </a:endParaRPr>
          </a:p>
        </p:txBody>
      </p:sp>
    </p:spTree>
    <p:extLst>
      <p:ext uri="{BB962C8B-B14F-4D97-AF65-F5344CB8AC3E}">
        <p14:creationId xmlns:p14="http://schemas.microsoft.com/office/powerpoint/2010/main" val="20609288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w Cen MT" panose="020B0602020104020603" pitchFamily="34"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w Cen MT" panose="020B0602020104020603" pitchFamily="34" charset="77"/>
              </a:defRPr>
            </a:lvl1pPr>
          </a:lstStyle>
          <a:p>
            <a:fld id="{860E6AA7-8306-2D49-ACD6-51E57E95C895}" type="datetimeFigureOut">
              <a:rPr lang="en-US" smtClean="0"/>
              <a:pPr/>
              <a:t>3/24/26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w Cen MT" panose="020B0602020104020603" pitchFamily="34"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w Cen MT" panose="020B0602020104020603" pitchFamily="34" charset="77"/>
              </a:defRPr>
            </a:lvl1pPr>
          </a:lstStyle>
          <a:p>
            <a:fld id="{695D9311-B311-BA44-B168-0612FB416345}" type="slidenum">
              <a:rPr lang="en-US" smtClean="0"/>
              <a:pPr/>
              <a:t>‹#›</a:t>
            </a:fld>
            <a:endParaRPr lang="en-US"/>
          </a:p>
        </p:txBody>
      </p:sp>
    </p:spTree>
    <p:extLst>
      <p:ext uri="{BB962C8B-B14F-4D97-AF65-F5344CB8AC3E}">
        <p14:creationId xmlns:p14="http://schemas.microsoft.com/office/powerpoint/2010/main" val="1338950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w Cen MT" panose="020B0602020104020603" pitchFamily="34" charset="77"/>
        <a:ea typeface="+mn-ea"/>
        <a:cs typeface="+mn-cs"/>
      </a:defRPr>
    </a:lvl1pPr>
    <a:lvl2pPr marL="457200" algn="l" defTabSz="914400" rtl="0" eaLnBrk="1" latinLnBrk="0" hangingPunct="1">
      <a:defRPr sz="1200" b="0" i="0" kern="1200">
        <a:solidFill>
          <a:schemeClr val="tx1"/>
        </a:solidFill>
        <a:latin typeface="Tw Cen MT" panose="020B0602020104020603" pitchFamily="34" charset="77"/>
        <a:ea typeface="+mn-ea"/>
        <a:cs typeface="+mn-cs"/>
      </a:defRPr>
    </a:lvl2pPr>
    <a:lvl3pPr marL="914400" algn="l" defTabSz="914400" rtl="0" eaLnBrk="1" latinLnBrk="0" hangingPunct="1">
      <a:defRPr sz="1200" b="0" i="0" kern="1200">
        <a:solidFill>
          <a:schemeClr val="tx1"/>
        </a:solidFill>
        <a:latin typeface="Tw Cen MT" panose="020B0602020104020603" pitchFamily="34" charset="77"/>
        <a:ea typeface="+mn-ea"/>
        <a:cs typeface="+mn-cs"/>
      </a:defRPr>
    </a:lvl3pPr>
    <a:lvl4pPr marL="1371600" algn="l" defTabSz="914400" rtl="0" eaLnBrk="1" latinLnBrk="0" hangingPunct="1">
      <a:defRPr sz="1200" b="0" i="0" kern="1200">
        <a:solidFill>
          <a:schemeClr val="tx1"/>
        </a:solidFill>
        <a:latin typeface="Tw Cen MT" panose="020B0602020104020603" pitchFamily="34" charset="77"/>
        <a:ea typeface="+mn-ea"/>
        <a:cs typeface="+mn-cs"/>
      </a:defRPr>
    </a:lvl4pPr>
    <a:lvl5pPr marL="1828800" algn="l" defTabSz="914400" rtl="0" eaLnBrk="1" latinLnBrk="0" hangingPunct="1">
      <a:defRPr sz="1200" b="0" i="0" kern="1200">
        <a:solidFill>
          <a:schemeClr val="tx1"/>
        </a:solidFill>
        <a:latin typeface="Tw Cen MT" panose="020B0602020104020603" pitchFamily="34"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5D9311-B311-BA44-B168-0612FB416345}" type="slidenum">
              <a:rPr lang="en-US" smtClean="0"/>
              <a:pPr/>
              <a:t>18</a:t>
            </a:fld>
            <a:endParaRPr lang="en-US"/>
          </a:p>
        </p:txBody>
      </p:sp>
    </p:spTree>
    <p:extLst>
      <p:ext uri="{BB962C8B-B14F-4D97-AF65-F5344CB8AC3E}">
        <p14:creationId xmlns:p14="http://schemas.microsoft.com/office/powerpoint/2010/main" val="13400123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sv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9.sv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9.sv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png"/><Relationship Id="rId7" Type="http://schemas.openxmlformats.org/officeDocument/2006/relationships/image" Target="../media/image19.sv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png"/><Relationship Id="rId7" Type="http://schemas.openxmlformats.org/officeDocument/2006/relationships/image" Target="../media/image19.sv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png"/><Relationship Id="rId7" Type="http://schemas.openxmlformats.org/officeDocument/2006/relationships/image" Target="../media/image19.sv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png"/><Relationship Id="rId7" Type="http://schemas.openxmlformats.org/officeDocument/2006/relationships/image" Target="../media/image19.sv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6" Type="http://schemas.openxmlformats.org/officeDocument/2006/relationships/image" Target="../media/image29.png"/><Relationship Id="rId5" Type="http://schemas.microsoft.com/office/2007/relationships/hdphoto" Target="../media/hdphoto5.wdp"/><Relationship Id="rId4" Type="http://schemas.microsoft.com/office/2007/relationships/hdphoto" Target="../media/hdphoto4.wdp"/></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6" Type="http://schemas.openxmlformats.org/officeDocument/2006/relationships/image" Target="../media/image30.jpeg"/><Relationship Id="rId5" Type="http://schemas.microsoft.com/office/2007/relationships/hdphoto" Target="../media/hdphoto5.wdp"/><Relationship Id="rId4" Type="http://schemas.microsoft.com/office/2007/relationships/hdphoto" Target="../media/hdphoto4.wdp"/></Relationships>
</file>

<file path=ppt/slideLayouts/_rels/slideLayout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7" Type="http://schemas.microsoft.com/office/2007/relationships/hdphoto" Target="../media/hdphoto5.wdp"/><Relationship Id="rId2" Type="http://schemas.openxmlformats.org/officeDocument/2006/relationships/image" Target="../media/image31.jpeg"/><Relationship Id="rId1" Type="http://schemas.openxmlformats.org/officeDocument/2006/relationships/slideMaster" Target="../slideMasters/slideMaster1.xml"/><Relationship Id="rId6" Type="http://schemas.microsoft.com/office/2007/relationships/hdphoto" Target="../media/hdphoto4.wdp"/><Relationship Id="rId5" Type="http://schemas.microsoft.com/office/2007/relationships/hdphoto" Target="../media/hdphoto3.wdp"/><Relationship Id="rId4" Type="http://schemas.openxmlformats.org/officeDocument/2006/relationships/image" Target="../media/image2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7" Type="http://schemas.microsoft.com/office/2007/relationships/hdphoto" Target="../media/hdphoto5.wdp"/><Relationship Id="rId2" Type="http://schemas.openxmlformats.org/officeDocument/2006/relationships/image" Target="../media/image32.jpeg"/><Relationship Id="rId1" Type="http://schemas.openxmlformats.org/officeDocument/2006/relationships/slideMaster" Target="../slideMasters/slideMaster1.xml"/><Relationship Id="rId6" Type="http://schemas.microsoft.com/office/2007/relationships/hdphoto" Target="../media/hdphoto4.wdp"/><Relationship Id="rId5" Type="http://schemas.microsoft.com/office/2007/relationships/hdphoto" Target="../media/hdphoto3.wdp"/><Relationship Id="rId4" Type="http://schemas.openxmlformats.org/officeDocument/2006/relationships/image" Target="../media/image28.png"/></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7.png"/><Relationship Id="rId7" Type="http://schemas.openxmlformats.org/officeDocument/2006/relationships/image" Target="../media/image36.svg"/><Relationship Id="rId2" Type="http://schemas.openxmlformats.org/officeDocument/2006/relationships/image" Target="../media/image15.jpeg"/><Relationship Id="rId1" Type="http://schemas.openxmlformats.org/officeDocument/2006/relationships/slideMaster" Target="../slideMasters/slideMaster1.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 Id="rId9" Type="http://schemas.openxmlformats.org/officeDocument/2006/relationships/image" Target="../media/image38.sv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7.png"/><Relationship Id="rId7" Type="http://schemas.openxmlformats.org/officeDocument/2006/relationships/image" Target="../media/image36.svg"/><Relationship Id="rId2" Type="http://schemas.openxmlformats.org/officeDocument/2006/relationships/image" Target="../media/image15.jpeg"/><Relationship Id="rId1" Type="http://schemas.openxmlformats.org/officeDocument/2006/relationships/slideMaster" Target="../slideMasters/slideMaster1.xml"/><Relationship Id="rId6" Type="http://schemas.openxmlformats.org/officeDocument/2006/relationships/image" Target="../media/image35.png"/><Relationship Id="rId11" Type="http://schemas.openxmlformats.org/officeDocument/2006/relationships/image" Target="../media/image40.svg"/><Relationship Id="rId5" Type="http://schemas.openxmlformats.org/officeDocument/2006/relationships/image" Target="../media/image34.sv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4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3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3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7.png"/><Relationship Id="rId2" Type="http://schemas.openxmlformats.org/officeDocument/2006/relationships/image" Target="../media/image42.jpeg"/><Relationship Id="rId1" Type="http://schemas.openxmlformats.org/officeDocument/2006/relationships/slideMaster" Target="../slideMasters/slideMaster1.xml"/><Relationship Id="rId6" Type="http://schemas.microsoft.com/office/2007/relationships/hdphoto" Target="../media/hdphoto5.wdp"/><Relationship Id="rId5" Type="http://schemas.microsoft.com/office/2007/relationships/hdphoto" Target="../media/hdphoto4.wdp"/><Relationship Id="rId4" Type="http://schemas.microsoft.com/office/2007/relationships/hdphoto" Target="../media/hdphoto3.wdp"/></Relationships>
</file>

<file path=ppt/slideLayouts/_rels/slideLayout4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4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4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8.png"/><Relationship Id="rId1" Type="http://schemas.openxmlformats.org/officeDocument/2006/relationships/slideMaster" Target="../slideMasters/slideMaster1.xml"/><Relationship Id="rId5" Type="http://schemas.microsoft.com/office/2007/relationships/hdphoto" Target="../media/hdphoto5.wdp"/><Relationship Id="rId4" Type="http://schemas.microsoft.com/office/2007/relationships/hdphoto" Target="../media/hdphoto4.wdp"/></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Ref idx="1001">
        <a:schemeClr val="bg1"/>
      </p:bgRef>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31A31487-181B-8679-1169-9C78AC507503}"/>
              </a:ext>
            </a:extLst>
          </p:cNvPr>
          <p:cNvPicPr>
            <a:picLocks noChangeAspect="1"/>
          </p:cNvPicPr>
          <p:nvPr userDrawn="1"/>
        </p:nvPicPr>
        <p:blipFill>
          <a:blip r:embed="rId2"/>
          <a:srcRect l="209" t="472" r="183" b="569"/>
          <a:stretch>
            <a:fillRect/>
          </a:stretch>
        </p:blipFill>
        <p:spPr>
          <a:xfrm flipH="1">
            <a:off x="-1" y="0"/>
            <a:ext cx="12192000" cy="6661151"/>
          </a:xfrm>
          <a:prstGeom prst="rect">
            <a:avLst/>
          </a:prstGeom>
        </p:spPr>
      </p:pic>
      <p:sp>
        <p:nvSpPr>
          <p:cNvPr id="4" name="Rectangle 3">
            <a:extLst>
              <a:ext uri="{FF2B5EF4-FFF2-40B4-BE49-F238E27FC236}">
                <a16:creationId xmlns:a16="http://schemas.microsoft.com/office/drawing/2014/main" id="{542CC1FD-C98F-AE2D-A191-6CA2DB40F2F7}"/>
              </a:ext>
            </a:extLst>
          </p:cNvPr>
          <p:cNvSpPr/>
          <p:nvPr userDrawn="1"/>
        </p:nvSpPr>
        <p:spPr>
          <a:xfrm>
            <a:off x="-1" y="16325"/>
            <a:ext cx="4839856" cy="6825349"/>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15">
            <a:extLst>
              <a:ext uri="{FF2B5EF4-FFF2-40B4-BE49-F238E27FC236}">
                <a16:creationId xmlns:a16="http://schemas.microsoft.com/office/drawing/2014/main" id="{6C36F860-7F46-80BE-B12E-03B2739DB8F9}"/>
              </a:ext>
            </a:extLst>
          </p:cNvPr>
          <p:cNvSpPr>
            <a:spLocks noGrp="1"/>
          </p:cNvSpPr>
          <p:nvPr>
            <p:ph type="body" sz="quarter" idx="10" hasCustomPrompt="1"/>
          </p:nvPr>
        </p:nvSpPr>
        <p:spPr>
          <a:xfrm>
            <a:off x="272616" y="5171535"/>
            <a:ext cx="7661642" cy="244682"/>
          </a:xfrm>
        </p:spPr>
        <p:txBody>
          <a:bodyPr lIns="137160" rIns="91440" anchor="t">
            <a:spAutoFit/>
          </a:bodyPr>
          <a:lstStyle>
            <a:lvl1pPr marL="0" indent="0">
              <a:buNone/>
              <a:defRPr sz="1100" b="0" i="0" spc="300">
                <a:solidFill>
                  <a:srgbClr val="EDECE8"/>
                </a:solidFill>
                <a:latin typeface="Consolas" panose="020B0609020204030204" pitchFamily="49" charset="0"/>
                <a:cs typeface="Consolas" panose="020B0609020204030204" pitchFamily="49"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ENTER YOUR SUBTITLE HERE.</a:t>
            </a:r>
          </a:p>
        </p:txBody>
      </p:sp>
      <p:sp>
        <p:nvSpPr>
          <p:cNvPr id="16" name="Title 1">
            <a:extLst>
              <a:ext uri="{FF2B5EF4-FFF2-40B4-BE49-F238E27FC236}">
                <a16:creationId xmlns:a16="http://schemas.microsoft.com/office/drawing/2014/main" id="{C10D3E82-E12C-33B3-DFAE-3BA73144C560}"/>
              </a:ext>
            </a:extLst>
          </p:cNvPr>
          <p:cNvSpPr>
            <a:spLocks noGrp="1"/>
          </p:cNvSpPr>
          <p:nvPr>
            <p:ph type="ctrTitle" hasCustomPrompt="1"/>
          </p:nvPr>
        </p:nvSpPr>
        <p:spPr>
          <a:xfrm>
            <a:off x="272616" y="4280622"/>
            <a:ext cx="7661642" cy="994118"/>
          </a:xfrm>
          <a:prstGeom prst="rect">
            <a:avLst/>
          </a:prstGeom>
        </p:spPr>
        <p:txBody>
          <a:bodyPr wrap="square" lIns="91440" rIns="91440" anchor="b">
            <a:spAutoFit/>
          </a:bodyPr>
          <a:lstStyle>
            <a:lvl1pPr algn="l">
              <a:lnSpc>
                <a:spcPct val="80000"/>
              </a:lnSpc>
              <a:defRPr sz="7200" b="0" i="0">
                <a:solidFill>
                  <a:srgbClr val="EDECE8"/>
                </a:solidFill>
                <a:latin typeface="Tw Cen MT" panose="020B0602020104020603" pitchFamily="34" charset="77"/>
              </a:defRPr>
            </a:lvl1pPr>
          </a:lstStyle>
          <a:p>
            <a:r>
              <a:rPr lang="en-US"/>
              <a:t>Enter Your Title Here</a:t>
            </a:r>
          </a:p>
        </p:txBody>
      </p:sp>
      <p:sp>
        <p:nvSpPr>
          <p:cNvPr id="17" name="Text Placeholder 9">
            <a:extLst>
              <a:ext uri="{FF2B5EF4-FFF2-40B4-BE49-F238E27FC236}">
                <a16:creationId xmlns:a16="http://schemas.microsoft.com/office/drawing/2014/main" id="{073EF9FD-3D65-0B2E-EFF5-B043BE08CF99}"/>
              </a:ext>
            </a:extLst>
          </p:cNvPr>
          <p:cNvSpPr>
            <a:spLocks noGrp="1"/>
          </p:cNvSpPr>
          <p:nvPr>
            <p:ph type="body" sz="quarter" idx="12" hasCustomPrompt="1"/>
          </p:nvPr>
        </p:nvSpPr>
        <p:spPr>
          <a:xfrm>
            <a:off x="684906" y="6202998"/>
            <a:ext cx="2146742" cy="244682"/>
          </a:xfrm>
          <a:noFill/>
        </p:spPr>
        <p:txBody>
          <a:bodyPr wrap="none" lIns="91440" rIns="91440" anchor="ctr">
            <a:spAutoFit/>
          </a:bodyPr>
          <a:lstStyle>
            <a:lvl1pPr>
              <a:buNone/>
              <a:defRPr sz="1100" spc="300">
                <a:solidFill>
                  <a:srgbClr val="EDECE8"/>
                </a:solidFill>
                <a:latin typeface="Consolas" panose="020B0609020204030204" pitchFamily="49" charset="0"/>
                <a:cs typeface="Consolas" panose="020B0609020204030204" pitchFamily="49" charset="0"/>
              </a:defRPr>
            </a:lvl1pPr>
          </a:lstStyle>
          <a:p>
            <a:pPr lvl="0"/>
            <a:r>
              <a:rPr lang="en-US"/>
              <a:t>DATE/PRESENTED BY</a:t>
            </a:r>
          </a:p>
        </p:txBody>
      </p:sp>
      <p:pic>
        <p:nvPicPr>
          <p:cNvPr id="23" name="Picture 22">
            <a:extLst>
              <a:ext uri="{FF2B5EF4-FFF2-40B4-BE49-F238E27FC236}">
                <a16:creationId xmlns:a16="http://schemas.microsoft.com/office/drawing/2014/main" id="{1AB08061-5FAF-793D-E4C2-B6E1EEE71E8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rot="18900000">
            <a:off x="11067768" y="337590"/>
            <a:ext cx="830074" cy="830074"/>
          </a:xfrm>
          <a:prstGeom prst="rect">
            <a:avLst/>
          </a:prstGeom>
        </p:spPr>
      </p:pic>
      <p:pic>
        <p:nvPicPr>
          <p:cNvPr id="24" name="Picture 23">
            <a:extLst>
              <a:ext uri="{FF2B5EF4-FFF2-40B4-BE49-F238E27FC236}">
                <a16:creationId xmlns:a16="http://schemas.microsoft.com/office/drawing/2014/main" id="{162D18EE-92BA-1783-4EA7-2507814BF787}"/>
              </a:ext>
            </a:extLst>
          </p:cNvPr>
          <p:cNvPicPr>
            <a:picLocks noChangeAspect="1"/>
          </p:cNvPicPr>
          <p:nvPr userDrawn="1"/>
        </p:nvPicPr>
        <p:blipFill>
          <a:blip r:embed="rId5"/>
          <a:srcRect/>
          <a:stretch/>
        </p:blipFill>
        <p:spPr>
          <a:xfrm>
            <a:off x="391886" y="456163"/>
            <a:ext cx="1567989" cy="249217"/>
          </a:xfrm>
          <a:prstGeom prst="rect">
            <a:avLst/>
          </a:prstGeom>
        </p:spPr>
      </p:pic>
      <p:pic>
        <p:nvPicPr>
          <p:cNvPr id="2" name="Picture 10">
            <a:extLst>
              <a:ext uri="{FF2B5EF4-FFF2-40B4-BE49-F238E27FC236}">
                <a16:creationId xmlns:a16="http://schemas.microsoft.com/office/drawing/2014/main" id="{F9898865-5F79-1434-AA5D-8E73EE639C11}"/>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391886" y="6212649"/>
            <a:ext cx="171415" cy="225380"/>
          </a:xfrm>
          <a:prstGeom prst="rect">
            <a:avLst/>
          </a:prstGeom>
        </p:spPr>
      </p:pic>
    </p:spTree>
    <p:extLst>
      <p:ext uri="{BB962C8B-B14F-4D97-AF65-F5344CB8AC3E}">
        <p14:creationId xmlns:p14="http://schemas.microsoft.com/office/powerpoint/2010/main" val="6220015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D2E7E25-825F-AB2A-7F13-D3C75753D415}"/>
              </a:ext>
            </a:extLst>
          </p:cNvPr>
          <p:cNvPicPr>
            <a:picLocks noChangeAspect="1"/>
          </p:cNvPicPr>
          <p:nvPr userDrawn="1"/>
        </p:nvPicPr>
        <p:blipFill>
          <a:blip r:embed="rId2"/>
          <a:srcRect t="57180" b="-1098"/>
          <a:stretch>
            <a:fillRect/>
          </a:stretch>
        </p:blipFill>
        <p:spPr>
          <a:xfrm>
            <a:off x="0" y="0"/>
            <a:ext cx="12192000" cy="4265800"/>
          </a:xfrm>
          <a:prstGeom prst="rect">
            <a:avLst/>
          </a:prstGeom>
        </p:spPr>
      </p:pic>
      <p:sp>
        <p:nvSpPr>
          <p:cNvPr id="20" name="Text Placeholder 9">
            <a:extLst>
              <a:ext uri="{FF2B5EF4-FFF2-40B4-BE49-F238E27FC236}">
                <a16:creationId xmlns:a16="http://schemas.microsoft.com/office/drawing/2014/main" id="{CE742213-2AE2-52B7-3F6B-FBDD779047FE}"/>
              </a:ext>
            </a:extLst>
          </p:cNvPr>
          <p:cNvSpPr>
            <a:spLocks noGrp="1"/>
          </p:cNvSpPr>
          <p:nvPr>
            <p:ph type="body" sz="quarter" idx="12" hasCustomPrompt="1"/>
          </p:nvPr>
        </p:nvSpPr>
        <p:spPr>
          <a:xfrm>
            <a:off x="684906" y="6202998"/>
            <a:ext cx="2146742" cy="244682"/>
          </a:xfrm>
          <a:noFill/>
        </p:spPr>
        <p:txBody>
          <a:bodyPr wrap="none" lIns="91440" rIns="91440" anchor="ctr">
            <a:spAutoFit/>
          </a:bodyPr>
          <a:lstStyle>
            <a:lvl1pP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DATE/PRESENTED BY</a:t>
            </a:r>
          </a:p>
        </p:txBody>
      </p:sp>
      <p:pic>
        <p:nvPicPr>
          <p:cNvPr id="22" name="Picture 21">
            <a:extLst>
              <a:ext uri="{FF2B5EF4-FFF2-40B4-BE49-F238E27FC236}">
                <a16:creationId xmlns:a16="http://schemas.microsoft.com/office/drawing/2014/main" id="{5D39F9D8-F628-2207-66E9-BF15256A7A47}"/>
              </a:ext>
            </a:extLst>
          </p:cNvPr>
          <p:cNvPicPr>
            <a:picLocks noChangeAspect="1"/>
          </p:cNvPicPr>
          <p:nvPr userDrawn="1"/>
        </p:nvPicPr>
        <p:blipFill>
          <a:blip r:embed="rId3"/>
          <a:srcRect/>
          <a:stretch/>
        </p:blipFill>
        <p:spPr>
          <a:xfrm>
            <a:off x="391886" y="456163"/>
            <a:ext cx="1567989" cy="249217"/>
          </a:xfrm>
          <a:prstGeom prst="rect">
            <a:avLst/>
          </a:prstGeom>
        </p:spPr>
      </p:pic>
      <p:pic>
        <p:nvPicPr>
          <p:cNvPr id="3" name="Picture 10">
            <a:extLst>
              <a:ext uri="{FF2B5EF4-FFF2-40B4-BE49-F238E27FC236}">
                <a16:creationId xmlns:a16="http://schemas.microsoft.com/office/drawing/2014/main" id="{F9C47111-02A5-0418-AC0D-2B62BC71CA7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91886" y="6212649"/>
            <a:ext cx="171415" cy="225380"/>
          </a:xfrm>
          <a:prstGeom prst="rect">
            <a:avLst/>
          </a:prstGeom>
        </p:spPr>
      </p:pic>
      <p:sp>
        <p:nvSpPr>
          <p:cNvPr id="9" name="Title 1">
            <a:extLst>
              <a:ext uri="{FF2B5EF4-FFF2-40B4-BE49-F238E27FC236}">
                <a16:creationId xmlns:a16="http://schemas.microsoft.com/office/drawing/2014/main" id="{C1AC4993-6D1C-A766-500C-62CA3E6D5DF8}"/>
              </a:ext>
            </a:extLst>
          </p:cNvPr>
          <p:cNvSpPr>
            <a:spLocks noGrp="1"/>
          </p:cNvSpPr>
          <p:nvPr>
            <p:ph type="ctrTitle" hasCustomPrompt="1"/>
          </p:nvPr>
        </p:nvSpPr>
        <p:spPr>
          <a:xfrm>
            <a:off x="272616" y="4280622"/>
            <a:ext cx="7661642" cy="994118"/>
          </a:xfrm>
          <a:prstGeom prst="rect">
            <a:avLst/>
          </a:prstGeom>
        </p:spPr>
        <p:txBody>
          <a:bodyPr wrap="square" lIns="91440" rIns="91440" anchor="b">
            <a:spAutoFit/>
          </a:bodyPr>
          <a:lstStyle>
            <a:lvl1pPr algn="l">
              <a:lnSpc>
                <a:spcPct val="80000"/>
              </a:lnSpc>
              <a:defRPr sz="7200" b="0" i="0">
                <a:solidFill>
                  <a:schemeClr val="accent3"/>
                </a:solidFill>
                <a:latin typeface="Tw Cen MT" panose="020B0602020104020603" pitchFamily="34" charset="77"/>
              </a:defRPr>
            </a:lvl1pPr>
          </a:lstStyle>
          <a:p>
            <a:r>
              <a:rPr lang="en-US"/>
              <a:t>Enter Your Title Here</a:t>
            </a:r>
          </a:p>
        </p:txBody>
      </p:sp>
      <p:pic>
        <p:nvPicPr>
          <p:cNvPr id="2" name="Picture 22">
            <a:extLst>
              <a:ext uri="{FF2B5EF4-FFF2-40B4-BE49-F238E27FC236}">
                <a16:creationId xmlns:a16="http://schemas.microsoft.com/office/drawing/2014/main" id="{E07496B1-874F-2DD8-4D9B-3CDF2301A4BF}"/>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rot="18900000">
            <a:off x="11067768" y="337590"/>
            <a:ext cx="830074" cy="830074"/>
          </a:xfrm>
          <a:prstGeom prst="rect">
            <a:avLst/>
          </a:prstGeom>
        </p:spPr>
      </p:pic>
      <p:sp>
        <p:nvSpPr>
          <p:cNvPr id="4" name="Text Placeholder 15">
            <a:extLst>
              <a:ext uri="{FF2B5EF4-FFF2-40B4-BE49-F238E27FC236}">
                <a16:creationId xmlns:a16="http://schemas.microsoft.com/office/drawing/2014/main" id="{A8FAC503-422F-F00C-DB32-1D5ECC2F32DF}"/>
              </a:ext>
            </a:extLst>
          </p:cNvPr>
          <p:cNvSpPr>
            <a:spLocks noGrp="1"/>
          </p:cNvSpPr>
          <p:nvPr>
            <p:ph type="body" sz="quarter" idx="10" hasCustomPrompt="1"/>
          </p:nvPr>
        </p:nvSpPr>
        <p:spPr>
          <a:xfrm>
            <a:off x="272616" y="5171535"/>
            <a:ext cx="7661642" cy="244682"/>
          </a:xfrm>
        </p:spPr>
        <p:txBody>
          <a:bodyPr lIns="137160" rIns="91440" anchor="t">
            <a:spAutoFit/>
          </a:bodyPr>
          <a:lstStyle>
            <a:lvl1pPr marL="0" indent="0">
              <a:buNone/>
              <a:defRPr sz="1100" b="0" i="0" spc="300">
                <a:solidFill>
                  <a:schemeClr val="accent3"/>
                </a:solidFill>
                <a:latin typeface="Consolas" panose="020B0609020204030204" pitchFamily="49" charset="0"/>
                <a:cs typeface="Consolas" panose="020B0609020204030204" pitchFamily="49"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ENTER YOUR SUBTITLE HERE.</a:t>
            </a:r>
          </a:p>
        </p:txBody>
      </p:sp>
    </p:spTree>
    <p:extLst>
      <p:ext uri="{BB962C8B-B14F-4D97-AF65-F5344CB8AC3E}">
        <p14:creationId xmlns:p14="http://schemas.microsoft.com/office/powerpoint/2010/main" val="302603056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client)">
    <p:bg>
      <p:bgPr>
        <a:solidFill>
          <a:srgbClr val="EDECE8"/>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D6813A-2E59-F830-E4DD-AA866037E5D9}"/>
              </a:ext>
            </a:extLst>
          </p:cNvPr>
          <p:cNvSpPr/>
          <p:nvPr userDrawn="1"/>
        </p:nvSpPr>
        <p:spPr>
          <a:xfrm>
            <a:off x="272615" y="6446298"/>
            <a:ext cx="2271801" cy="244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162D18EE-92BA-1783-4EA7-2507814BF78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rcRect/>
          <a:stretch/>
        </p:blipFill>
        <p:spPr>
          <a:xfrm>
            <a:off x="427958" y="456163"/>
            <a:ext cx="1567989" cy="249217"/>
          </a:xfrm>
          <a:prstGeom prst="rect">
            <a:avLst/>
          </a:prstGeom>
        </p:spPr>
      </p:pic>
      <p:sp>
        <p:nvSpPr>
          <p:cNvPr id="19" name="Picture Placeholder 18">
            <a:extLst>
              <a:ext uri="{FF2B5EF4-FFF2-40B4-BE49-F238E27FC236}">
                <a16:creationId xmlns:a16="http://schemas.microsoft.com/office/drawing/2014/main" id="{8CC60827-8CF8-622C-E563-41286BEB03E9}"/>
              </a:ext>
            </a:extLst>
          </p:cNvPr>
          <p:cNvSpPr>
            <a:spLocks noGrp="1"/>
          </p:cNvSpPr>
          <p:nvPr>
            <p:ph type="pic" sz="quarter" idx="13"/>
          </p:nvPr>
        </p:nvSpPr>
        <p:spPr>
          <a:xfrm>
            <a:off x="6096000" y="0"/>
            <a:ext cx="6096000" cy="6858000"/>
          </a:xfrm>
        </p:spPr>
        <p:txBody>
          <a:bodyPr/>
          <a:lstStyle/>
          <a:p>
            <a:r>
              <a:rPr lang="en-US"/>
              <a:t>Click icon to add picture</a:t>
            </a:r>
          </a:p>
        </p:txBody>
      </p:sp>
      <p:sp>
        <p:nvSpPr>
          <p:cNvPr id="29" name="Picture Placeholder 18">
            <a:extLst>
              <a:ext uri="{FF2B5EF4-FFF2-40B4-BE49-F238E27FC236}">
                <a16:creationId xmlns:a16="http://schemas.microsoft.com/office/drawing/2014/main" id="{74BFC2CE-D233-9440-BBC3-28BDA7A29205}"/>
              </a:ext>
            </a:extLst>
          </p:cNvPr>
          <p:cNvSpPr>
            <a:spLocks noGrp="1"/>
          </p:cNvSpPr>
          <p:nvPr>
            <p:ph type="pic" sz="quarter" idx="15"/>
          </p:nvPr>
        </p:nvSpPr>
        <p:spPr>
          <a:xfrm>
            <a:off x="2440447" y="354597"/>
            <a:ext cx="1567989" cy="452348"/>
          </a:xfrm>
        </p:spPr>
        <p:txBody>
          <a:bodyPr/>
          <a:lstStyle/>
          <a:p>
            <a:r>
              <a:rPr lang="en-US"/>
              <a:t>Click icon to add picture</a:t>
            </a:r>
          </a:p>
        </p:txBody>
      </p:sp>
      <p:sp>
        <p:nvSpPr>
          <p:cNvPr id="31" name="Text Placeholder 30">
            <a:extLst>
              <a:ext uri="{FF2B5EF4-FFF2-40B4-BE49-F238E27FC236}">
                <a16:creationId xmlns:a16="http://schemas.microsoft.com/office/drawing/2014/main" id="{45730685-49A9-FB44-D1CB-CA23EC432337}"/>
              </a:ext>
            </a:extLst>
          </p:cNvPr>
          <p:cNvSpPr>
            <a:spLocks noGrp="1"/>
          </p:cNvSpPr>
          <p:nvPr>
            <p:ph type="body" sz="quarter" idx="16" hasCustomPrompt="1"/>
          </p:nvPr>
        </p:nvSpPr>
        <p:spPr>
          <a:xfrm>
            <a:off x="2209053" y="397891"/>
            <a:ext cx="18288" cy="365760"/>
          </a:xfrm>
          <a:solidFill>
            <a:schemeClr val="tx1"/>
          </a:solidFill>
        </p:spPr>
        <p:txBody>
          <a:bodyPr>
            <a:normAutofit/>
          </a:bodyPr>
          <a:lstStyle>
            <a:lvl1pPr algn="l">
              <a:buNone/>
              <a:defRPr sz="100"/>
            </a:lvl1pPr>
          </a:lstStyle>
          <a:p>
            <a:pPr lvl="0"/>
            <a:r>
              <a:rPr lang="en-US"/>
              <a:t>.</a:t>
            </a:r>
          </a:p>
          <a:p>
            <a:pPr lvl="0"/>
            <a:endParaRPr lang="en-US"/>
          </a:p>
        </p:txBody>
      </p:sp>
      <p:sp>
        <p:nvSpPr>
          <p:cNvPr id="3" name="Text Placeholder 9">
            <a:extLst>
              <a:ext uri="{FF2B5EF4-FFF2-40B4-BE49-F238E27FC236}">
                <a16:creationId xmlns:a16="http://schemas.microsoft.com/office/drawing/2014/main" id="{7D1F6F07-7602-7CF5-4EDE-1E7B3A38F324}"/>
              </a:ext>
            </a:extLst>
          </p:cNvPr>
          <p:cNvSpPr>
            <a:spLocks noGrp="1"/>
          </p:cNvSpPr>
          <p:nvPr>
            <p:ph type="body" sz="quarter" idx="12" hasCustomPrompt="1"/>
          </p:nvPr>
        </p:nvSpPr>
        <p:spPr>
          <a:xfrm>
            <a:off x="684906" y="6201616"/>
            <a:ext cx="2100575" cy="244682"/>
          </a:xfrm>
          <a:solidFill>
            <a:schemeClr val="tx1">
              <a:alpha val="11751"/>
            </a:schemeClr>
          </a:solidFill>
        </p:spPr>
        <p:txBody>
          <a:bodyPr wrap="none" lIns="91440" rIns="45720" anchor="ctr">
            <a:spAutoFit/>
          </a:bodyPr>
          <a:lstStyle>
            <a:lvl1pPr>
              <a:buNone/>
              <a:defRPr sz="1100" spc="300">
                <a:solidFill>
                  <a:schemeClr val="tx1"/>
                </a:solidFill>
                <a:latin typeface="Consolas" panose="020B0609020204030204" pitchFamily="49" charset="0"/>
                <a:cs typeface="Consolas" panose="020B0609020204030204" pitchFamily="49" charset="0"/>
              </a:defRPr>
            </a:lvl1pPr>
          </a:lstStyle>
          <a:p>
            <a:pPr lvl="0"/>
            <a:r>
              <a:rPr lang="en-US"/>
              <a:t>DATE/PRESENTED BY</a:t>
            </a:r>
          </a:p>
        </p:txBody>
      </p:sp>
      <p:pic>
        <p:nvPicPr>
          <p:cNvPr id="4" name="Picture 10">
            <a:extLst>
              <a:ext uri="{FF2B5EF4-FFF2-40B4-BE49-F238E27FC236}">
                <a16:creationId xmlns:a16="http://schemas.microsoft.com/office/drawing/2014/main" id="{C77EE8E6-E438-A9C2-7868-DE18C03D1505}"/>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91886" y="6212649"/>
            <a:ext cx="171415" cy="225380"/>
          </a:xfrm>
          <a:prstGeom prst="rect">
            <a:avLst/>
          </a:prstGeom>
        </p:spPr>
      </p:pic>
      <p:sp>
        <p:nvSpPr>
          <p:cNvPr id="8" name="Title 1">
            <a:extLst>
              <a:ext uri="{FF2B5EF4-FFF2-40B4-BE49-F238E27FC236}">
                <a16:creationId xmlns:a16="http://schemas.microsoft.com/office/drawing/2014/main" id="{A5FF2F29-E0B6-2652-9949-4B9F64E88DFB}"/>
              </a:ext>
            </a:extLst>
          </p:cNvPr>
          <p:cNvSpPr>
            <a:spLocks noGrp="1"/>
          </p:cNvSpPr>
          <p:nvPr>
            <p:ph type="ctrTitle" hasCustomPrompt="1"/>
          </p:nvPr>
        </p:nvSpPr>
        <p:spPr>
          <a:xfrm>
            <a:off x="272616" y="3394225"/>
            <a:ext cx="5488572" cy="1880515"/>
          </a:xfrm>
          <a:prstGeom prst="rect">
            <a:avLst/>
          </a:prstGeom>
        </p:spPr>
        <p:txBody>
          <a:bodyPr wrap="square" lIns="91440" rIns="91440" anchor="b">
            <a:spAutoFit/>
          </a:bodyPr>
          <a:lstStyle>
            <a:lvl1pPr algn="l">
              <a:lnSpc>
                <a:spcPct val="80000"/>
              </a:lnSpc>
              <a:defRPr sz="7200" b="0" i="0">
                <a:solidFill>
                  <a:schemeClr val="tx1"/>
                </a:solidFill>
                <a:latin typeface="Tw Cen MT" panose="020B0602020104020603" pitchFamily="34" charset="77"/>
              </a:defRPr>
            </a:lvl1pPr>
          </a:lstStyle>
          <a:p>
            <a:r>
              <a:rPr lang="en-US"/>
              <a:t>Enter Your</a:t>
            </a:r>
            <a:br>
              <a:rPr lang="en-US"/>
            </a:br>
            <a:r>
              <a:rPr lang="en-US"/>
              <a:t>Title Here</a:t>
            </a:r>
          </a:p>
        </p:txBody>
      </p:sp>
      <p:sp>
        <p:nvSpPr>
          <p:cNvPr id="9" name="Text Placeholder 26">
            <a:extLst>
              <a:ext uri="{FF2B5EF4-FFF2-40B4-BE49-F238E27FC236}">
                <a16:creationId xmlns:a16="http://schemas.microsoft.com/office/drawing/2014/main" id="{BF9481AD-9F45-D394-AE2E-D14B182C79F3}"/>
              </a:ext>
            </a:extLst>
          </p:cNvPr>
          <p:cNvSpPr>
            <a:spLocks noGrp="1" noChangeAspect="1"/>
          </p:cNvSpPr>
          <p:nvPr>
            <p:ph type="body" sz="quarter" idx="14" hasCustomPrompt="1"/>
          </p:nvPr>
        </p:nvSpPr>
        <p:spPr>
          <a:xfrm rot="18900000">
            <a:off x="11065318" y="335138"/>
            <a:ext cx="832104" cy="832104"/>
          </a:xfrm>
          <a:blipFill>
            <a:blip r:embed="rId6">
              <a:extLst>
                <a:ext uri="{96DAC541-7B7A-43D3-8B79-37D633B846F1}">
                  <asvg:svgBlip xmlns:asvg="http://schemas.microsoft.com/office/drawing/2016/SVG/main" r:embed="rId7"/>
                </a:ext>
              </a:extLst>
            </a:blip>
            <a:stretch>
              <a:fillRect/>
            </a:stretch>
          </a:blipFill>
        </p:spPr>
        <p:txBody>
          <a:bodyPr>
            <a:normAutofit/>
          </a:bodyPr>
          <a:lstStyle>
            <a:lvl2pPr>
              <a:buFont typeface="Arial" panose="020B0604020202020204" pitchFamily="34" charset="0"/>
              <a:buNone/>
              <a:defRPr sz="400">
                <a:solidFill>
                  <a:schemeClr val="tx1"/>
                </a:solidFill>
              </a:defRPr>
            </a:lvl2pPr>
          </a:lstStyle>
          <a:p>
            <a:pPr lvl="1"/>
            <a:br>
              <a:rPr lang="en-US"/>
            </a:br>
            <a:endParaRPr lang="en-US"/>
          </a:p>
        </p:txBody>
      </p:sp>
      <p:sp>
        <p:nvSpPr>
          <p:cNvPr id="2" name="Text Placeholder 15">
            <a:extLst>
              <a:ext uri="{FF2B5EF4-FFF2-40B4-BE49-F238E27FC236}">
                <a16:creationId xmlns:a16="http://schemas.microsoft.com/office/drawing/2014/main" id="{A4793A26-6E30-D84E-5121-5A0F94245482}"/>
              </a:ext>
            </a:extLst>
          </p:cNvPr>
          <p:cNvSpPr>
            <a:spLocks noGrp="1"/>
          </p:cNvSpPr>
          <p:nvPr>
            <p:ph type="body" sz="quarter" idx="10" hasCustomPrompt="1"/>
          </p:nvPr>
        </p:nvSpPr>
        <p:spPr>
          <a:xfrm>
            <a:off x="272616" y="5171535"/>
            <a:ext cx="5488572" cy="244682"/>
          </a:xfrm>
        </p:spPr>
        <p:txBody>
          <a:bodyPr wrap="square" lIns="137160" rIns="91440" anchor="t">
            <a:spAutoFit/>
          </a:bodyPr>
          <a:lstStyle>
            <a:lvl1pPr marL="0" indent="0">
              <a:buNone/>
              <a:defRPr sz="1100" b="0" i="0" spc="300">
                <a:solidFill>
                  <a:schemeClr val="tx1"/>
                </a:solidFill>
                <a:latin typeface="Consolas" panose="020B0609020204030204" pitchFamily="49" charset="0"/>
                <a:cs typeface="Consolas" panose="020B0609020204030204" pitchFamily="49"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ENTER YOUR SUBTITLE HERE.</a:t>
            </a:r>
          </a:p>
        </p:txBody>
      </p:sp>
    </p:spTree>
    <p:extLst>
      <p:ext uri="{BB962C8B-B14F-4D97-AF65-F5344CB8AC3E}">
        <p14:creationId xmlns:p14="http://schemas.microsoft.com/office/powerpoint/2010/main" val="156729161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1)">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6B86D4F-8C6E-ADA5-456C-4BA21CA44F10}"/>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12" name="Rectangle 11">
            <a:extLst>
              <a:ext uri="{FF2B5EF4-FFF2-40B4-BE49-F238E27FC236}">
                <a16:creationId xmlns:a16="http://schemas.microsoft.com/office/drawing/2014/main" id="{F041E9A6-667E-C4A3-DCA1-95C4E9FDB13B}"/>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260FF91-28F4-478D-6159-BA1EA76C0708}"/>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4" name="Text Placeholder 9">
            <a:extLst>
              <a:ext uri="{FF2B5EF4-FFF2-40B4-BE49-F238E27FC236}">
                <a16:creationId xmlns:a16="http://schemas.microsoft.com/office/drawing/2014/main" id="{21946655-AB37-E2C1-F9F0-78B8035741EC}"/>
              </a:ext>
            </a:extLst>
          </p:cNvPr>
          <p:cNvSpPr>
            <a:spLocks noGrp="1"/>
          </p:cNvSpPr>
          <p:nvPr>
            <p:ph type="body" sz="quarter" idx="21" hasCustomPrompt="1"/>
          </p:nvPr>
        </p:nvSpPr>
        <p:spPr>
          <a:xfrm>
            <a:off x="767000" y="1707082"/>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18" name="Text Placeholder 26">
            <a:extLst>
              <a:ext uri="{FF2B5EF4-FFF2-40B4-BE49-F238E27FC236}">
                <a16:creationId xmlns:a16="http://schemas.microsoft.com/office/drawing/2014/main" id="{24CB6CDC-7B81-F935-B30C-351DF2874896}"/>
              </a:ext>
            </a:extLst>
          </p:cNvPr>
          <p:cNvSpPr>
            <a:spLocks noGrp="1"/>
          </p:cNvSpPr>
          <p:nvPr>
            <p:ph type="body" sz="quarter" idx="28" hasCustomPrompt="1"/>
          </p:nvPr>
        </p:nvSpPr>
        <p:spPr>
          <a:xfrm rot="16200000">
            <a:off x="391028" y="1707082"/>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38" name="Text Placeholder 9">
            <a:extLst>
              <a:ext uri="{FF2B5EF4-FFF2-40B4-BE49-F238E27FC236}">
                <a16:creationId xmlns:a16="http://schemas.microsoft.com/office/drawing/2014/main" id="{1FC44271-63FF-EA75-B0EF-CC2B54F0B3A4}"/>
              </a:ext>
            </a:extLst>
          </p:cNvPr>
          <p:cNvSpPr>
            <a:spLocks noGrp="1"/>
          </p:cNvSpPr>
          <p:nvPr>
            <p:ph type="body" sz="quarter" idx="43" hasCustomPrompt="1"/>
          </p:nvPr>
        </p:nvSpPr>
        <p:spPr>
          <a:xfrm>
            <a:off x="767000" y="1943790"/>
            <a:ext cx="1164101" cy="249492"/>
          </a:xfrm>
          <a:noFill/>
        </p:spPr>
        <p:txBody>
          <a:bodyPr wrap="none" lIns="91440" rIns="91440" anchor="t">
            <a:spAutoFit/>
          </a:bodyPr>
          <a:lstStyle>
            <a:lvl1pPr marL="0" indent="0" algn="l">
              <a:lnSpc>
                <a:spcPct val="85000"/>
              </a:lnSpc>
              <a:buNone/>
              <a:tabLst/>
              <a:defRPr sz="1200" spc="0">
                <a:solidFill>
                  <a:schemeClr val="accent3"/>
                </a:solidFill>
                <a:latin typeface="Tw Cen MT" panose="020B0602020104020603" pitchFamily="34" charset="77"/>
                <a:cs typeface="Consolas" panose="020B0609020204030204" pitchFamily="49" charset="0"/>
              </a:defRPr>
            </a:lvl1pPr>
          </a:lstStyle>
          <a:p>
            <a:pPr lvl="0"/>
            <a:r>
              <a:rPr lang="en-US"/>
              <a:t>Presenter Name</a:t>
            </a:r>
          </a:p>
        </p:txBody>
      </p:sp>
      <p:sp>
        <p:nvSpPr>
          <p:cNvPr id="46" name="Text Placeholder 9">
            <a:extLst>
              <a:ext uri="{FF2B5EF4-FFF2-40B4-BE49-F238E27FC236}">
                <a16:creationId xmlns:a16="http://schemas.microsoft.com/office/drawing/2014/main" id="{66A7A734-23FA-C97B-C4D6-E7E68D4DD041}"/>
              </a:ext>
            </a:extLst>
          </p:cNvPr>
          <p:cNvSpPr>
            <a:spLocks noGrp="1"/>
          </p:cNvSpPr>
          <p:nvPr>
            <p:ph type="body" sz="quarter" idx="44" hasCustomPrompt="1"/>
          </p:nvPr>
        </p:nvSpPr>
        <p:spPr>
          <a:xfrm>
            <a:off x="766996" y="2357817"/>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47" name="Text Placeholder 26">
            <a:extLst>
              <a:ext uri="{FF2B5EF4-FFF2-40B4-BE49-F238E27FC236}">
                <a16:creationId xmlns:a16="http://schemas.microsoft.com/office/drawing/2014/main" id="{2F5038DF-12C1-8569-FB79-53BF52A27A53}"/>
              </a:ext>
            </a:extLst>
          </p:cNvPr>
          <p:cNvSpPr>
            <a:spLocks noGrp="1"/>
          </p:cNvSpPr>
          <p:nvPr>
            <p:ph type="body" sz="quarter" idx="45" hasCustomPrompt="1"/>
          </p:nvPr>
        </p:nvSpPr>
        <p:spPr>
          <a:xfrm rot="16200000">
            <a:off x="391024" y="2357817"/>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48" name="Text Placeholder 9">
            <a:extLst>
              <a:ext uri="{FF2B5EF4-FFF2-40B4-BE49-F238E27FC236}">
                <a16:creationId xmlns:a16="http://schemas.microsoft.com/office/drawing/2014/main" id="{29ED73F2-7C9E-6423-5A6C-AC0ACF2092FC}"/>
              </a:ext>
            </a:extLst>
          </p:cNvPr>
          <p:cNvSpPr>
            <a:spLocks noGrp="1"/>
          </p:cNvSpPr>
          <p:nvPr>
            <p:ph type="body" sz="quarter" idx="46" hasCustomPrompt="1"/>
          </p:nvPr>
        </p:nvSpPr>
        <p:spPr>
          <a:xfrm>
            <a:off x="766996" y="2594525"/>
            <a:ext cx="1164101" cy="249492"/>
          </a:xfrm>
          <a:noFill/>
        </p:spPr>
        <p:txBody>
          <a:bodyPr wrap="none" lIns="91440" rIns="91440" anchor="t">
            <a:spAutoFit/>
          </a:bodyPr>
          <a:lstStyle>
            <a:lvl1pPr marL="0" indent="0" algn="l">
              <a:lnSpc>
                <a:spcPct val="85000"/>
              </a:lnSpc>
              <a:buNone/>
              <a:tabLst/>
              <a:defRPr sz="1200" spc="0">
                <a:solidFill>
                  <a:schemeClr val="accent3"/>
                </a:solidFill>
                <a:latin typeface="Tw Cen MT" panose="020B0602020104020603" pitchFamily="34" charset="77"/>
                <a:cs typeface="Consolas" panose="020B0609020204030204" pitchFamily="49" charset="0"/>
              </a:defRPr>
            </a:lvl1pPr>
          </a:lstStyle>
          <a:p>
            <a:pPr lvl="0"/>
            <a:r>
              <a:rPr lang="en-US"/>
              <a:t>Presenter Name</a:t>
            </a:r>
          </a:p>
        </p:txBody>
      </p:sp>
      <p:sp>
        <p:nvSpPr>
          <p:cNvPr id="49" name="Text Placeholder 9">
            <a:extLst>
              <a:ext uri="{FF2B5EF4-FFF2-40B4-BE49-F238E27FC236}">
                <a16:creationId xmlns:a16="http://schemas.microsoft.com/office/drawing/2014/main" id="{21BE2D69-CE7A-62BF-D761-57A145F26263}"/>
              </a:ext>
            </a:extLst>
          </p:cNvPr>
          <p:cNvSpPr>
            <a:spLocks noGrp="1"/>
          </p:cNvSpPr>
          <p:nvPr>
            <p:ph type="body" sz="quarter" idx="47" hasCustomPrompt="1"/>
          </p:nvPr>
        </p:nvSpPr>
        <p:spPr>
          <a:xfrm>
            <a:off x="766996" y="3008552"/>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50" name="Text Placeholder 26">
            <a:extLst>
              <a:ext uri="{FF2B5EF4-FFF2-40B4-BE49-F238E27FC236}">
                <a16:creationId xmlns:a16="http://schemas.microsoft.com/office/drawing/2014/main" id="{55E6A409-62EE-D088-01EC-F4FC184DEE23}"/>
              </a:ext>
            </a:extLst>
          </p:cNvPr>
          <p:cNvSpPr>
            <a:spLocks noGrp="1"/>
          </p:cNvSpPr>
          <p:nvPr>
            <p:ph type="body" sz="quarter" idx="48" hasCustomPrompt="1"/>
          </p:nvPr>
        </p:nvSpPr>
        <p:spPr>
          <a:xfrm rot="16200000">
            <a:off x="391024" y="3008552"/>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51" name="Text Placeholder 9">
            <a:extLst>
              <a:ext uri="{FF2B5EF4-FFF2-40B4-BE49-F238E27FC236}">
                <a16:creationId xmlns:a16="http://schemas.microsoft.com/office/drawing/2014/main" id="{B600A423-D010-A0F7-B398-D079B3FBB834}"/>
              </a:ext>
            </a:extLst>
          </p:cNvPr>
          <p:cNvSpPr>
            <a:spLocks noGrp="1"/>
          </p:cNvSpPr>
          <p:nvPr>
            <p:ph type="body" sz="quarter" idx="49" hasCustomPrompt="1"/>
          </p:nvPr>
        </p:nvSpPr>
        <p:spPr>
          <a:xfrm>
            <a:off x="766996" y="3245260"/>
            <a:ext cx="1164101" cy="249492"/>
          </a:xfrm>
          <a:noFill/>
        </p:spPr>
        <p:txBody>
          <a:bodyPr wrap="none" lIns="91440" rIns="91440" anchor="t">
            <a:spAutoFit/>
          </a:bodyPr>
          <a:lstStyle>
            <a:lvl1pPr marL="0" indent="0" algn="l">
              <a:lnSpc>
                <a:spcPct val="85000"/>
              </a:lnSpc>
              <a:buNone/>
              <a:tabLst/>
              <a:defRPr sz="1200" spc="0">
                <a:solidFill>
                  <a:schemeClr val="accent3"/>
                </a:solidFill>
                <a:latin typeface="Tw Cen MT" panose="020B0602020104020603" pitchFamily="34" charset="77"/>
                <a:cs typeface="Consolas" panose="020B0609020204030204" pitchFamily="49" charset="0"/>
              </a:defRPr>
            </a:lvl1pPr>
          </a:lstStyle>
          <a:p>
            <a:pPr lvl="0"/>
            <a:r>
              <a:rPr lang="en-US"/>
              <a:t>Presenter Name</a:t>
            </a:r>
          </a:p>
        </p:txBody>
      </p:sp>
      <p:sp>
        <p:nvSpPr>
          <p:cNvPr id="52" name="Text Placeholder 9">
            <a:extLst>
              <a:ext uri="{FF2B5EF4-FFF2-40B4-BE49-F238E27FC236}">
                <a16:creationId xmlns:a16="http://schemas.microsoft.com/office/drawing/2014/main" id="{B9088435-29E3-6D57-4301-4B8409070306}"/>
              </a:ext>
            </a:extLst>
          </p:cNvPr>
          <p:cNvSpPr>
            <a:spLocks noGrp="1"/>
          </p:cNvSpPr>
          <p:nvPr>
            <p:ph type="body" sz="quarter" idx="50" hasCustomPrompt="1"/>
          </p:nvPr>
        </p:nvSpPr>
        <p:spPr>
          <a:xfrm>
            <a:off x="766992" y="3659287"/>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53" name="Text Placeholder 26">
            <a:extLst>
              <a:ext uri="{FF2B5EF4-FFF2-40B4-BE49-F238E27FC236}">
                <a16:creationId xmlns:a16="http://schemas.microsoft.com/office/drawing/2014/main" id="{758F506C-535F-73C6-A5C5-2280B2B1DAD2}"/>
              </a:ext>
            </a:extLst>
          </p:cNvPr>
          <p:cNvSpPr>
            <a:spLocks noGrp="1"/>
          </p:cNvSpPr>
          <p:nvPr>
            <p:ph type="body" sz="quarter" idx="51" hasCustomPrompt="1"/>
          </p:nvPr>
        </p:nvSpPr>
        <p:spPr>
          <a:xfrm rot="16200000">
            <a:off x="391020" y="3659287"/>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54" name="Text Placeholder 9">
            <a:extLst>
              <a:ext uri="{FF2B5EF4-FFF2-40B4-BE49-F238E27FC236}">
                <a16:creationId xmlns:a16="http://schemas.microsoft.com/office/drawing/2014/main" id="{644E4321-FB44-2EF8-3892-B9977C7E281B}"/>
              </a:ext>
            </a:extLst>
          </p:cNvPr>
          <p:cNvSpPr>
            <a:spLocks noGrp="1"/>
          </p:cNvSpPr>
          <p:nvPr>
            <p:ph type="body" sz="quarter" idx="52" hasCustomPrompt="1"/>
          </p:nvPr>
        </p:nvSpPr>
        <p:spPr>
          <a:xfrm>
            <a:off x="766992" y="3895995"/>
            <a:ext cx="1164101" cy="249492"/>
          </a:xfrm>
          <a:noFill/>
        </p:spPr>
        <p:txBody>
          <a:bodyPr wrap="none" lIns="91440" rIns="91440" anchor="t">
            <a:spAutoFit/>
          </a:bodyPr>
          <a:lstStyle>
            <a:lvl1pPr marL="0" indent="0" algn="l">
              <a:lnSpc>
                <a:spcPct val="85000"/>
              </a:lnSpc>
              <a:buNone/>
              <a:tabLst/>
              <a:defRPr sz="1200" spc="0">
                <a:solidFill>
                  <a:schemeClr val="accent3"/>
                </a:solidFill>
                <a:latin typeface="Tw Cen MT" panose="020B0602020104020603" pitchFamily="34" charset="77"/>
                <a:cs typeface="Consolas" panose="020B0609020204030204" pitchFamily="49" charset="0"/>
              </a:defRPr>
            </a:lvl1pPr>
          </a:lstStyle>
          <a:p>
            <a:pPr lvl="0"/>
            <a:r>
              <a:rPr lang="en-US"/>
              <a:t>Presenter Name</a:t>
            </a:r>
          </a:p>
        </p:txBody>
      </p:sp>
      <p:sp>
        <p:nvSpPr>
          <p:cNvPr id="55" name="Text Placeholder 9">
            <a:extLst>
              <a:ext uri="{FF2B5EF4-FFF2-40B4-BE49-F238E27FC236}">
                <a16:creationId xmlns:a16="http://schemas.microsoft.com/office/drawing/2014/main" id="{DDB7512B-E42D-6CB9-A235-3E30758C2017}"/>
              </a:ext>
            </a:extLst>
          </p:cNvPr>
          <p:cNvSpPr>
            <a:spLocks noGrp="1"/>
          </p:cNvSpPr>
          <p:nvPr>
            <p:ph type="body" sz="quarter" idx="53" hasCustomPrompt="1"/>
          </p:nvPr>
        </p:nvSpPr>
        <p:spPr>
          <a:xfrm>
            <a:off x="766992" y="4284280"/>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56" name="Text Placeholder 26">
            <a:extLst>
              <a:ext uri="{FF2B5EF4-FFF2-40B4-BE49-F238E27FC236}">
                <a16:creationId xmlns:a16="http://schemas.microsoft.com/office/drawing/2014/main" id="{E98B95D9-E46A-9BE2-CE73-7B0D19EAF8E9}"/>
              </a:ext>
            </a:extLst>
          </p:cNvPr>
          <p:cNvSpPr>
            <a:spLocks noGrp="1"/>
          </p:cNvSpPr>
          <p:nvPr>
            <p:ph type="body" sz="quarter" idx="54" hasCustomPrompt="1"/>
          </p:nvPr>
        </p:nvSpPr>
        <p:spPr>
          <a:xfrm rot="16200000">
            <a:off x="391020" y="4284280"/>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57" name="Text Placeholder 9">
            <a:extLst>
              <a:ext uri="{FF2B5EF4-FFF2-40B4-BE49-F238E27FC236}">
                <a16:creationId xmlns:a16="http://schemas.microsoft.com/office/drawing/2014/main" id="{587D3918-090D-4B4E-2C8F-3733883F3D65}"/>
              </a:ext>
            </a:extLst>
          </p:cNvPr>
          <p:cNvSpPr>
            <a:spLocks noGrp="1"/>
          </p:cNvSpPr>
          <p:nvPr>
            <p:ph type="body" sz="quarter" idx="55" hasCustomPrompt="1"/>
          </p:nvPr>
        </p:nvSpPr>
        <p:spPr>
          <a:xfrm>
            <a:off x="766992" y="4520988"/>
            <a:ext cx="1164101" cy="249492"/>
          </a:xfrm>
          <a:noFill/>
        </p:spPr>
        <p:txBody>
          <a:bodyPr wrap="none" lIns="91440" rIns="91440" anchor="t">
            <a:spAutoFit/>
          </a:bodyPr>
          <a:lstStyle>
            <a:lvl1pPr marL="0" indent="0" algn="l">
              <a:lnSpc>
                <a:spcPct val="85000"/>
              </a:lnSpc>
              <a:buNone/>
              <a:tabLst/>
              <a:defRPr sz="1200" spc="0">
                <a:solidFill>
                  <a:schemeClr val="accent3"/>
                </a:solidFill>
                <a:latin typeface="Tw Cen MT" panose="020B0602020104020603" pitchFamily="34" charset="77"/>
                <a:cs typeface="Consolas" panose="020B0609020204030204" pitchFamily="49" charset="0"/>
              </a:defRPr>
            </a:lvl1pPr>
          </a:lstStyle>
          <a:p>
            <a:pPr lvl="0"/>
            <a:r>
              <a:rPr lang="en-US"/>
              <a:t>Presenter Name</a:t>
            </a:r>
          </a:p>
        </p:txBody>
      </p:sp>
      <p:sp>
        <p:nvSpPr>
          <p:cNvPr id="58" name="Text Placeholder 9">
            <a:extLst>
              <a:ext uri="{FF2B5EF4-FFF2-40B4-BE49-F238E27FC236}">
                <a16:creationId xmlns:a16="http://schemas.microsoft.com/office/drawing/2014/main" id="{E6B74112-49D4-33C8-FA26-60B66C95AC59}"/>
              </a:ext>
            </a:extLst>
          </p:cNvPr>
          <p:cNvSpPr>
            <a:spLocks noGrp="1"/>
          </p:cNvSpPr>
          <p:nvPr>
            <p:ph type="body" sz="quarter" idx="56" hasCustomPrompt="1"/>
          </p:nvPr>
        </p:nvSpPr>
        <p:spPr>
          <a:xfrm>
            <a:off x="766992" y="4911816"/>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59" name="Text Placeholder 26">
            <a:extLst>
              <a:ext uri="{FF2B5EF4-FFF2-40B4-BE49-F238E27FC236}">
                <a16:creationId xmlns:a16="http://schemas.microsoft.com/office/drawing/2014/main" id="{8717A9CF-E411-95BE-B143-836FE5609305}"/>
              </a:ext>
            </a:extLst>
          </p:cNvPr>
          <p:cNvSpPr>
            <a:spLocks noGrp="1"/>
          </p:cNvSpPr>
          <p:nvPr>
            <p:ph type="body" sz="quarter" idx="57" hasCustomPrompt="1"/>
          </p:nvPr>
        </p:nvSpPr>
        <p:spPr>
          <a:xfrm rot="16200000">
            <a:off x="391020" y="4911816"/>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60" name="Text Placeholder 9">
            <a:extLst>
              <a:ext uri="{FF2B5EF4-FFF2-40B4-BE49-F238E27FC236}">
                <a16:creationId xmlns:a16="http://schemas.microsoft.com/office/drawing/2014/main" id="{D849B4B8-DF80-76C0-0435-08CE066C7AF1}"/>
              </a:ext>
            </a:extLst>
          </p:cNvPr>
          <p:cNvSpPr>
            <a:spLocks noGrp="1"/>
          </p:cNvSpPr>
          <p:nvPr>
            <p:ph type="body" sz="quarter" idx="58" hasCustomPrompt="1"/>
          </p:nvPr>
        </p:nvSpPr>
        <p:spPr>
          <a:xfrm>
            <a:off x="766992" y="5148524"/>
            <a:ext cx="1164101" cy="249492"/>
          </a:xfrm>
          <a:noFill/>
        </p:spPr>
        <p:txBody>
          <a:bodyPr wrap="none" lIns="91440" rIns="91440" anchor="t">
            <a:spAutoFit/>
          </a:bodyPr>
          <a:lstStyle>
            <a:lvl1pPr marL="0" indent="0" algn="l">
              <a:lnSpc>
                <a:spcPct val="85000"/>
              </a:lnSpc>
              <a:buNone/>
              <a:tabLst/>
              <a:defRPr sz="1200" spc="0">
                <a:solidFill>
                  <a:schemeClr val="accent3"/>
                </a:solidFill>
                <a:latin typeface="Tw Cen MT" panose="020B0602020104020603" pitchFamily="34" charset="77"/>
                <a:cs typeface="Consolas" panose="020B0609020204030204" pitchFamily="49" charset="0"/>
              </a:defRPr>
            </a:lvl1pPr>
          </a:lstStyle>
          <a:p>
            <a:pPr lvl="0"/>
            <a:r>
              <a:rPr lang="en-US"/>
              <a:t>Presenter Name</a:t>
            </a:r>
          </a:p>
        </p:txBody>
      </p:sp>
      <p:sp>
        <p:nvSpPr>
          <p:cNvPr id="64" name="Title 1">
            <a:extLst>
              <a:ext uri="{FF2B5EF4-FFF2-40B4-BE49-F238E27FC236}">
                <a16:creationId xmlns:a16="http://schemas.microsoft.com/office/drawing/2014/main" id="{7AD5F16E-EE33-4BCB-A4D0-32F69266CFE9}"/>
              </a:ext>
            </a:extLst>
          </p:cNvPr>
          <p:cNvSpPr>
            <a:spLocks noGrp="1"/>
          </p:cNvSpPr>
          <p:nvPr>
            <p:ph type="ctrTitle" hasCustomPrompt="1"/>
          </p:nvPr>
        </p:nvSpPr>
        <p:spPr>
          <a:xfrm>
            <a:off x="272617" y="979504"/>
            <a:ext cx="1958421" cy="443006"/>
          </a:xfrm>
          <a:prstGeom prst="rect">
            <a:avLst/>
          </a:prstGeom>
        </p:spPr>
        <p:txBody>
          <a:bodyPr wrap="none" lIns="91440" rIns="91440" anchor="t">
            <a:spAutoFit/>
          </a:bodyPr>
          <a:lstStyle>
            <a:lvl1pPr algn="l">
              <a:lnSpc>
                <a:spcPct val="80000"/>
              </a:lnSpc>
              <a:defRPr sz="2800" b="0" i="0">
                <a:solidFill>
                  <a:schemeClr val="accent3"/>
                </a:solidFill>
                <a:latin typeface="Tw Cen MT" panose="020B0602020104020603" pitchFamily="34" charset="77"/>
              </a:defRPr>
            </a:lvl1pPr>
          </a:lstStyle>
          <a:p>
            <a:r>
              <a:rPr lang="en-US"/>
              <a:t>Agenda title</a:t>
            </a:r>
          </a:p>
        </p:txBody>
      </p:sp>
    </p:spTree>
    <p:extLst>
      <p:ext uri="{BB962C8B-B14F-4D97-AF65-F5344CB8AC3E}">
        <p14:creationId xmlns:p14="http://schemas.microsoft.com/office/powerpoint/2010/main" val="1401300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84DC4AA7-3904-CD20-BD86-567E274CD9A3}"/>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25" name="Rectangle 24">
            <a:extLst>
              <a:ext uri="{FF2B5EF4-FFF2-40B4-BE49-F238E27FC236}">
                <a16:creationId xmlns:a16="http://schemas.microsoft.com/office/drawing/2014/main" id="{B6051E4F-E045-8121-1CF8-A178EE7EF485}"/>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5B009CE-FDD9-FBCB-FEE6-936833925B60}"/>
              </a:ext>
            </a:extLst>
          </p:cNvPr>
          <p:cNvSpPr/>
          <p:nvPr userDrawn="1"/>
        </p:nvSpPr>
        <p:spPr>
          <a:xfrm>
            <a:off x="4856814" y="4901784"/>
            <a:ext cx="3252866" cy="1956216"/>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8E18E098-F94E-1AF9-0A81-750096A72699}"/>
              </a:ext>
            </a:extLst>
          </p:cNvPr>
          <p:cNvSpPr>
            <a:spLocks noGrp="1"/>
          </p:cNvSpPr>
          <p:nvPr>
            <p:ph type="ctrTitle" hasCustomPrompt="1"/>
          </p:nvPr>
        </p:nvSpPr>
        <p:spPr>
          <a:xfrm>
            <a:off x="272616" y="1704692"/>
            <a:ext cx="1958421" cy="443006"/>
          </a:xfrm>
          <a:prstGeom prst="rect">
            <a:avLst/>
          </a:prstGeom>
        </p:spPr>
        <p:txBody>
          <a:bodyPr wrap="none" lIns="91440" rIns="91440" anchor="t">
            <a:spAutoFit/>
          </a:bodyPr>
          <a:lstStyle>
            <a:lvl1pPr algn="l">
              <a:lnSpc>
                <a:spcPct val="80000"/>
              </a:lnSpc>
              <a:defRPr sz="2800" b="0" i="0">
                <a:solidFill>
                  <a:schemeClr val="accent3"/>
                </a:solidFill>
                <a:latin typeface="Tw Cen MT" panose="020B0602020104020603" pitchFamily="34" charset="77"/>
              </a:defRPr>
            </a:lvl1pPr>
          </a:lstStyle>
          <a:p>
            <a:r>
              <a:rPr lang="en-US"/>
              <a:t>Agenda title</a:t>
            </a:r>
          </a:p>
        </p:txBody>
      </p:sp>
      <p:pic>
        <p:nvPicPr>
          <p:cNvPr id="5" name="Picture 4">
            <a:extLst>
              <a:ext uri="{FF2B5EF4-FFF2-40B4-BE49-F238E27FC236}">
                <a16:creationId xmlns:a16="http://schemas.microsoft.com/office/drawing/2014/main" id="{3260FF91-28F4-478D-6159-BA1EA76C0708}"/>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3" name="Text Placeholder 13">
            <a:extLst>
              <a:ext uri="{FF2B5EF4-FFF2-40B4-BE49-F238E27FC236}">
                <a16:creationId xmlns:a16="http://schemas.microsoft.com/office/drawing/2014/main" id="{E4E6DFEF-A64C-C592-86E9-836A16F99EFC}"/>
              </a:ext>
            </a:extLst>
          </p:cNvPr>
          <p:cNvSpPr>
            <a:spLocks noGrp="1"/>
          </p:cNvSpPr>
          <p:nvPr>
            <p:ph type="body" sz="quarter" idx="14" hasCustomPrompt="1"/>
          </p:nvPr>
        </p:nvSpPr>
        <p:spPr>
          <a:xfrm>
            <a:off x="272616" y="2197523"/>
            <a:ext cx="3085092" cy="674031"/>
          </a:xfrm>
        </p:spPr>
        <p:txBody>
          <a:bodyPr wrap="square" lIns="91440" rIns="91440" anchor="t">
            <a:spAutoFit/>
          </a:bodyPr>
          <a:lstStyle>
            <a:lvl1pPr marL="0" indent="0" algn="l">
              <a:buNone/>
              <a:tabLst/>
              <a:defRPr sz="1400">
                <a:solidFill>
                  <a:schemeClr val="accent3"/>
                </a:solidFill>
              </a:defRPr>
            </a:lvl1pPr>
          </a:lstStyle>
          <a:p>
            <a:pPr lvl="0"/>
            <a:r>
              <a:rPr lang="en-US"/>
              <a:t>Use this section as a high-level description of the meeting, end-in-mind, or delete.</a:t>
            </a:r>
          </a:p>
        </p:txBody>
      </p:sp>
      <p:sp>
        <p:nvSpPr>
          <p:cNvPr id="4" name="Text Placeholder 9">
            <a:extLst>
              <a:ext uri="{FF2B5EF4-FFF2-40B4-BE49-F238E27FC236}">
                <a16:creationId xmlns:a16="http://schemas.microsoft.com/office/drawing/2014/main" id="{21946655-AB37-E2C1-F9F0-78B8035741EC}"/>
              </a:ext>
            </a:extLst>
          </p:cNvPr>
          <p:cNvSpPr>
            <a:spLocks noGrp="1"/>
          </p:cNvSpPr>
          <p:nvPr>
            <p:ph type="body" sz="quarter" idx="21" hasCustomPrompt="1"/>
          </p:nvPr>
        </p:nvSpPr>
        <p:spPr>
          <a:xfrm>
            <a:off x="5596321" y="1704692"/>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10" name="Text Placeholder 13">
            <a:extLst>
              <a:ext uri="{FF2B5EF4-FFF2-40B4-BE49-F238E27FC236}">
                <a16:creationId xmlns:a16="http://schemas.microsoft.com/office/drawing/2014/main" id="{3C2FA38C-A3DB-C9C9-AC1A-02DE1C0B77F0}"/>
              </a:ext>
            </a:extLst>
          </p:cNvPr>
          <p:cNvSpPr>
            <a:spLocks noGrp="1"/>
          </p:cNvSpPr>
          <p:nvPr>
            <p:ph type="body" sz="quarter" idx="23" hasCustomPrompt="1"/>
          </p:nvPr>
        </p:nvSpPr>
        <p:spPr>
          <a:xfrm>
            <a:off x="5596321" y="1956544"/>
            <a:ext cx="6191212" cy="711200"/>
          </a:xfrm>
        </p:spPr>
        <p:txBody>
          <a:bodyPr wrap="square" lIns="91440" rIns="91440" anchor="t">
            <a:noAutofit/>
          </a:bodyPr>
          <a:lstStyle>
            <a:lvl1pPr marL="0" indent="0" algn="l">
              <a:buNone/>
              <a:tabLst/>
              <a:defRPr sz="1400">
                <a:solidFill>
                  <a:schemeClr val="accent3"/>
                </a:solidFill>
              </a:defRPr>
            </a:lvl1pPr>
          </a:lstStyle>
          <a:p>
            <a:pPr lvl="0"/>
            <a:r>
              <a:rPr lang="en-US"/>
              <a:t>Use this section as a description of the following section.</a:t>
            </a:r>
          </a:p>
        </p:txBody>
      </p:sp>
      <p:sp>
        <p:nvSpPr>
          <p:cNvPr id="11" name="Text Placeholder 9">
            <a:extLst>
              <a:ext uri="{FF2B5EF4-FFF2-40B4-BE49-F238E27FC236}">
                <a16:creationId xmlns:a16="http://schemas.microsoft.com/office/drawing/2014/main" id="{94607D5D-AF13-A9FD-D563-C00A67026EB8}"/>
              </a:ext>
            </a:extLst>
          </p:cNvPr>
          <p:cNvSpPr>
            <a:spLocks noGrp="1"/>
          </p:cNvSpPr>
          <p:nvPr>
            <p:ph type="body" sz="quarter" idx="24" hasCustomPrompt="1"/>
          </p:nvPr>
        </p:nvSpPr>
        <p:spPr>
          <a:xfrm>
            <a:off x="5596321" y="2911478"/>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12" name="Text Placeholder 13">
            <a:extLst>
              <a:ext uri="{FF2B5EF4-FFF2-40B4-BE49-F238E27FC236}">
                <a16:creationId xmlns:a16="http://schemas.microsoft.com/office/drawing/2014/main" id="{F9A96372-4077-E96B-45C1-6C6D043BC5D3}"/>
              </a:ext>
            </a:extLst>
          </p:cNvPr>
          <p:cNvSpPr>
            <a:spLocks noGrp="1"/>
          </p:cNvSpPr>
          <p:nvPr>
            <p:ph type="body" sz="quarter" idx="25" hasCustomPrompt="1"/>
          </p:nvPr>
        </p:nvSpPr>
        <p:spPr>
          <a:xfrm>
            <a:off x="5596321" y="3163330"/>
            <a:ext cx="6191212" cy="711200"/>
          </a:xfrm>
        </p:spPr>
        <p:txBody>
          <a:bodyPr wrap="square" lIns="91440" rIns="91440" anchor="t">
            <a:noAutofit/>
          </a:bodyPr>
          <a:lstStyle>
            <a:lvl1pPr marL="0" indent="0" algn="l">
              <a:buNone/>
              <a:tabLst/>
              <a:defRPr sz="1400">
                <a:solidFill>
                  <a:schemeClr val="accent3"/>
                </a:solidFill>
              </a:defRPr>
            </a:lvl1pPr>
          </a:lstStyle>
          <a:p>
            <a:pPr lvl="0"/>
            <a:r>
              <a:rPr lang="en-US"/>
              <a:t>Use this section as a description of the following section.</a:t>
            </a:r>
          </a:p>
        </p:txBody>
      </p:sp>
      <p:sp>
        <p:nvSpPr>
          <p:cNvPr id="13" name="Text Placeholder 9">
            <a:extLst>
              <a:ext uri="{FF2B5EF4-FFF2-40B4-BE49-F238E27FC236}">
                <a16:creationId xmlns:a16="http://schemas.microsoft.com/office/drawing/2014/main" id="{FEF801FF-2B55-DA38-9155-B49BA0243731}"/>
              </a:ext>
            </a:extLst>
          </p:cNvPr>
          <p:cNvSpPr>
            <a:spLocks noGrp="1"/>
          </p:cNvSpPr>
          <p:nvPr>
            <p:ph type="body" sz="quarter" idx="26" hasCustomPrompt="1"/>
          </p:nvPr>
        </p:nvSpPr>
        <p:spPr>
          <a:xfrm>
            <a:off x="5596319" y="4118264"/>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14" name="Text Placeholder 13">
            <a:extLst>
              <a:ext uri="{FF2B5EF4-FFF2-40B4-BE49-F238E27FC236}">
                <a16:creationId xmlns:a16="http://schemas.microsoft.com/office/drawing/2014/main" id="{03BFCAEF-1875-6CFC-C7F1-C199A2321982}"/>
              </a:ext>
            </a:extLst>
          </p:cNvPr>
          <p:cNvSpPr>
            <a:spLocks noGrp="1"/>
          </p:cNvSpPr>
          <p:nvPr>
            <p:ph type="body" sz="quarter" idx="27" hasCustomPrompt="1"/>
          </p:nvPr>
        </p:nvSpPr>
        <p:spPr>
          <a:xfrm>
            <a:off x="5596319" y="4370116"/>
            <a:ext cx="6191212" cy="711200"/>
          </a:xfrm>
        </p:spPr>
        <p:txBody>
          <a:bodyPr wrap="square" lIns="91440" rIns="91440" anchor="t">
            <a:noAutofit/>
          </a:bodyPr>
          <a:lstStyle>
            <a:lvl1pPr marL="0" indent="0" algn="l">
              <a:buNone/>
              <a:tabLst/>
              <a:defRPr sz="1400">
                <a:solidFill>
                  <a:schemeClr val="accent3"/>
                </a:solidFill>
              </a:defRPr>
            </a:lvl1pPr>
          </a:lstStyle>
          <a:p>
            <a:pPr lvl="0"/>
            <a:r>
              <a:rPr lang="en-US"/>
              <a:t>Use this section as a description of the following section.</a:t>
            </a:r>
          </a:p>
        </p:txBody>
      </p:sp>
      <p:sp>
        <p:nvSpPr>
          <p:cNvPr id="18" name="Text Placeholder 26">
            <a:extLst>
              <a:ext uri="{FF2B5EF4-FFF2-40B4-BE49-F238E27FC236}">
                <a16:creationId xmlns:a16="http://schemas.microsoft.com/office/drawing/2014/main" id="{24CB6CDC-7B81-F935-B30C-351DF2874896}"/>
              </a:ext>
            </a:extLst>
          </p:cNvPr>
          <p:cNvSpPr>
            <a:spLocks noGrp="1"/>
          </p:cNvSpPr>
          <p:nvPr>
            <p:ph type="body" sz="quarter" idx="28" hasCustomPrompt="1"/>
          </p:nvPr>
        </p:nvSpPr>
        <p:spPr>
          <a:xfrm rot="16200000">
            <a:off x="5220350" y="1704692"/>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19" name="Text Placeholder 26">
            <a:extLst>
              <a:ext uri="{FF2B5EF4-FFF2-40B4-BE49-F238E27FC236}">
                <a16:creationId xmlns:a16="http://schemas.microsoft.com/office/drawing/2014/main" id="{978DAC7F-4A41-0288-C439-1C13FB7ABBD2}"/>
              </a:ext>
            </a:extLst>
          </p:cNvPr>
          <p:cNvSpPr>
            <a:spLocks noGrp="1"/>
          </p:cNvSpPr>
          <p:nvPr>
            <p:ph type="body" sz="quarter" idx="29" hasCustomPrompt="1"/>
          </p:nvPr>
        </p:nvSpPr>
        <p:spPr>
          <a:xfrm rot="16200000">
            <a:off x="5220349" y="2892710"/>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20" name="Text Placeholder 26">
            <a:extLst>
              <a:ext uri="{FF2B5EF4-FFF2-40B4-BE49-F238E27FC236}">
                <a16:creationId xmlns:a16="http://schemas.microsoft.com/office/drawing/2014/main" id="{39A6FACB-C1D0-5975-2FCA-3A16F4452B69}"/>
              </a:ext>
            </a:extLst>
          </p:cNvPr>
          <p:cNvSpPr>
            <a:spLocks noGrp="1"/>
          </p:cNvSpPr>
          <p:nvPr>
            <p:ph type="body" sz="quarter" idx="30" hasCustomPrompt="1"/>
          </p:nvPr>
        </p:nvSpPr>
        <p:spPr>
          <a:xfrm rot="16200000">
            <a:off x="5215920" y="4118264"/>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Tree>
    <p:extLst>
      <p:ext uri="{BB962C8B-B14F-4D97-AF65-F5344CB8AC3E}">
        <p14:creationId xmlns:p14="http://schemas.microsoft.com/office/powerpoint/2010/main" val="3092625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3)">
    <p:bg>
      <p:bgRef idx="1001">
        <a:schemeClr val="bg1"/>
      </p:bgRef>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E982BD8C-403F-A0F0-48DE-8CF301F72A9F}"/>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24" name="Rectangle 23">
            <a:extLst>
              <a:ext uri="{FF2B5EF4-FFF2-40B4-BE49-F238E27FC236}">
                <a16:creationId xmlns:a16="http://schemas.microsoft.com/office/drawing/2014/main" id="{286C4DE2-E795-B278-92C7-63518FB160D7}"/>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260FF91-28F4-478D-6159-BA1EA76C0708}"/>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4" name="Text Placeholder 9">
            <a:extLst>
              <a:ext uri="{FF2B5EF4-FFF2-40B4-BE49-F238E27FC236}">
                <a16:creationId xmlns:a16="http://schemas.microsoft.com/office/drawing/2014/main" id="{21946655-AB37-E2C1-F9F0-78B8035741EC}"/>
              </a:ext>
            </a:extLst>
          </p:cNvPr>
          <p:cNvSpPr>
            <a:spLocks noGrp="1"/>
          </p:cNvSpPr>
          <p:nvPr>
            <p:ph type="body" sz="quarter" idx="21" hasCustomPrompt="1"/>
          </p:nvPr>
        </p:nvSpPr>
        <p:spPr>
          <a:xfrm>
            <a:off x="766929" y="1704692"/>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10" name="Text Placeholder 13">
            <a:extLst>
              <a:ext uri="{FF2B5EF4-FFF2-40B4-BE49-F238E27FC236}">
                <a16:creationId xmlns:a16="http://schemas.microsoft.com/office/drawing/2014/main" id="{3C2FA38C-A3DB-C9C9-AC1A-02DE1C0B77F0}"/>
              </a:ext>
            </a:extLst>
          </p:cNvPr>
          <p:cNvSpPr>
            <a:spLocks noGrp="1"/>
          </p:cNvSpPr>
          <p:nvPr>
            <p:ph type="body" sz="quarter" idx="23" hasCustomPrompt="1"/>
          </p:nvPr>
        </p:nvSpPr>
        <p:spPr>
          <a:xfrm>
            <a:off x="766929" y="1956544"/>
            <a:ext cx="4892526" cy="711200"/>
          </a:xfrm>
        </p:spPr>
        <p:txBody>
          <a:bodyPr wrap="square" lIns="91440" rIns="91440" anchor="t">
            <a:noAutofit/>
          </a:bodyPr>
          <a:lstStyle>
            <a:lvl1pPr marL="0" indent="0" algn="l">
              <a:buNone/>
              <a:tabLst/>
              <a:defRPr sz="1400">
                <a:solidFill>
                  <a:schemeClr val="accent3"/>
                </a:solidFill>
              </a:defRPr>
            </a:lvl1pPr>
          </a:lstStyle>
          <a:p>
            <a:pPr lvl="0"/>
            <a:r>
              <a:rPr lang="en-US"/>
              <a:t>Use this section as a description of the following section.</a:t>
            </a:r>
          </a:p>
        </p:txBody>
      </p:sp>
      <p:sp>
        <p:nvSpPr>
          <p:cNvPr id="11" name="Text Placeholder 9">
            <a:extLst>
              <a:ext uri="{FF2B5EF4-FFF2-40B4-BE49-F238E27FC236}">
                <a16:creationId xmlns:a16="http://schemas.microsoft.com/office/drawing/2014/main" id="{94607D5D-AF13-A9FD-D563-C00A67026EB8}"/>
              </a:ext>
            </a:extLst>
          </p:cNvPr>
          <p:cNvSpPr>
            <a:spLocks noGrp="1"/>
          </p:cNvSpPr>
          <p:nvPr>
            <p:ph type="body" sz="quarter" idx="24" hasCustomPrompt="1"/>
          </p:nvPr>
        </p:nvSpPr>
        <p:spPr>
          <a:xfrm>
            <a:off x="766929" y="2911478"/>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12" name="Text Placeholder 13">
            <a:extLst>
              <a:ext uri="{FF2B5EF4-FFF2-40B4-BE49-F238E27FC236}">
                <a16:creationId xmlns:a16="http://schemas.microsoft.com/office/drawing/2014/main" id="{F9A96372-4077-E96B-45C1-6C6D043BC5D3}"/>
              </a:ext>
            </a:extLst>
          </p:cNvPr>
          <p:cNvSpPr>
            <a:spLocks noGrp="1"/>
          </p:cNvSpPr>
          <p:nvPr>
            <p:ph type="body" sz="quarter" idx="25" hasCustomPrompt="1"/>
          </p:nvPr>
        </p:nvSpPr>
        <p:spPr>
          <a:xfrm>
            <a:off x="766929" y="3163330"/>
            <a:ext cx="4892526" cy="711200"/>
          </a:xfrm>
        </p:spPr>
        <p:txBody>
          <a:bodyPr wrap="square" lIns="91440" rIns="91440" anchor="t">
            <a:noAutofit/>
          </a:bodyPr>
          <a:lstStyle>
            <a:lvl1pPr marL="0" indent="0" algn="l">
              <a:buNone/>
              <a:tabLst/>
              <a:defRPr sz="1400">
                <a:solidFill>
                  <a:schemeClr val="accent3"/>
                </a:solidFill>
              </a:defRPr>
            </a:lvl1pPr>
          </a:lstStyle>
          <a:p>
            <a:pPr lvl="0"/>
            <a:r>
              <a:rPr lang="en-US"/>
              <a:t>Use this section as a description of the following section.</a:t>
            </a:r>
          </a:p>
        </p:txBody>
      </p:sp>
      <p:sp>
        <p:nvSpPr>
          <p:cNvPr id="13" name="Text Placeholder 9">
            <a:extLst>
              <a:ext uri="{FF2B5EF4-FFF2-40B4-BE49-F238E27FC236}">
                <a16:creationId xmlns:a16="http://schemas.microsoft.com/office/drawing/2014/main" id="{FEF801FF-2B55-DA38-9155-B49BA0243731}"/>
              </a:ext>
            </a:extLst>
          </p:cNvPr>
          <p:cNvSpPr>
            <a:spLocks noGrp="1"/>
          </p:cNvSpPr>
          <p:nvPr>
            <p:ph type="body" sz="quarter" idx="26" hasCustomPrompt="1"/>
          </p:nvPr>
        </p:nvSpPr>
        <p:spPr>
          <a:xfrm>
            <a:off x="766927" y="4118264"/>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14" name="Text Placeholder 13">
            <a:extLst>
              <a:ext uri="{FF2B5EF4-FFF2-40B4-BE49-F238E27FC236}">
                <a16:creationId xmlns:a16="http://schemas.microsoft.com/office/drawing/2014/main" id="{03BFCAEF-1875-6CFC-C7F1-C199A2321982}"/>
              </a:ext>
            </a:extLst>
          </p:cNvPr>
          <p:cNvSpPr>
            <a:spLocks noGrp="1"/>
          </p:cNvSpPr>
          <p:nvPr>
            <p:ph type="body" sz="quarter" idx="27" hasCustomPrompt="1"/>
          </p:nvPr>
        </p:nvSpPr>
        <p:spPr>
          <a:xfrm>
            <a:off x="766927" y="4370116"/>
            <a:ext cx="4892526" cy="711200"/>
          </a:xfrm>
        </p:spPr>
        <p:txBody>
          <a:bodyPr wrap="square" lIns="91440" rIns="91440" anchor="t">
            <a:noAutofit/>
          </a:bodyPr>
          <a:lstStyle>
            <a:lvl1pPr marL="0" indent="0" algn="l">
              <a:buNone/>
              <a:tabLst/>
              <a:defRPr sz="1400">
                <a:solidFill>
                  <a:schemeClr val="accent3"/>
                </a:solidFill>
              </a:defRPr>
            </a:lvl1pPr>
          </a:lstStyle>
          <a:p>
            <a:pPr lvl="0"/>
            <a:r>
              <a:rPr lang="en-US"/>
              <a:t>Use this section as a description of the following section.</a:t>
            </a:r>
          </a:p>
        </p:txBody>
      </p:sp>
      <p:sp>
        <p:nvSpPr>
          <p:cNvPr id="18" name="Text Placeholder 26">
            <a:extLst>
              <a:ext uri="{FF2B5EF4-FFF2-40B4-BE49-F238E27FC236}">
                <a16:creationId xmlns:a16="http://schemas.microsoft.com/office/drawing/2014/main" id="{24CB6CDC-7B81-F935-B30C-351DF2874896}"/>
              </a:ext>
            </a:extLst>
          </p:cNvPr>
          <p:cNvSpPr>
            <a:spLocks noGrp="1"/>
          </p:cNvSpPr>
          <p:nvPr>
            <p:ph type="body" sz="quarter" idx="28" hasCustomPrompt="1"/>
          </p:nvPr>
        </p:nvSpPr>
        <p:spPr>
          <a:xfrm rot="16200000">
            <a:off x="390957" y="1704692"/>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19" name="Text Placeholder 26">
            <a:extLst>
              <a:ext uri="{FF2B5EF4-FFF2-40B4-BE49-F238E27FC236}">
                <a16:creationId xmlns:a16="http://schemas.microsoft.com/office/drawing/2014/main" id="{978DAC7F-4A41-0288-C439-1C13FB7ABBD2}"/>
              </a:ext>
            </a:extLst>
          </p:cNvPr>
          <p:cNvSpPr>
            <a:spLocks noGrp="1"/>
          </p:cNvSpPr>
          <p:nvPr>
            <p:ph type="body" sz="quarter" idx="29" hasCustomPrompt="1"/>
          </p:nvPr>
        </p:nvSpPr>
        <p:spPr>
          <a:xfrm rot="16200000">
            <a:off x="390956" y="2892710"/>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20" name="Text Placeholder 26">
            <a:extLst>
              <a:ext uri="{FF2B5EF4-FFF2-40B4-BE49-F238E27FC236}">
                <a16:creationId xmlns:a16="http://schemas.microsoft.com/office/drawing/2014/main" id="{39A6FACB-C1D0-5975-2FCA-3A16F4452B69}"/>
              </a:ext>
            </a:extLst>
          </p:cNvPr>
          <p:cNvSpPr>
            <a:spLocks noGrp="1"/>
          </p:cNvSpPr>
          <p:nvPr>
            <p:ph type="body" sz="quarter" idx="30" hasCustomPrompt="1"/>
          </p:nvPr>
        </p:nvSpPr>
        <p:spPr>
          <a:xfrm rot="16200000">
            <a:off x="386527" y="4118264"/>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2" name="Text Placeholder 9">
            <a:extLst>
              <a:ext uri="{FF2B5EF4-FFF2-40B4-BE49-F238E27FC236}">
                <a16:creationId xmlns:a16="http://schemas.microsoft.com/office/drawing/2014/main" id="{B1FFE56D-D6F9-8580-59F5-3F877188DFF3}"/>
              </a:ext>
            </a:extLst>
          </p:cNvPr>
          <p:cNvSpPr>
            <a:spLocks noGrp="1"/>
          </p:cNvSpPr>
          <p:nvPr>
            <p:ph type="body" sz="quarter" idx="31" hasCustomPrompt="1"/>
          </p:nvPr>
        </p:nvSpPr>
        <p:spPr>
          <a:xfrm>
            <a:off x="6895006" y="1704692"/>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9" name="Text Placeholder 13">
            <a:extLst>
              <a:ext uri="{FF2B5EF4-FFF2-40B4-BE49-F238E27FC236}">
                <a16:creationId xmlns:a16="http://schemas.microsoft.com/office/drawing/2014/main" id="{EAF7AB79-E8E4-DD50-41B1-5CD981B58DDC}"/>
              </a:ext>
            </a:extLst>
          </p:cNvPr>
          <p:cNvSpPr>
            <a:spLocks noGrp="1"/>
          </p:cNvSpPr>
          <p:nvPr>
            <p:ph type="body" sz="quarter" idx="32" hasCustomPrompt="1"/>
          </p:nvPr>
        </p:nvSpPr>
        <p:spPr>
          <a:xfrm>
            <a:off x="6895006" y="1956544"/>
            <a:ext cx="4892526" cy="711200"/>
          </a:xfrm>
        </p:spPr>
        <p:txBody>
          <a:bodyPr wrap="square" lIns="91440" rIns="91440" anchor="t">
            <a:noAutofit/>
          </a:bodyPr>
          <a:lstStyle>
            <a:lvl1pPr marL="0" indent="0" algn="l">
              <a:buNone/>
              <a:tabLst/>
              <a:defRPr sz="1400">
                <a:solidFill>
                  <a:schemeClr val="accent3"/>
                </a:solidFill>
              </a:defRPr>
            </a:lvl1pPr>
          </a:lstStyle>
          <a:p>
            <a:pPr lvl="0"/>
            <a:r>
              <a:rPr lang="en-US"/>
              <a:t>Use this section as a description of the following section.</a:t>
            </a:r>
          </a:p>
        </p:txBody>
      </p:sp>
      <p:sp>
        <p:nvSpPr>
          <p:cNvPr id="15" name="Text Placeholder 9">
            <a:extLst>
              <a:ext uri="{FF2B5EF4-FFF2-40B4-BE49-F238E27FC236}">
                <a16:creationId xmlns:a16="http://schemas.microsoft.com/office/drawing/2014/main" id="{D8A8CD2C-3C91-93C4-4DE9-9DD53CFDF0C3}"/>
              </a:ext>
            </a:extLst>
          </p:cNvPr>
          <p:cNvSpPr>
            <a:spLocks noGrp="1"/>
          </p:cNvSpPr>
          <p:nvPr>
            <p:ph type="body" sz="quarter" idx="33" hasCustomPrompt="1"/>
          </p:nvPr>
        </p:nvSpPr>
        <p:spPr>
          <a:xfrm>
            <a:off x="6895006" y="2911478"/>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16" name="Text Placeholder 13">
            <a:extLst>
              <a:ext uri="{FF2B5EF4-FFF2-40B4-BE49-F238E27FC236}">
                <a16:creationId xmlns:a16="http://schemas.microsoft.com/office/drawing/2014/main" id="{6925D8CF-2755-FEFB-04AC-3EC8CC3738E9}"/>
              </a:ext>
            </a:extLst>
          </p:cNvPr>
          <p:cNvSpPr>
            <a:spLocks noGrp="1"/>
          </p:cNvSpPr>
          <p:nvPr>
            <p:ph type="body" sz="quarter" idx="34" hasCustomPrompt="1"/>
          </p:nvPr>
        </p:nvSpPr>
        <p:spPr>
          <a:xfrm>
            <a:off x="6895006" y="3163330"/>
            <a:ext cx="4892526" cy="711200"/>
          </a:xfrm>
        </p:spPr>
        <p:txBody>
          <a:bodyPr wrap="square" lIns="91440" rIns="91440" anchor="t">
            <a:noAutofit/>
          </a:bodyPr>
          <a:lstStyle>
            <a:lvl1pPr marL="0" indent="0" algn="l">
              <a:buNone/>
              <a:tabLst/>
              <a:defRPr sz="1400">
                <a:solidFill>
                  <a:schemeClr val="accent3"/>
                </a:solidFill>
              </a:defRPr>
            </a:lvl1pPr>
          </a:lstStyle>
          <a:p>
            <a:pPr lvl="0"/>
            <a:r>
              <a:rPr lang="en-US"/>
              <a:t>Use this section as a description of the following section.</a:t>
            </a:r>
          </a:p>
        </p:txBody>
      </p:sp>
      <p:sp>
        <p:nvSpPr>
          <p:cNvPr id="17" name="Text Placeholder 9">
            <a:extLst>
              <a:ext uri="{FF2B5EF4-FFF2-40B4-BE49-F238E27FC236}">
                <a16:creationId xmlns:a16="http://schemas.microsoft.com/office/drawing/2014/main" id="{D5E713FE-09FD-BA4C-E84A-5D385B2E5F90}"/>
              </a:ext>
            </a:extLst>
          </p:cNvPr>
          <p:cNvSpPr>
            <a:spLocks noGrp="1"/>
          </p:cNvSpPr>
          <p:nvPr>
            <p:ph type="body" sz="quarter" idx="35" hasCustomPrompt="1"/>
          </p:nvPr>
        </p:nvSpPr>
        <p:spPr>
          <a:xfrm>
            <a:off x="6895004" y="4118264"/>
            <a:ext cx="1685077" cy="236540"/>
          </a:xfrm>
          <a:noFill/>
        </p:spPr>
        <p:txBody>
          <a:bodyPr wrap="non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TITLE</a:t>
            </a:r>
          </a:p>
        </p:txBody>
      </p:sp>
      <p:sp>
        <p:nvSpPr>
          <p:cNvPr id="21" name="Text Placeholder 13">
            <a:extLst>
              <a:ext uri="{FF2B5EF4-FFF2-40B4-BE49-F238E27FC236}">
                <a16:creationId xmlns:a16="http://schemas.microsoft.com/office/drawing/2014/main" id="{9B9EDFD9-B67A-7786-FE76-0E9BC16D0677}"/>
              </a:ext>
            </a:extLst>
          </p:cNvPr>
          <p:cNvSpPr>
            <a:spLocks noGrp="1"/>
          </p:cNvSpPr>
          <p:nvPr>
            <p:ph type="body" sz="quarter" idx="36" hasCustomPrompt="1"/>
          </p:nvPr>
        </p:nvSpPr>
        <p:spPr>
          <a:xfrm>
            <a:off x="6895004" y="4370116"/>
            <a:ext cx="4892526" cy="711200"/>
          </a:xfrm>
        </p:spPr>
        <p:txBody>
          <a:bodyPr wrap="square" lIns="91440" rIns="91440" anchor="t">
            <a:noAutofit/>
          </a:bodyPr>
          <a:lstStyle>
            <a:lvl1pPr marL="0" indent="0" algn="l">
              <a:buNone/>
              <a:tabLst/>
              <a:defRPr sz="1400">
                <a:solidFill>
                  <a:schemeClr val="accent3"/>
                </a:solidFill>
              </a:defRPr>
            </a:lvl1pPr>
          </a:lstStyle>
          <a:p>
            <a:pPr lvl="0"/>
            <a:r>
              <a:rPr lang="en-US"/>
              <a:t>Use this section as a description of the following section.</a:t>
            </a:r>
          </a:p>
        </p:txBody>
      </p:sp>
      <p:sp>
        <p:nvSpPr>
          <p:cNvPr id="26" name="Title 1">
            <a:extLst>
              <a:ext uri="{FF2B5EF4-FFF2-40B4-BE49-F238E27FC236}">
                <a16:creationId xmlns:a16="http://schemas.microsoft.com/office/drawing/2014/main" id="{CE41A2AE-2C44-C0D6-08F5-A2C69F165AF6}"/>
              </a:ext>
            </a:extLst>
          </p:cNvPr>
          <p:cNvSpPr>
            <a:spLocks noGrp="1"/>
          </p:cNvSpPr>
          <p:nvPr>
            <p:ph type="ctrTitle" hasCustomPrompt="1"/>
          </p:nvPr>
        </p:nvSpPr>
        <p:spPr>
          <a:xfrm>
            <a:off x="272616" y="979504"/>
            <a:ext cx="1958421" cy="443006"/>
          </a:xfrm>
          <a:prstGeom prst="rect">
            <a:avLst/>
          </a:prstGeom>
        </p:spPr>
        <p:txBody>
          <a:bodyPr wrap="none" lIns="91440" rIns="91440" anchor="t">
            <a:spAutoFit/>
          </a:bodyPr>
          <a:lstStyle>
            <a:lvl1pPr algn="l">
              <a:lnSpc>
                <a:spcPct val="80000"/>
              </a:lnSpc>
              <a:defRPr sz="2800" b="0" i="0">
                <a:solidFill>
                  <a:schemeClr val="accent3"/>
                </a:solidFill>
                <a:latin typeface="Tw Cen MT" panose="020B0602020104020603" pitchFamily="34" charset="77"/>
              </a:defRPr>
            </a:lvl1pPr>
          </a:lstStyle>
          <a:p>
            <a:r>
              <a:rPr lang="en-US"/>
              <a:t>Agenda title</a:t>
            </a:r>
          </a:p>
        </p:txBody>
      </p:sp>
      <p:sp>
        <p:nvSpPr>
          <p:cNvPr id="27" name="Text Placeholder 26">
            <a:extLst>
              <a:ext uri="{FF2B5EF4-FFF2-40B4-BE49-F238E27FC236}">
                <a16:creationId xmlns:a16="http://schemas.microsoft.com/office/drawing/2014/main" id="{4E496599-9843-6271-28FE-BF639F6AACCF}"/>
              </a:ext>
            </a:extLst>
          </p:cNvPr>
          <p:cNvSpPr>
            <a:spLocks noGrp="1"/>
          </p:cNvSpPr>
          <p:nvPr>
            <p:ph type="body" sz="quarter" idx="37" hasCustomPrompt="1"/>
          </p:nvPr>
        </p:nvSpPr>
        <p:spPr>
          <a:xfrm rot="16200000">
            <a:off x="6527871" y="1702345"/>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28" name="Text Placeholder 26">
            <a:extLst>
              <a:ext uri="{FF2B5EF4-FFF2-40B4-BE49-F238E27FC236}">
                <a16:creationId xmlns:a16="http://schemas.microsoft.com/office/drawing/2014/main" id="{736DA8B8-FC57-C602-304D-6F67F9F885C2}"/>
              </a:ext>
            </a:extLst>
          </p:cNvPr>
          <p:cNvSpPr>
            <a:spLocks noGrp="1"/>
          </p:cNvSpPr>
          <p:nvPr>
            <p:ph type="body" sz="quarter" idx="38" hasCustomPrompt="1"/>
          </p:nvPr>
        </p:nvSpPr>
        <p:spPr>
          <a:xfrm rot="16200000">
            <a:off x="6527870" y="2890363"/>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
        <p:nvSpPr>
          <p:cNvPr id="29" name="Text Placeholder 26">
            <a:extLst>
              <a:ext uri="{FF2B5EF4-FFF2-40B4-BE49-F238E27FC236}">
                <a16:creationId xmlns:a16="http://schemas.microsoft.com/office/drawing/2014/main" id="{E4D8353F-7CF4-3065-8D50-AE5B336AAF00}"/>
              </a:ext>
            </a:extLst>
          </p:cNvPr>
          <p:cNvSpPr>
            <a:spLocks noGrp="1"/>
          </p:cNvSpPr>
          <p:nvPr>
            <p:ph type="body" sz="quarter" idx="39" hasCustomPrompt="1"/>
          </p:nvPr>
        </p:nvSpPr>
        <p:spPr>
          <a:xfrm rot="16200000">
            <a:off x="6523441" y="4115917"/>
            <a:ext cx="223749" cy="223749"/>
          </a:xfrm>
          <a:blipFill>
            <a:blip r:embed="rId4">
              <a:extLst>
                <a:ext uri="{96DAC541-7B7A-43D3-8B79-37D633B846F1}">
                  <asvg:svgBlip xmlns:asvg="http://schemas.microsoft.com/office/drawing/2016/SVG/main" r:embed="rId5"/>
                </a:ext>
              </a:extLst>
            </a:blip>
            <a:stretch>
              <a:fillRect/>
            </a:stretch>
          </a:blipFill>
        </p:spPr>
        <p:txBody>
          <a:bodyPr>
            <a:normAutofit/>
          </a:bodyPr>
          <a:lstStyle>
            <a:lvl2pPr>
              <a:buFont typeface="Arial" panose="020B0604020202020204" pitchFamily="34" charset="0"/>
              <a:buNone/>
              <a:defRPr sz="400">
                <a:solidFill>
                  <a:schemeClr val="accent3"/>
                </a:solidFill>
              </a:defRPr>
            </a:lvl2pPr>
          </a:lstStyle>
          <a:p>
            <a:pPr lvl="1"/>
            <a:br>
              <a:rPr lang="en-US"/>
            </a:br>
            <a:endParaRPr lang="en-US"/>
          </a:p>
        </p:txBody>
      </p:sp>
    </p:spTree>
    <p:extLst>
      <p:ext uri="{BB962C8B-B14F-4D97-AF65-F5344CB8AC3E}">
        <p14:creationId xmlns:p14="http://schemas.microsoft.com/office/powerpoint/2010/main" val="29425052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s (1)">
    <p:bg>
      <p:bgPr>
        <a:solidFill>
          <a:srgbClr val="EDECE8"/>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E1120DD-C0EC-2918-1442-996140E73D4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17237" y="432724"/>
            <a:ext cx="171415" cy="225380"/>
          </a:xfrm>
          <a:prstGeom prst="rect">
            <a:avLst/>
          </a:prstGeom>
        </p:spPr>
      </p:pic>
      <p:sp>
        <p:nvSpPr>
          <p:cNvPr id="12" name="Text Placeholder 9">
            <a:extLst>
              <a:ext uri="{FF2B5EF4-FFF2-40B4-BE49-F238E27FC236}">
                <a16:creationId xmlns:a16="http://schemas.microsoft.com/office/drawing/2014/main" id="{D826C059-4603-1011-32D3-96661B5047C7}"/>
              </a:ext>
            </a:extLst>
          </p:cNvPr>
          <p:cNvSpPr>
            <a:spLocks noGrp="1"/>
          </p:cNvSpPr>
          <p:nvPr>
            <p:ph type="body" sz="quarter" idx="13" hasCustomPrompt="1"/>
          </p:nvPr>
        </p:nvSpPr>
        <p:spPr>
          <a:xfrm>
            <a:off x="684906" y="431114"/>
            <a:ext cx="2793072" cy="244682"/>
          </a:xfrm>
          <a:solidFill>
            <a:schemeClr val="tx1">
              <a:alpha val="11751"/>
            </a:schemeClr>
          </a:solidFill>
        </p:spPr>
        <p:txBody>
          <a:bodyPr wrap="none" lIns="91440" rIns="45720" anchor="ctr">
            <a:spAutoFit/>
          </a:bodyPr>
          <a:lstStyle>
            <a:lvl1pPr>
              <a:buNone/>
              <a:defRPr sz="1100" spc="300">
                <a:solidFill>
                  <a:schemeClr val="tx1"/>
                </a:solidFill>
                <a:latin typeface="Consolas" panose="020B0609020204030204" pitchFamily="49" charset="0"/>
                <a:cs typeface="Consolas" panose="020B0609020204030204" pitchFamily="49" charset="0"/>
              </a:defRPr>
            </a:lvl1pPr>
          </a:lstStyle>
          <a:p>
            <a:pPr lvl="0"/>
            <a:r>
              <a:rPr lang="en-US"/>
              <a:t>INTRODUCTIONS/YOUR TEAM</a:t>
            </a:r>
          </a:p>
        </p:txBody>
      </p:sp>
      <p:sp>
        <p:nvSpPr>
          <p:cNvPr id="182" name="Picture Placeholder 4">
            <a:extLst>
              <a:ext uri="{FF2B5EF4-FFF2-40B4-BE49-F238E27FC236}">
                <a16:creationId xmlns:a16="http://schemas.microsoft.com/office/drawing/2014/main" id="{A5ED00FC-341C-2CB3-2FF7-4DE40EAB5FBD}"/>
              </a:ext>
            </a:extLst>
          </p:cNvPr>
          <p:cNvSpPr>
            <a:spLocks noGrp="1"/>
          </p:cNvSpPr>
          <p:nvPr>
            <p:ph type="pic" sz="quarter" idx="12"/>
          </p:nvPr>
        </p:nvSpPr>
        <p:spPr>
          <a:xfrm>
            <a:off x="1687198" y="2249012"/>
            <a:ext cx="1855413" cy="1851972"/>
          </a:xfrm>
          <a:solidFill>
            <a:schemeClr val="accent3"/>
          </a:solidFill>
        </p:spPr>
        <p:txBody>
          <a:bodyPr/>
          <a:lstStyle/>
          <a:p>
            <a:r>
              <a:rPr lang="en-US"/>
              <a:t>Click icon to add picture</a:t>
            </a:r>
          </a:p>
        </p:txBody>
      </p:sp>
      <p:sp>
        <p:nvSpPr>
          <p:cNvPr id="186" name="Picture Placeholder 4">
            <a:extLst>
              <a:ext uri="{FF2B5EF4-FFF2-40B4-BE49-F238E27FC236}">
                <a16:creationId xmlns:a16="http://schemas.microsoft.com/office/drawing/2014/main" id="{6F78EC3A-3008-F142-A22C-2A1AE3A48FDB}"/>
              </a:ext>
            </a:extLst>
          </p:cNvPr>
          <p:cNvSpPr>
            <a:spLocks noGrp="1"/>
          </p:cNvSpPr>
          <p:nvPr>
            <p:ph type="pic" sz="quarter" idx="20"/>
          </p:nvPr>
        </p:nvSpPr>
        <p:spPr>
          <a:xfrm>
            <a:off x="5168294" y="2249012"/>
            <a:ext cx="1855413" cy="1851972"/>
          </a:xfrm>
          <a:solidFill>
            <a:schemeClr val="accent3"/>
          </a:solidFill>
        </p:spPr>
        <p:txBody>
          <a:bodyPr/>
          <a:lstStyle/>
          <a:p>
            <a:r>
              <a:rPr lang="en-US"/>
              <a:t>Click icon to add picture</a:t>
            </a:r>
          </a:p>
        </p:txBody>
      </p:sp>
      <p:sp>
        <p:nvSpPr>
          <p:cNvPr id="190" name="Picture Placeholder 4">
            <a:extLst>
              <a:ext uri="{FF2B5EF4-FFF2-40B4-BE49-F238E27FC236}">
                <a16:creationId xmlns:a16="http://schemas.microsoft.com/office/drawing/2014/main" id="{E1F66DBF-B756-22B3-63C6-3DC741155754}"/>
              </a:ext>
            </a:extLst>
          </p:cNvPr>
          <p:cNvSpPr>
            <a:spLocks noGrp="1"/>
          </p:cNvSpPr>
          <p:nvPr>
            <p:ph type="pic" sz="quarter" idx="23"/>
          </p:nvPr>
        </p:nvSpPr>
        <p:spPr>
          <a:xfrm>
            <a:off x="8649390" y="2249012"/>
            <a:ext cx="1855413" cy="1851972"/>
          </a:xfrm>
          <a:solidFill>
            <a:schemeClr val="accent3"/>
          </a:solidFill>
        </p:spPr>
        <p:txBody>
          <a:bodyPr/>
          <a:lstStyle/>
          <a:p>
            <a:r>
              <a:rPr lang="en-US"/>
              <a:t>Click icon to add picture</a:t>
            </a:r>
          </a:p>
        </p:txBody>
      </p:sp>
      <p:sp>
        <p:nvSpPr>
          <p:cNvPr id="3" name="Text Placeholder 15">
            <a:extLst>
              <a:ext uri="{FF2B5EF4-FFF2-40B4-BE49-F238E27FC236}">
                <a16:creationId xmlns:a16="http://schemas.microsoft.com/office/drawing/2014/main" id="{F1A83D05-2903-EBA4-E292-9C70272BBC05}"/>
              </a:ext>
            </a:extLst>
          </p:cNvPr>
          <p:cNvSpPr>
            <a:spLocks noGrp="1"/>
          </p:cNvSpPr>
          <p:nvPr>
            <p:ph type="body" sz="quarter" idx="16" hasCustomPrompt="1"/>
          </p:nvPr>
        </p:nvSpPr>
        <p:spPr>
          <a:xfrm>
            <a:off x="1729084" y="4185463"/>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4" name="Text Placeholder 9">
            <a:extLst>
              <a:ext uri="{FF2B5EF4-FFF2-40B4-BE49-F238E27FC236}">
                <a16:creationId xmlns:a16="http://schemas.microsoft.com/office/drawing/2014/main" id="{9F52769C-934F-2C93-E1EC-8128D9A5A2AC}"/>
              </a:ext>
            </a:extLst>
          </p:cNvPr>
          <p:cNvSpPr>
            <a:spLocks noGrp="1"/>
          </p:cNvSpPr>
          <p:nvPr>
            <p:ph type="body" sz="quarter" idx="17" hasCustomPrompt="1"/>
          </p:nvPr>
        </p:nvSpPr>
        <p:spPr>
          <a:xfrm>
            <a:off x="1804425" y="4419102"/>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5" name="Text Placeholder 15">
            <a:extLst>
              <a:ext uri="{FF2B5EF4-FFF2-40B4-BE49-F238E27FC236}">
                <a16:creationId xmlns:a16="http://schemas.microsoft.com/office/drawing/2014/main" id="{50F9DB37-892C-CBF9-AA0E-8763DEE3F619}"/>
              </a:ext>
            </a:extLst>
          </p:cNvPr>
          <p:cNvSpPr>
            <a:spLocks noGrp="1"/>
          </p:cNvSpPr>
          <p:nvPr>
            <p:ph type="body" sz="quarter" idx="24" hasCustomPrompt="1"/>
          </p:nvPr>
        </p:nvSpPr>
        <p:spPr>
          <a:xfrm>
            <a:off x="5210180" y="4185463"/>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6" name="Text Placeholder 9">
            <a:extLst>
              <a:ext uri="{FF2B5EF4-FFF2-40B4-BE49-F238E27FC236}">
                <a16:creationId xmlns:a16="http://schemas.microsoft.com/office/drawing/2014/main" id="{4E36C3CE-DB7E-A5E6-CDE8-2F04E4A8550C}"/>
              </a:ext>
            </a:extLst>
          </p:cNvPr>
          <p:cNvSpPr>
            <a:spLocks noGrp="1"/>
          </p:cNvSpPr>
          <p:nvPr>
            <p:ph type="body" sz="quarter" idx="25" hasCustomPrompt="1"/>
          </p:nvPr>
        </p:nvSpPr>
        <p:spPr>
          <a:xfrm>
            <a:off x="5285521" y="4420567"/>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7" name="Text Placeholder 15">
            <a:extLst>
              <a:ext uri="{FF2B5EF4-FFF2-40B4-BE49-F238E27FC236}">
                <a16:creationId xmlns:a16="http://schemas.microsoft.com/office/drawing/2014/main" id="{8FFD3376-AB98-5B6B-7B92-3398053F5CBB}"/>
              </a:ext>
            </a:extLst>
          </p:cNvPr>
          <p:cNvSpPr>
            <a:spLocks noGrp="1"/>
          </p:cNvSpPr>
          <p:nvPr>
            <p:ph type="body" sz="quarter" idx="26" hasCustomPrompt="1"/>
          </p:nvPr>
        </p:nvSpPr>
        <p:spPr>
          <a:xfrm>
            <a:off x="8691276" y="4185463"/>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8" name="Text Placeholder 9">
            <a:extLst>
              <a:ext uri="{FF2B5EF4-FFF2-40B4-BE49-F238E27FC236}">
                <a16:creationId xmlns:a16="http://schemas.microsoft.com/office/drawing/2014/main" id="{ADE91E41-05AA-3C20-D3BA-C3DD08F30D43}"/>
              </a:ext>
            </a:extLst>
          </p:cNvPr>
          <p:cNvSpPr>
            <a:spLocks noGrp="1"/>
          </p:cNvSpPr>
          <p:nvPr>
            <p:ph type="body" sz="quarter" idx="27" hasCustomPrompt="1"/>
          </p:nvPr>
        </p:nvSpPr>
        <p:spPr>
          <a:xfrm>
            <a:off x="8766617" y="4419102"/>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Tree>
    <p:extLst>
      <p:ext uri="{BB962C8B-B14F-4D97-AF65-F5344CB8AC3E}">
        <p14:creationId xmlns:p14="http://schemas.microsoft.com/office/powerpoint/2010/main" val="249942659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troductions (2)">
    <p:bg>
      <p:bgPr>
        <a:solidFill>
          <a:srgbClr val="EDECE8"/>
        </a:solidFill>
        <a:effectLst/>
      </p:bgPr>
    </p:bg>
    <p:spTree>
      <p:nvGrpSpPr>
        <p:cNvPr id="1" name=""/>
        <p:cNvGrpSpPr/>
        <p:nvPr/>
      </p:nvGrpSpPr>
      <p:grpSpPr>
        <a:xfrm>
          <a:off x="0" y="0"/>
          <a:ext cx="0" cy="0"/>
          <a:chOff x="0" y="0"/>
          <a:chExt cx="0" cy="0"/>
        </a:xfrm>
      </p:grpSpPr>
      <p:sp>
        <p:nvSpPr>
          <p:cNvPr id="150" name="Picture Placeholder 4">
            <a:extLst>
              <a:ext uri="{FF2B5EF4-FFF2-40B4-BE49-F238E27FC236}">
                <a16:creationId xmlns:a16="http://schemas.microsoft.com/office/drawing/2014/main" id="{4F6B4184-EF4D-BE31-315C-EAAE5E55CD09}"/>
              </a:ext>
            </a:extLst>
          </p:cNvPr>
          <p:cNvSpPr>
            <a:spLocks noGrp="1"/>
          </p:cNvSpPr>
          <p:nvPr>
            <p:ph type="pic" sz="quarter" idx="11"/>
          </p:nvPr>
        </p:nvSpPr>
        <p:spPr>
          <a:xfrm>
            <a:off x="1166171" y="2235856"/>
            <a:ext cx="1531188" cy="1528348"/>
          </a:xfrm>
          <a:solidFill>
            <a:schemeClr val="accent3"/>
          </a:solidFill>
        </p:spPr>
        <p:txBody>
          <a:bodyPr/>
          <a:lstStyle>
            <a:lvl1pPr>
              <a:buNone/>
              <a:defRPr/>
            </a:lvl1pPr>
          </a:lstStyle>
          <a:p>
            <a:r>
              <a:rPr lang="en-US"/>
              <a:t>Click icon to add picture</a:t>
            </a:r>
          </a:p>
        </p:txBody>
      </p:sp>
      <p:sp>
        <p:nvSpPr>
          <p:cNvPr id="151" name="Text Placeholder 15">
            <a:extLst>
              <a:ext uri="{FF2B5EF4-FFF2-40B4-BE49-F238E27FC236}">
                <a16:creationId xmlns:a16="http://schemas.microsoft.com/office/drawing/2014/main" id="{D45A5B5F-99B4-6FD9-30B4-F0464A6E42BB}"/>
              </a:ext>
            </a:extLst>
          </p:cNvPr>
          <p:cNvSpPr>
            <a:spLocks noGrp="1"/>
          </p:cNvSpPr>
          <p:nvPr>
            <p:ph type="body" sz="quarter" idx="16" hasCustomPrompt="1"/>
          </p:nvPr>
        </p:nvSpPr>
        <p:spPr>
          <a:xfrm>
            <a:off x="1049459" y="3857970"/>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152" name="Text Placeholder 9">
            <a:extLst>
              <a:ext uri="{FF2B5EF4-FFF2-40B4-BE49-F238E27FC236}">
                <a16:creationId xmlns:a16="http://schemas.microsoft.com/office/drawing/2014/main" id="{D76E6F65-0AFD-BEEB-3BFB-71D621011E09}"/>
              </a:ext>
            </a:extLst>
          </p:cNvPr>
          <p:cNvSpPr>
            <a:spLocks noGrp="1"/>
          </p:cNvSpPr>
          <p:nvPr>
            <p:ph type="body" sz="quarter" idx="17" hasCustomPrompt="1"/>
          </p:nvPr>
        </p:nvSpPr>
        <p:spPr>
          <a:xfrm>
            <a:off x="1124800" y="4092342"/>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170" name="Picture Placeholder 4">
            <a:extLst>
              <a:ext uri="{FF2B5EF4-FFF2-40B4-BE49-F238E27FC236}">
                <a16:creationId xmlns:a16="http://schemas.microsoft.com/office/drawing/2014/main" id="{28CF056B-E9C5-D99C-6642-28669C0F9706}"/>
              </a:ext>
            </a:extLst>
          </p:cNvPr>
          <p:cNvSpPr>
            <a:spLocks noGrp="1"/>
          </p:cNvSpPr>
          <p:nvPr>
            <p:ph type="pic" sz="quarter" idx="18"/>
          </p:nvPr>
        </p:nvSpPr>
        <p:spPr>
          <a:xfrm>
            <a:off x="3939986" y="2235856"/>
            <a:ext cx="1531188" cy="1528348"/>
          </a:xfrm>
          <a:solidFill>
            <a:schemeClr val="accent3"/>
          </a:solidFill>
        </p:spPr>
        <p:txBody>
          <a:bodyPr/>
          <a:lstStyle>
            <a:lvl1pPr>
              <a:buNone/>
              <a:defRPr/>
            </a:lvl1pPr>
          </a:lstStyle>
          <a:p>
            <a:r>
              <a:rPr lang="en-US"/>
              <a:t>Click icon to add picture</a:t>
            </a:r>
          </a:p>
        </p:txBody>
      </p:sp>
      <p:sp>
        <p:nvSpPr>
          <p:cNvPr id="171" name="Text Placeholder 15">
            <a:extLst>
              <a:ext uri="{FF2B5EF4-FFF2-40B4-BE49-F238E27FC236}">
                <a16:creationId xmlns:a16="http://schemas.microsoft.com/office/drawing/2014/main" id="{D9314AA2-3BAC-3E0F-9FBC-63FBC27FD466}"/>
              </a:ext>
            </a:extLst>
          </p:cNvPr>
          <p:cNvSpPr>
            <a:spLocks noGrp="1"/>
          </p:cNvSpPr>
          <p:nvPr>
            <p:ph type="body" sz="quarter" idx="19" hasCustomPrompt="1"/>
          </p:nvPr>
        </p:nvSpPr>
        <p:spPr>
          <a:xfrm>
            <a:off x="3823274" y="3857970"/>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172" name="Text Placeholder 9">
            <a:extLst>
              <a:ext uri="{FF2B5EF4-FFF2-40B4-BE49-F238E27FC236}">
                <a16:creationId xmlns:a16="http://schemas.microsoft.com/office/drawing/2014/main" id="{97A3E12A-07F1-C678-927C-50492FC1FC40}"/>
              </a:ext>
            </a:extLst>
          </p:cNvPr>
          <p:cNvSpPr>
            <a:spLocks noGrp="1"/>
          </p:cNvSpPr>
          <p:nvPr>
            <p:ph type="body" sz="quarter" idx="20" hasCustomPrompt="1"/>
          </p:nvPr>
        </p:nvSpPr>
        <p:spPr>
          <a:xfrm>
            <a:off x="3898615" y="4092342"/>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a:t>
            </a:r>
            <a:r>
              <a:rPr lang="en-US" err="1"/>
              <a:t>cOMPANY</a:t>
            </a:r>
            <a:endParaRPr lang="en-US"/>
          </a:p>
        </p:txBody>
      </p:sp>
      <p:sp>
        <p:nvSpPr>
          <p:cNvPr id="174" name="Picture Placeholder 4">
            <a:extLst>
              <a:ext uri="{FF2B5EF4-FFF2-40B4-BE49-F238E27FC236}">
                <a16:creationId xmlns:a16="http://schemas.microsoft.com/office/drawing/2014/main" id="{459A4057-421E-0F55-7DF9-7BBC33DAEE3F}"/>
              </a:ext>
            </a:extLst>
          </p:cNvPr>
          <p:cNvSpPr>
            <a:spLocks noGrp="1"/>
          </p:cNvSpPr>
          <p:nvPr>
            <p:ph type="pic" sz="quarter" idx="21"/>
          </p:nvPr>
        </p:nvSpPr>
        <p:spPr>
          <a:xfrm>
            <a:off x="6713801" y="2235856"/>
            <a:ext cx="1531188" cy="1528348"/>
          </a:xfrm>
          <a:solidFill>
            <a:schemeClr val="accent3"/>
          </a:solidFill>
        </p:spPr>
        <p:txBody>
          <a:bodyPr/>
          <a:lstStyle>
            <a:lvl1pPr>
              <a:buNone/>
              <a:defRPr/>
            </a:lvl1pPr>
          </a:lstStyle>
          <a:p>
            <a:r>
              <a:rPr lang="en-US"/>
              <a:t>Click icon to add picture</a:t>
            </a:r>
          </a:p>
        </p:txBody>
      </p:sp>
      <p:sp>
        <p:nvSpPr>
          <p:cNvPr id="175" name="Text Placeholder 15">
            <a:extLst>
              <a:ext uri="{FF2B5EF4-FFF2-40B4-BE49-F238E27FC236}">
                <a16:creationId xmlns:a16="http://schemas.microsoft.com/office/drawing/2014/main" id="{85E600A7-69F5-3440-87C6-C3CFB616284E}"/>
              </a:ext>
            </a:extLst>
          </p:cNvPr>
          <p:cNvSpPr>
            <a:spLocks noGrp="1"/>
          </p:cNvSpPr>
          <p:nvPr>
            <p:ph type="body" sz="quarter" idx="22" hasCustomPrompt="1"/>
          </p:nvPr>
        </p:nvSpPr>
        <p:spPr>
          <a:xfrm>
            <a:off x="6597089" y="3857970"/>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176" name="Text Placeholder 9">
            <a:extLst>
              <a:ext uri="{FF2B5EF4-FFF2-40B4-BE49-F238E27FC236}">
                <a16:creationId xmlns:a16="http://schemas.microsoft.com/office/drawing/2014/main" id="{CD166F3E-4939-3C4C-B168-45B9A8EFA11A}"/>
              </a:ext>
            </a:extLst>
          </p:cNvPr>
          <p:cNvSpPr>
            <a:spLocks noGrp="1"/>
          </p:cNvSpPr>
          <p:nvPr>
            <p:ph type="body" sz="quarter" idx="23" hasCustomPrompt="1"/>
          </p:nvPr>
        </p:nvSpPr>
        <p:spPr>
          <a:xfrm>
            <a:off x="6672430" y="4092342"/>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178" name="Picture Placeholder 4">
            <a:extLst>
              <a:ext uri="{FF2B5EF4-FFF2-40B4-BE49-F238E27FC236}">
                <a16:creationId xmlns:a16="http://schemas.microsoft.com/office/drawing/2014/main" id="{5FB4FDCB-DF59-E35C-322E-39CA25580057}"/>
              </a:ext>
            </a:extLst>
          </p:cNvPr>
          <p:cNvSpPr>
            <a:spLocks noGrp="1"/>
          </p:cNvSpPr>
          <p:nvPr>
            <p:ph type="pic" sz="quarter" idx="24"/>
          </p:nvPr>
        </p:nvSpPr>
        <p:spPr>
          <a:xfrm>
            <a:off x="9487615" y="2235856"/>
            <a:ext cx="1531188" cy="1528348"/>
          </a:xfrm>
          <a:solidFill>
            <a:schemeClr val="accent3"/>
          </a:solidFill>
        </p:spPr>
        <p:txBody>
          <a:bodyPr/>
          <a:lstStyle>
            <a:lvl1pPr>
              <a:buNone/>
              <a:defRPr/>
            </a:lvl1pPr>
          </a:lstStyle>
          <a:p>
            <a:r>
              <a:rPr lang="en-US"/>
              <a:t>Click icon to add picture</a:t>
            </a:r>
          </a:p>
        </p:txBody>
      </p:sp>
      <p:sp>
        <p:nvSpPr>
          <p:cNvPr id="179" name="Text Placeholder 15">
            <a:extLst>
              <a:ext uri="{FF2B5EF4-FFF2-40B4-BE49-F238E27FC236}">
                <a16:creationId xmlns:a16="http://schemas.microsoft.com/office/drawing/2014/main" id="{0ED1F6F6-B0BB-E15A-26BB-B1C073C3DF8E}"/>
              </a:ext>
            </a:extLst>
          </p:cNvPr>
          <p:cNvSpPr>
            <a:spLocks noGrp="1"/>
          </p:cNvSpPr>
          <p:nvPr>
            <p:ph type="body" sz="quarter" idx="25" hasCustomPrompt="1"/>
          </p:nvPr>
        </p:nvSpPr>
        <p:spPr>
          <a:xfrm>
            <a:off x="9370903" y="3857970"/>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180" name="Text Placeholder 9">
            <a:extLst>
              <a:ext uri="{FF2B5EF4-FFF2-40B4-BE49-F238E27FC236}">
                <a16:creationId xmlns:a16="http://schemas.microsoft.com/office/drawing/2014/main" id="{DC57F97A-583C-A6DA-938B-2A0450E727EE}"/>
              </a:ext>
            </a:extLst>
          </p:cNvPr>
          <p:cNvSpPr>
            <a:spLocks noGrp="1"/>
          </p:cNvSpPr>
          <p:nvPr>
            <p:ph type="body" sz="quarter" idx="26" hasCustomPrompt="1"/>
          </p:nvPr>
        </p:nvSpPr>
        <p:spPr>
          <a:xfrm>
            <a:off x="9446244" y="4092342"/>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pic>
        <p:nvPicPr>
          <p:cNvPr id="4" name="Picture 10">
            <a:extLst>
              <a:ext uri="{FF2B5EF4-FFF2-40B4-BE49-F238E27FC236}">
                <a16:creationId xmlns:a16="http://schemas.microsoft.com/office/drawing/2014/main" id="{0E0C4B44-A87D-BDC1-E9FD-CC71DF02F20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17237" y="432724"/>
            <a:ext cx="171415" cy="225380"/>
          </a:xfrm>
          <a:prstGeom prst="rect">
            <a:avLst/>
          </a:prstGeom>
        </p:spPr>
      </p:pic>
      <p:sp>
        <p:nvSpPr>
          <p:cNvPr id="3" name="Text Placeholder 9">
            <a:extLst>
              <a:ext uri="{FF2B5EF4-FFF2-40B4-BE49-F238E27FC236}">
                <a16:creationId xmlns:a16="http://schemas.microsoft.com/office/drawing/2014/main" id="{38A91953-E024-3E38-F899-91D7B2FEA167}"/>
              </a:ext>
            </a:extLst>
          </p:cNvPr>
          <p:cNvSpPr>
            <a:spLocks noGrp="1"/>
          </p:cNvSpPr>
          <p:nvPr>
            <p:ph type="body" sz="quarter" idx="13" hasCustomPrompt="1"/>
          </p:nvPr>
        </p:nvSpPr>
        <p:spPr>
          <a:xfrm>
            <a:off x="684906" y="431114"/>
            <a:ext cx="2793072" cy="244682"/>
          </a:xfrm>
          <a:solidFill>
            <a:schemeClr val="tx1">
              <a:alpha val="11751"/>
            </a:schemeClr>
          </a:solidFill>
        </p:spPr>
        <p:txBody>
          <a:bodyPr wrap="none" lIns="91440" rIns="45720" anchor="ctr">
            <a:spAutoFit/>
          </a:bodyPr>
          <a:lstStyle>
            <a:lvl1pPr>
              <a:buNone/>
              <a:defRPr sz="1100" spc="300">
                <a:solidFill>
                  <a:schemeClr val="tx1"/>
                </a:solidFill>
                <a:latin typeface="Consolas" panose="020B0609020204030204" pitchFamily="49" charset="0"/>
                <a:cs typeface="Consolas" panose="020B0609020204030204" pitchFamily="49" charset="0"/>
              </a:defRPr>
            </a:lvl1pPr>
          </a:lstStyle>
          <a:p>
            <a:pPr lvl="0"/>
            <a:r>
              <a:rPr lang="en-US"/>
              <a:t>INTRODUCTIONS/YOUR TEAM</a:t>
            </a:r>
          </a:p>
        </p:txBody>
      </p:sp>
    </p:spTree>
    <p:extLst>
      <p:ext uri="{BB962C8B-B14F-4D97-AF65-F5344CB8AC3E}">
        <p14:creationId xmlns:p14="http://schemas.microsoft.com/office/powerpoint/2010/main" val="195598512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troductions (3)">
    <p:bg>
      <p:bgPr>
        <a:solidFill>
          <a:srgbClr val="EDECE8"/>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55D7C9F-B540-E193-FE92-F333D451A54C}"/>
              </a:ext>
            </a:extLst>
          </p:cNvPr>
          <p:cNvSpPr>
            <a:spLocks noGrp="1"/>
          </p:cNvSpPr>
          <p:nvPr>
            <p:ph type="pic" sz="quarter" idx="10"/>
          </p:nvPr>
        </p:nvSpPr>
        <p:spPr>
          <a:xfrm>
            <a:off x="1293705" y="1519382"/>
            <a:ext cx="1048380" cy="1046436"/>
          </a:xfrm>
          <a:solidFill>
            <a:schemeClr val="accent3"/>
          </a:solidFill>
        </p:spPr>
        <p:txBody>
          <a:bodyPr/>
          <a:lstStyle/>
          <a:p>
            <a:r>
              <a:rPr lang="en-US"/>
              <a:t>Click icon to add picture</a:t>
            </a:r>
          </a:p>
        </p:txBody>
      </p:sp>
      <p:sp>
        <p:nvSpPr>
          <p:cNvPr id="16" name="Text Placeholder 15">
            <a:extLst>
              <a:ext uri="{FF2B5EF4-FFF2-40B4-BE49-F238E27FC236}">
                <a16:creationId xmlns:a16="http://schemas.microsoft.com/office/drawing/2014/main" id="{E7E5980E-7EC8-390A-4749-A767E691808B}"/>
              </a:ext>
            </a:extLst>
          </p:cNvPr>
          <p:cNvSpPr>
            <a:spLocks noGrp="1"/>
          </p:cNvSpPr>
          <p:nvPr>
            <p:ph type="body" sz="quarter" idx="14" hasCustomPrompt="1"/>
          </p:nvPr>
        </p:nvSpPr>
        <p:spPr>
          <a:xfrm>
            <a:off x="929068" y="2623424"/>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18" name="Text Placeholder 9">
            <a:extLst>
              <a:ext uri="{FF2B5EF4-FFF2-40B4-BE49-F238E27FC236}">
                <a16:creationId xmlns:a16="http://schemas.microsoft.com/office/drawing/2014/main" id="{D00ABDF4-8ED6-9957-9FAA-DDBE0F7E9BA2}"/>
              </a:ext>
            </a:extLst>
          </p:cNvPr>
          <p:cNvSpPr>
            <a:spLocks noGrp="1"/>
          </p:cNvSpPr>
          <p:nvPr>
            <p:ph type="body" sz="quarter" idx="15" hasCustomPrompt="1"/>
          </p:nvPr>
        </p:nvSpPr>
        <p:spPr>
          <a:xfrm>
            <a:off x="1004409" y="2839021"/>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31" name="Picture Placeholder 4">
            <a:extLst>
              <a:ext uri="{FF2B5EF4-FFF2-40B4-BE49-F238E27FC236}">
                <a16:creationId xmlns:a16="http://schemas.microsoft.com/office/drawing/2014/main" id="{D5FF33F6-861A-9D8F-FDFD-071A2796A316}"/>
              </a:ext>
            </a:extLst>
          </p:cNvPr>
          <p:cNvSpPr>
            <a:spLocks noGrp="1"/>
          </p:cNvSpPr>
          <p:nvPr>
            <p:ph type="pic" sz="quarter" idx="25"/>
          </p:nvPr>
        </p:nvSpPr>
        <p:spPr>
          <a:xfrm>
            <a:off x="1293705" y="3940270"/>
            <a:ext cx="1048380" cy="1046436"/>
          </a:xfrm>
          <a:solidFill>
            <a:schemeClr val="accent3"/>
          </a:solidFill>
        </p:spPr>
        <p:txBody>
          <a:bodyPr/>
          <a:lstStyle>
            <a:lvl1pPr>
              <a:defRPr>
                <a:solidFill>
                  <a:schemeClr val="tx1"/>
                </a:solidFill>
              </a:defRPr>
            </a:lvl1pPr>
          </a:lstStyle>
          <a:p>
            <a:r>
              <a:rPr lang="en-US"/>
              <a:t>Click icon to add picture</a:t>
            </a:r>
          </a:p>
        </p:txBody>
      </p:sp>
      <p:sp>
        <p:nvSpPr>
          <p:cNvPr id="94" name="Picture Placeholder 4">
            <a:extLst>
              <a:ext uri="{FF2B5EF4-FFF2-40B4-BE49-F238E27FC236}">
                <a16:creationId xmlns:a16="http://schemas.microsoft.com/office/drawing/2014/main" id="{AB19A049-B6A0-E845-A60E-F3BA2AC2F998}"/>
              </a:ext>
            </a:extLst>
          </p:cNvPr>
          <p:cNvSpPr>
            <a:spLocks noGrp="1"/>
          </p:cNvSpPr>
          <p:nvPr>
            <p:ph type="pic" sz="quarter" idx="28"/>
          </p:nvPr>
        </p:nvSpPr>
        <p:spPr>
          <a:xfrm>
            <a:off x="4108916" y="1519382"/>
            <a:ext cx="1048380" cy="1046436"/>
          </a:xfrm>
          <a:solidFill>
            <a:schemeClr val="accent3"/>
          </a:solidFill>
        </p:spPr>
        <p:txBody>
          <a:bodyPr/>
          <a:lstStyle/>
          <a:p>
            <a:r>
              <a:rPr lang="en-US"/>
              <a:t>Click icon to add picture</a:t>
            </a:r>
          </a:p>
        </p:txBody>
      </p:sp>
      <p:sp>
        <p:nvSpPr>
          <p:cNvPr id="95" name="Text Placeholder 15">
            <a:extLst>
              <a:ext uri="{FF2B5EF4-FFF2-40B4-BE49-F238E27FC236}">
                <a16:creationId xmlns:a16="http://schemas.microsoft.com/office/drawing/2014/main" id="{971A9B8A-7283-7651-8E56-B152DAD574F1}"/>
              </a:ext>
            </a:extLst>
          </p:cNvPr>
          <p:cNvSpPr>
            <a:spLocks noGrp="1"/>
          </p:cNvSpPr>
          <p:nvPr>
            <p:ph type="body" sz="quarter" idx="29" hasCustomPrompt="1"/>
          </p:nvPr>
        </p:nvSpPr>
        <p:spPr>
          <a:xfrm>
            <a:off x="3752010" y="2623424"/>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98" name="Picture Placeholder 4">
            <a:extLst>
              <a:ext uri="{FF2B5EF4-FFF2-40B4-BE49-F238E27FC236}">
                <a16:creationId xmlns:a16="http://schemas.microsoft.com/office/drawing/2014/main" id="{EDA849F3-BB75-20FA-127E-B56429F042BD}"/>
              </a:ext>
            </a:extLst>
          </p:cNvPr>
          <p:cNvSpPr>
            <a:spLocks noGrp="1"/>
          </p:cNvSpPr>
          <p:nvPr>
            <p:ph type="pic" sz="quarter" idx="31"/>
          </p:nvPr>
        </p:nvSpPr>
        <p:spPr>
          <a:xfrm>
            <a:off x="4108916" y="3940270"/>
            <a:ext cx="1048380" cy="1046436"/>
          </a:xfrm>
          <a:solidFill>
            <a:schemeClr val="accent3"/>
          </a:solidFill>
        </p:spPr>
        <p:txBody>
          <a:bodyPr/>
          <a:lstStyle>
            <a:lvl1pPr>
              <a:defRPr>
                <a:solidFill>
                  <a:schemeClr val="tx1"/>
                </a:solidFill>
              </a:defRPr>
            </a:lvl1pPr>
          </a:lstStyle>
          <a:p>
            <a:r>
              <a:rPr lang="en-US"/>
              <a:t>Click icon to add picture</a:t>
            </a:r>
          </a:p>
        </p:txBody>
      </p:sp>
      <p:sp>
        <p:nvSpPr>
          <p:cNvPr id="134" name="Picture Placeholder 4">
            <a:extLst>
              <a:ext uri="{FF2B5EF4-FFF2-40B4-BE49-F238E27FC236}">
                <a16:creationId xmlns:a16="http://schemas.microsoft.com/office/drawing/2014/main" id="{71E4A12D-C558-6241-E557-019F5EF33F65}"/>
              </a:ext>
            </a:extLst>
          </p:cNvPr>
          <p:cNvSpPr>
            <a:spLocks noGrp="1"/>
          </p:cNvSpPr>
          <p:nvPr>
            <p:ph type="pic" sz="quarter" idx="34"/>
          </p:nvPr>
        </p:nvSpPr>
        <p:spPr>
          <a:xfrm>
            <a:off x="7027195" y="1519382"/>
            <a:ext cx="1048380" cy="1046436"/>
          </a:xfrm>
          <a:solidFill>
            <a:schemeClr val="accent3"/>
          </a:solidFill>
        </p:spPr>
        <p:txBody>
          <a:bodyPr/>
          <a:lstStyle/>
          <a:p>
            <a:r>
              <a:rPr lang="en-US"/>
              <a:t>Click icon to add picture</a:t>
            </a:r>
          </a:p>
        </p:txBody>
      </p:sp>
      <p:sp>
        <p:nvSpPr>
          <p:cNvPr id="135" name="Text Placeholder 15">
            <a:extLst>
              <a:ext uri="{FF2B5EF4-FFF2-40B4-BE49-F238E27FC236}">
                <a16:creationId xmlns:a16="http://schemas.microsoft.com/office/drawing/2014/main" id="{E7F31767-1F3E-7408-CE72-1064CE39EF9D}"/>
              </a:ext>
            </a:extLst>
          </p:cNvPr>
          <p:cNvSpPr>
            <a:spLocks noGrp="1"/>
          </p:cNvSpPr>
          <p:nvPr>
            <p:ph type="body" sz="quarter" idx="35" hasCustomPrompt="1"/>
          </p:nvPr>
        </p:nvSpPr>
        <p:spPr>
          <a:xfrm>
            <a:off x="6656696" y="2623424"/>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138" name="Picture Placeholder 4">
            <a:extLst>
              <a:ext uri="{FF2B5EF4-FFF2-40B4-BE49-F238E27FC236}">
                <a16:creationId xmlns:a16="http://schemas.microsoft.com/office/drawing/2014/main" id="{0BAFD44E-FB33-A94E-2F3D-396357AC2D0B}"/>
              </a:ext>
            </a:extLst>
          </p:cNvPr>
          <p:cNvSpPr>
            <a:spLocks noGrp="1"/>
          </p:cNvSpPr>
          <p:nvPr>
            <p:ph type="pic" sz="quarter" idx="37"/>
          </p:nvPr>
        </p:nvSpPr>
        <p:spPr>
          <a:xfrm>
            <a:off x="7027195" y="3940270"/>
            <a:ext cx="1048380" cy="1046436"/>
          </a:xfrm>
          <a:solidFill>
            <a:schemeClr val="accent3"/>
          </a:solidFill>
        </p:spPr>
        <p:txBody>
          <a:bodyPr/>
          <a:lstStyle>
            <a:lvl1pPr>
              <a:defRPr>
                <a:solidFill>
                  <a:schemeClr val="tx1"/>
                </a:solidFill>
              </a:defRPr>
            </a:lvl1pPr>
          </a:lstStyle>
          <a:p>
            <a:r>
              <a:rPr lang="en-US"/>
              <a:t>Click icon to add picture</a:t>
            </a:r>
          </a:p>
        </p:txBody>
      </p:sp>
      <p:sp>
        <p:nvSpPr>
          <p:cNvPr id="142" name="Picture Placeholder 4">
            <a:extLst>
              <a:ext uri="{FF2B5EF4-FFF2-40B4-BE49-F238E27FC236}">
                <a16:creationId xmlns:a16="http://schemas.microsoft.com/office/drawing/2014/main" id="{1A20F3C5-8A85-5FAD-2328-93D9BC3AE100}"/>
              </a:ext>
            </a:extLst>
          </p:cNvPr>
          <p:cNvSpPr>
            <a:spLocks noGrp="1"/>
          </p:cNvSpPr>
          <p:nvPr>
            <p:ph type="pic" sz="quarter" idx="40"/>
          </p:nvPr>
        </p:nvSpPr>
        <p:spPr>
          <a:xfrm>
            <a:off x="9842406" y="1519382"/>
            <a:ext cx="1048380" cy="1046436"/>
          </a:xfrm>
          <a:solidFill>
            <a:schemeClr val="accent3"/>
          </a:solidFill>
        </p:spPr>
        <p:txBody>
          <a:bodyPr/>
          <a:lstStyle/>
          <a:p>
            <a:r>
              <a:rPr lang="en-US"/>
              <a:t>Click icon to add picture</a:t>
            </a:r>
          </a:p>
        </p:txBody>
      </p:sp>
      <p:sp>
        <p:nvSpPr>
          <p:cNvPr id="143" name="Text Placeholder 15">
            <a:extLst>
              <a:ext uri="{FF2B5EF4-FFF2-40B4-BE49-F238E27FC236}">
                <a16:creationId xmlns:a16="http://schemas.microsoft.com/office/drawing/2014/main" id="{43158850-7C5E-2971-DA1E-F40C9164ECD2}"/>
              </a:ext>
            </a:extLst>
          </p:cNvPr>
          <p:cNvSpPr>
            <a:spLocks noGrp="1"/>
          </p:cNvSpPr>
          <p:nvPr>
            <p:ph type="body" sz="quarter" idx="41" hasCustomPrompt="1"/>
          </p:nvPr>
        </p:nvSpPr>
        <p:spPr>
          <a:xfrm>
            <a:off x="9491293" y="2623424"/>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146" name="Picture Placeholder 4">
            <a:extLst>
              <a:ext uri="{FF2B5EF4-FFF2-40B4-BE49-F238E27FC236}">
                <a16:creationId xmlns:a16="http://schemas.microsoft.com/office/drawing/2014/main" id="{EBF08D35-D87A-A3C2-A090-D1CCDA37D2D1}"/>
              </a:ext>
            </a:extLst>
          </p:cNvPr>
          <p:cNvSpPr>
            <a:spLocks noGrp="1"/>
          </p:cNvSpPr>
          <p:nvPr>
            <p:ph type="pic" sz="quarter" idx="43"/>
          </p:nvPr>
        </p:nvSpPr>
        <p:spPr>
          <a:xfrm>
            <a:off x="9842406" y="3940270"/>
            <a:ext cx="1048380" cy="1046436"/>
          </a:xfrm>
          <a:solidFill>
            <a:schemeClr val="accent3"/>
          </a:solidFill>
        </p:spPr>
        <p:txBody>
          <a:bodyPr/>
          <a:lstStyle>
            <a:lvl1pPr>
              <a:defRPr>
                <a:solidFill>
                  <a:schemeClr val="tx1"/>
                </a:solidFill>
              </a:defRPr>
            </a:lvl1pPr>
          </a:lstStyle>
          <a:p>
            <a:r>
              <a:rPr lang="en-US"/>
              <a:t>Click icon to add picture</a:t>
            </a:r>
          </a:p>
        </p:txBody>
      </p:sp>
      <p:sp>
        <p:nvSpPr>
          <p:cNvPr id="2" name="Text Placeholder 9">
            <a:extLst>
              <a:ext uri="{FF2B5EF4-FFF2-40B4-BE49-F238E27FC236}">
                <a16:creationId xmlns:a16="http://schemas.microsoft.com/office/drawing/2014/main" id="{C637EB63-551B-2926-4CFD-837754F89088}"/>
              </a:ext>
            </a:extLst>
          </p:cNvPr>
          <p:cNvSpPr>
            <a:spLocks noGrp="1"/>
          </p:cNvSpPr>
          <p:nvPr>
            <p:ph type="body" sz="quarter" idx="45" hasCustomPrompt="1"/>
          </p:nvPr>
        </p:nvSpPr>
        <p:spPr>
          <a:xfrm>
            <a:off x="3827350" y="2839021"/>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3" name="Text Placeholder 9">
            <a:extLst>
              <a:ext uri="{FF2B5EF4-FFF2-40B4-BE49-F238E27FC236}">
                <a16:creationId xmlns:a16="http://schemas.microsoft.com/office/drawing/2014/main" id="{7924E065-6A20-EAF8-9468-9108558B651E}"/>
              </a:ext>
            </a:extLst>
          </p:cNvPr>
          <p:cNvSpPr>
            <a:spLocks noGrp="1"/>
          </p:cNvSpPr>
          <p:nvPr>
            <p:ph type="body" sz="quarter" idx="46" hasCustomPrompt="1"/>
          </p:nvPr>
        </p:nvSpPr>
        <p:spPr>
          <a:xfrm>
            <a:off x="6732037" y="2839021"/>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4" name="Text Placeholder 9">
            <a:extLst>
              <a:ext uri="{FF2B5EF4-FFF2-40B4-BE49-F238E27FC236}">
                <a16:creationId xmlns:a16="http://schemas.microsoft.com/office/drawing/2014/main" id="{00D00762-6E30-04E9-5E36-76B119BC194D}"/>
              </a:ext>
            </a:extLst>
          </p:cNvPr>
          <p:cNvSpPr>
            <a:spLocks noGrp="1"/>
          </p:cNvSpPr>
          <p:nvPr>
            <p:ph type="body" sz="quarter" idx="47" hasCustomPrompt="1"/>
          </p:nvPr>
        </p:nvSpPr>
        <p:spPr>
          <a:xfrm>
            <a:off x="9566634" y="2839021"/>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26" name="Text Placeholder 15">
            <a:extLst>
              <a:ext uri="{FF2B5EF4-FFF2-40B4-BE49-F238E27FC236}">
                <a16:creationId xmlns:a16="http://schemas.microsoft.com/office/drawing/2014/main" id="{3FCA949D-8342-B57D-3006-5FE3A9499989}"/>
              </a:ext>
            </a:extLst>
          </p:cNvPr>
          <p:cNvSpPr>
            <a:spLocks noGrp="1"/>
          </p:cNvSpPr>
          <p:nvPr>
            <p:ph type="body" sz="quarter" idx="48" hasCustomPrompt="1"/>
          </p:nvPr>
        </p:nvSpPr>
        <p:spPr>
          <a:xfrm>
            <a:off x="929068" y="5032870"/>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27" name="Text Placeholder 9">
            <a:extLst>
              <a:ext uri="{FF2B5EF4-FFF2-40B4-BE49-F238E27FC236}">
                <a16:creationId xmlns:a16="http://schemas.microsoft.com/office/drawing/2014/main" id="{651B1435-63E3-402F-B723-2629B2B51646}"/>
              </a:ext>
            </a:extLst>
          </p:cNvPr>
          <p:cNvSpPr>
            <a:spLocks noGrp="1"/>
          </p:cNvSpPr>
          <p:nvPr>
            <p:ph type="body" sz="quarter" idx="49" hasCustomPrompt="1"/>
          </p:nvPr>
        </p:nvSpPr>
        <p:spPr>
          <a:xfrm>
            <a:off x="1004409" y="5248467"/>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28" name="Text Placeholder 15">
            <a:extLst>
              <a:ext uri="{FF2B5EF4-FFF2-40B4-BE49-F238E27FC236}">
                <a16:creationId xmlns:a16="http://schemas.microsoft.com/office/drawing/2014/main" id="{8FF38E96-F759-57E6-9A7B-62FA7B34D7A6}"/>
              </a:ext>
            </a:extLst>
          </p:cNvPr>
          <p:cNvSpPr>
            <a:spLocks noGrp="1"/>
          </p:cNvSpPr>
          <p:nvPr>
            <p:ph type="body" sz="quarter" idx="50" hasCustomPrompt="1"/>
          </p:nvPr>
        </p:nvSpPr>
        <p:spPr>
          <a:xfrm>
            <a:off x="3752010" y="5032870"/>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29" name="Text Placeholder 15">
            <a:extLst>
              <a:ext uri="{FF2B5EF4-FFF2-40B4-BE49-F238E27FC236}">
                <a16:creationId xmlns:a16="http://schemas.microsoft.com/office/drawing/2014/main" id="{51F3A2F0-B35B-91E5-BB7C-02C681693154}"/>
              </a:ext>
            </a:extLst>
          </p:cNvPr>
          <p:cNvSpPr>
            <a:spLocks noGrp="1"/>
          </p:cNvSpPr>
          <p:nvPr>
            <p:ph type="body" sz="quarter" idx="51" hasCustomPrompt="1"/>
          </p:nvPr>
        </p:nvSpPr>
        <p:spPr>
          <a:xfrm>
            <a:off x="6656696" y="5032870"/>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30" name="Text Placeholder 15">
            <a:extLst>
              <a:ext uri="{FF2B5EF4-FFF2-40B4-BE49-F238E27FC236}">
                <a16:creationId xmlns:a16="http://schemas.microsoft.com/office/drawing/2014/main" id="{C899E750-6AAA-1E07-8775-06D137A487BE}"/>
              </a:ext>
            </a:extLst>
          </p:cNvPr>
          <p:cNvSpPr>
            <a:spLocks noGrp="1"/>
          </p:cNvSpPr>
          <p:nvPr>
            <p:ph type="body" sz="quarter" idx="52" hasCustomPrompt="1"/>
          </p:nvPr>
        </p:nvSpPr>
        <p:spPr>
          <a:xfrm>
            <a:off x="9491293" y="5032870"/>
            <a:ext cx="1771639" cy="313932"/>
          </a:xfrm>
        </p:spPr>
        <p:txBody>
          <a:bodyPr wrap="none" lIns="91440" rIns="91440">
            <a:spAutoFit/>
          </a:bodyPr>
          <a:lstStyle>
            <a:lvl1pPr algn="ctr">
              <a:buNone/>
              <a:defRPr sz="1600">
                <a:solidFill>
                  <a:schemeClr val="tx1"/>
                </a:solidFill>
              </a:defRPr>
            </a:lvl1pPr>
          </a:lstStyle>
          <a:p>
            <a:pPr lvl="0"/>
            <a:r>
              <a:rPr lang="en-US" err="1"/>
              <a:t>Firstname</a:t>
            </a:r>
            <a:r>
              <a:rPr lang="en-US"/>
              <a:t> Lastname</a:t>
            </a:r>
          </a:p>
        </p:txBody>
      </p:sp>
      <p:sp>
        <p:nvSpPr>
          <p:cNvPr id="33" name="Text Placeholder 9">
            <a:extLst>
              <a:ext uri="{FF2B5EF4-FFF2-40B4-BE49-F238E27FC236}">
                <a16:creationId xmlns:a16="http://schemas.microsoft.com/office/drawing/2014/main" id="{5AF7887D-2875-894B-9BA8-E71727099B39}"/>
              </a:ext>
            </a:extLst>
          </p:cNvPr>
          <p:cNvSpPr>
            <a:spLocks noGrp="1"/>
          </p:cNvSpPr>
          <p:nvPr>
            <p:ph type="body" sz="quarter" idx="53" hasCustomPrompt="1"/>
          </p:nvPr>
        </p:nvSpPr>
        <p:spPr>
          <a:xfrm>
            <a:off x="3827350" y="5248467"/>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34" name="Text Placeholder 9">
            <a:extLst>
              <a:ext uri="{FF2B5EF4-FFF2-40B4-BE49-F238E27FC236}">
                <a16:creationId xmlns:a16="http://schemas.microsoft.com/office/drawing/2014/main" id="{BDDCDF32-9AEF-627C-FA76-37C93FB6C78C}"/>
              </a:ext>
            </a:extLst>
          </p:cNvPr>
          <p:cNvSpPr>
            <a:spLocks noGrp="1"/>
          </p:cNvSpPr>
          <p:nvPr>
            <p:ph type="body" sz="quarter" idx="54" hasCustomPrompt="1"/>
          </p:nvPr>
        </p:nvSpPr>
        <p:spPr>
          <a:xfrm>
            <a:off x="6732037" y="5248467"/>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35" name="Text Placeholder 9">
            <a:extLst>
              <a:ext uri="{FF2B5EF4-FFF2-40B4-BE49-F238E27FC236}">
                <a16:creationId xmlns:a16="http://schemas.microsoft.com/office/drawing/2014/main" id="{12CFC50D-82E2-6730-ECEF-C91AB6EEF345}"/>
              </a:ext>
            </a:extLst>
          </p:cNvPr>
          <p:cNvSpPr>
            <a:spLocks noGrp="1"/>
          </p:cNvSpPr>
          <p:nvPr>
            <p:ph type="body" sz="quarter" idx="55" hasCustomPrompt="1"/>
          </p:nvPr>
        </p:nvSpPr>
        <p:spPr>
          <a:xfrm>
            <a:off x="9566634" y="5248467"/>
            <a:ext cx="1620957" cy="230832"/>
          </a:xfrm>
          <a:noFill/>
        </p:spPr>
        <p:txBody>
          <a:bodyPr wrap="none" lIns="91440" rIns="91440" anchor="t">
            <a:spAutoFit/>
          </a:bodyPr>
          <a:lstStyle>
            <a:lvl1pPr marL="11113" indent="-11113" algn="ctr">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pic>
        <p:nvPicPr>
          <p:cNvPr id="7" name="Picture 10">
            <a:extLst>
              <a:ext uri="{FF2B5EF4-FFF2-40B4-BE49-F238E27FC236}">
                <a16:creationId xmlns:a16="http://schemas.microsoft.com/office/drawing/2014/main" id="{4611AA56-135A-225B-CF8D-D49208A5B31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17237" y="432724"/>
            <a:ext cx="171415" cy="225380"/>
          </a:xfrm>
          <a:prstGeom prst="rect">
            <a:avLst/>
          </a:prstGeom>
        </p:spPr>
      </p:pic>
      <p:sp>
        <p:nvSpPr>
          <p:cNvPr id="8" name="Text Placeholder 9">
            <a:extLst>
              <a:ext uri="{FF2B5EF4-FFF2-40B4-BE49-F238E27FC236}">
                <a16:creationId xmlns:a16="http://schemas.microsoft.com/office/drawing/2014/main" id="{82DCB73B-C6B4-965D-95D5-5A841467F6A6}"/>
              </a:ext>
            </a:extLst>
          </p:cNvPr>
          <p:cNvSpPr>
            <a:spLocks noGrp="1"/>
          </p:cNvSpPr>
          <p:nvPr>
            <p:ph type="body" sz="quarter" idx="13" hasCustomPrompt="1"/>
          </p:nvPr>
        </p:nvSpPr>
        <p:spPr>
          <a:xfrm>
            <a:off x="684906" y="431114"/>
            <a:ext cx="2793072" cy="244682"/>
          </a:xfrm>
          <a:solidFill>
            <a:schemeClr val="tx1">
              <a:alpha val="11751"/>
            </a:schemeClr>
          </a:solidFill>
        </p:spPr>
        <p:txBody>
          <a:bodyPr wrap="none" lIns="91440" rIns="45720" anchor="ctr">
            <a:spAutoFit/>
          </a:bodyPr>
          <a:lstStyle>
            <a:lvl1pPr>
              <a:buNone/>
              <a:defRPr sz="1100" spc="300">
                <a:solidFill>
                  <a:schemeClr val="tx1"/>
                </a:solidFill>
                <a:latin typeface="Consolas" panose="020B0609020204030204" pitchFamily="49" charset="0"/>
                <a:cs typeface="Consolas" panose="020B0609020204030204" pitchFamily="49" charset="0"/>
              </a:defRPr>
            </a:lvl1pPr>
          </a:lstStyle>
          <a:p>
            <a:pPr lvl="0"/>
            <a:r>
              <a:rPr lang="en-US"/>
              <a:t>INTRODUCTIONS/YOUR TEAM</a:t>
            </a:r>
          </a:p>
        </p:txBody>
      </p:sp>
    </p:spTree>
    <p:extLst>
      <p:ext uri="{BB962C8B-B14F-4D97-AF65-F5344CB8AC3E}">
        <p14:creationId xmlns:p14="http://schemas.microsoft.com/office/powerpoint/2010/main" val="100004194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ivider slide 01">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D127A3A-9D61-B608-B4C8-E32FDA66DAB0}"/>
              </a:ext>
            </a:extLst>
          </p:cNvPr>
          <p:cNvSpPr/>
          <p:nvPr userDrawn="1"/>
        </p:nvSpPr>
        <p:spPr>
          <a:xfrm>
            <a:off x="132522" y="6321287"/>
            <a:ext cx="2623930" cy="5367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F1BDA992-44E5-D909-E861-7D5F77378D8D}"/>
              </a:ext>
            </a:extLst>
          </p:cNvPr>
          <p:cNvGrpSpPr/>
          <p:nvPr userDrawn="1"/>
        </p:nvGrpSpPr>
        <p:grpSpPr>
          <a:xfrm>
            <a:off x="8992375" y="0"/>
            <a:ext cx="3199625" cy="2843218"/>
            <a:chOff x="7602625" y="-7"/>
            <a:chExt cx="4589374" cy="3590967"/>
          </a:xfrm>
        </p:grpSpPr>
        <p:pic>
          <p:nvPicPr>
            <p:cNvPr id="5" name="Picture 4">
              <a:extLst>
                <a:ext uri="{FF2B5EF4-FFF2-40B4-BE49-F238E27FC236}">
                  <a16:creationId xmlns:a16="http://schemas.microsoft.com/office/drawing/2014/main" id="{2C55A511-9AA4-B8F5-1986-BAA254B5DF40}"/>
                </a:ext>
              </a:extLst>
            </p:cNvPr>
            <p:cNvPicPr>
              <a:picLocks noChangeAspect="1"/>
            </p:cNvPicPr>
            <p:nvPr userDrawn="1"/>
          </p:nvPicPr>
          <p:blipFill>
            <a:blip r:embed="rId2"/>
            <a:srcRect l="36493" t="15633" r="13471" b="34644"/>
            <a:stretch>
              <a:fillRect/>
            </a:stretch>
          </p:blipFill>
          <p:spPr>
            <a:xfrm rot="10800000">
              <a:off x="7656162" y="0"/>
              <a:ext cx="4535837" cy="3590960"/>
            </a:xfrm>
            <a:prstGeom prst="rect">
              <a:avLst/>
            </a:prstGeom>
          </p:spPr>
        </p:pic>
        <p:sp>
          <p:nvSpPr>
            <p:cNvPr id="8" name="Rectangle 7">
              <a:extLst>
                <a:ext uri="{FF2B5EF4-FFF2-40B4-BE49-F238E27FC236}">
                  <a16:creationId xmlns:a16="http://schemas.microsoft.com/office/drawing/2014/main" id="{AD23A503-9639-1D24-839F-FB09FFC6C719}"/>
                </a:ext>
              </a:extLst>
            </p:cNvPr>
            <p:cNvSpPr/>
            <p:nvPr userDrawn="1"/>
          </p:nvSpPr>
          <p:spPr>
            <a:xfrm>
              <a:off x="7629394" y="-3"/>
              <a:ext cx="4535836" cy="3590959"/>
            </a:xfrm>
            <a:prstGeom prst="rect">
              <a:avLst/>
            </a:prstGeom>
            <a:gradFill>
              <a:gsLst>
                <a:gs pos="56000">
                  <a:schemeClr val="bg1">
                    <a:alpha val="0"/>
                  </a:schemeClr>
                </a:gs>
                <a:gs pos="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EADC5C8-776A-A83F-BA48-8692462233BF}"/>
                </a:ext>
              </a:extLst>
            </p:cNvPr>
            <p:cNvSpPr/>
            <p:nvPr userDrawn="1"/>
          </p:nvSpPr>
          <p:spPr>
            <a:xfrm>
              <a:off x="7602625" y="-7"/>
              <a:ext cx="4589374" cy="3590963"/>
            </a:xfrm>
            <a:prstGeom prst="rect">
              <a:avLst/>
            </a:prstGeom>
            <a:gradFill>
              <a:gsLst>
                <a:gs pos="41000">
                  <a:schemeClr val="bg1">
                    <a:alpha val="0"/>
                  </a:schemeClr>
                </a:gs>
                <a:gs pos="100000">
                  <a:schemeClr val="bg1"/>
                </a:gs>
              </a:gsLst>
              <a:lin ang="8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a:extLst>
              <a:ext uri="{FF2B5EF4-FFF2-40B4-BE49-F238E27FC236}">
                <a16:creationId xmlns:a16="http://schemas.microsoft.com/office/drawing/2014/main" id="{EFAFBBCA-526D-92F9-7FBD-0C3ACDEA900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477098" y="432724"/>
            <a:ext cx="1340252" cy="890726"/>
          </a:xfrm>
          <a:prstGeom prst="rect">
            <a:avLst/>
          </a:prstGeom>
        </p:spPr>
      </p:pic>
      <p:pic>
        <p:nvPicPr>
          <p:cNvPr id="26" name="Picture 25">
            <a:extLst>
              <a:ext uri="{FF2B5EF4-FFF2-40B4-BE49-F238E27FC236}">
                <a16:creationId xmlns:a16="http://schemas.microsoft.com/office/drawing/2014/main" id="{851D79C0-710B-0285-573B-A8E4E89F81DA}"/>
              </a:ext>
            </a:extLst>
          </p:cNvPr>
          <p:cNvPicPr>
            <a:picLocks noChangeAspect="1"/>
          </p:cNvPicPr>
          <p:nvPr userDrawn="1"/>
        </p:nvPicPr>
        <p:blipFill>
          <a:blip r:embed="rId5"/>
          <a:srcRect/>
          <a:stretch/>
        </p:blipFill>
        <p:spPr>
          <a:xfrm>
            <a:off x="10859344" y="6460948"/>
            <a:ext cx="958006" cy="152266"/>
          </a:xfrm>
          <a:prstGeom prst="rect">
            <a:avLst/>
          </a:prstGeom>
        </p:spPr>
      </p:pic>
      <p:sp>
        <p:nvSpPr>
          <p:cNvPr id="12" name="Title 1">
            <a:extLst>
              <a:ext uri="{FF2B5EF4-FFF2-40B4-BE49-F238E27FC236}">
                <a16:creationId xmlns:a16="http://schemas.microsoft.com/office/drawing/2014/main" id="{265BC97F-2DE8-B160-D800-F79E468A6D9D}"/>
              </a:ext>
            </a:extLst>
          </p:cNvPr>
          <p:cNvSpPr>
            <a:spLocks noGrp="1"/>
          </p:cNvSpPr>
          <p:nvPr>
            <p:ph type="ctrTitle" hasCustomPrompt="1"/>
          </p:nvPr>
        </p:nvSpPr>
        <p:spPr>
          <a:xfrm>
            <a:off x="272615" y="4771111"/>
            <a:ext cx="7757693" cy="1880515"/>
          </a:xfrm>
          <a:prstGeom prst="rect">
            <a:avLst/>
          </a:prstGeom>
        </p:spPr>
        <p:txBody>
          <a:bodyPr wrap="square" lIns="91440" rIns="91440" anchor="b">
            <a:spAutoFit/>
          </a:bodyPr>
          <a:lstStyle>
            <a:lvl1pPr algn="l">
              <a:lnSpc>
                <a:spcPct val="80000"/>
              </a:lnSpc>
              <a:defRPr sz="7200" b="0" i="0">
                <a:solidFill>
                  <a:schemeClr val="accent3"/>
                </a:solidFill>
                <a:latin typeface="Tw Cen MT" panose="020B0602020104020603" pitchFamily="34" charset="77"/>
              </a:defRPr>
            </a:lvl1pPr>
          </a:lstStyle>
          <a:p>
            <a:r>
              <a:rPr lang="en-US"/>
              <a:t>This is a </a:t>
            </a:r>
            <a:br>
              <a:rPr lang="en-US"/>
            </a:br>
            <a:r>
              <a:rPr lang="en-US"/>
              <a:t>divider slide.</a:t>
            </a:r>
          </a:p>
        </p:txBody>
      </p:sp>
      <p:sp>
        <p:nvSpPr>
          <p:cNvPr id="4" name="Text Placeholder 9">
            <a:extLst>
              <a:ext uri="{FF2B5EF4-FFF2-40B4-BE49-F238E27FC236}">
                <a16:creationId xmlns:a16="http://schemas.microsoft.com/office/drawing/2014/main" id="{5FAEAF61-300F-B02E-5320-14EFAF961568}"/>
              </a:ext>
            </a:extLst>
          </p:cNvPr>
          <p:cNvSpPr>
            <a:spLocks noGrp="1"/>
          </p:cNvSpPr>
          <p:nvPr>
            <p:ph type="body" sz="quarter" idx="13" hasCustomPrompt="1"/>
          </p:nvPr>
        </p:nvSpPr>
        <p:spPr>
          <a:xfrm>
            <a:off x="9180235" y="4889646"/>
            <a:ext cx="2730104" cy="244682"/>
          </a:xfrm>
          <a:noFill/>
        </p:spPr>
        <p:txBody>
          <a:bodyPr wrap="square" lIns="91440" rIns="91440" anchor="ctr">
            <a:spAutoFit/>
          </a:bodyPr>
          <a:lstStyle>
            <a:lvl1pPr algn="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SECTION DESCRIPTOR</a:t>
            </a:r>
          </a:p>
        </p:txBody>
      </p:sp>
      <p:sp>
        <p:nvSpPr>
          <p:cNvPr id="6" name="Text Placeholder 13">
            <a:extLst>
              <a:ext uri="{FF2B5EF4-FFF2-40B4-BE49-F238E27FC236}">
                <a16:creationId xmlns:a16="http://schemas.microsoft.com/office/drawing/2014/main" id="{6684FB2C-68DA-0A8A-32DC-9F03ACD92899}"/>
              </a:ext>
            </a:extLst>
          </p:cNvPr>
          <p:cNvSpPr>
            <a:spLocks noGrp="1"/>
          </p:cNvSpPr>
          <p:nvPr>
            <p:ph type="body" sz="quarter" idx="14" hasCustomPrompt="1"/>
          </p:nvPr>
        </p:nvSpPr>
        <p:spPr>
          <a:xfrm>
            <a:off x="9180236" y="5134328"/>
            <a:ext cx="2730104" cy="480131"/>
          </a:xfrm>
        </p:spPr>
        <p:txBody>
          <a:bodyPr lIns="91440" rIns="91440" anchor="t">
            <a:spAutoFit/>
          </a:bodyPr>
          <a:lstStyle>
            <a:lvl1pPr marL="0" indent="0" algn="r">
              <a:buNone/>
              <a:tabLst/>
              <a:defRPr sz="1400">
                <a:solidFill>
                  <a:schemeClr val="accent3"/>
                </a:solidFill>
              </a:defRPr>
            </a:lvl1pPr>
          </a:lstStyle>
          <a:p>
            <a:pPr lvl="0"/>
            <a:r>
              <a:rPr lang="en-US"/>
              <a:t>Use this section as a description of the following section or delete.</a:t>
            </a:r>
          </a:p>
        </p:txBody>
      </p:sp>
      <p:pic>
        <p:nvPicPr>
          <p:cNvPr id="9" name="Picture 10">
            <a:extLst>
              <a:ext uri="{FF2B5EF4-FFF2-40B4-BE49-F238E27FC236}">
                <a16:creationId xmlns:a16="http://schemas.microsoft.com/office/drawing/2014/main" id="{4AE67D9C-5DC2-3182-4469-98D59DD138A9}"/>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381717" y="431072"/>
            <a:ext cx="171415" cy="225380"/>
          </a:xfrm>
          <a:prstGeom prst="rect">
            <a:avLst/>
          </a:prstGeom>
        </p:spPr>
      </p:pic>
      <p:sp>
        <p:nvSpPr>
          <p:cNvPr id="3" name="Text Placeholder 9">
            <a:extLst>
              <a:ext uri="{FF2B5EF4-FFF2-40B4-BE49-F238E27FC236}">
                <a16:creationId xmlns:a16="http://schemas.microsoft.com/office/drawing/2014/main" id="{9E4A86F6-4171-93A1-2EF9-B207961F1430}"/>
              </a:ext>
            </a:extLst>
          </p:cNvPr>
          <p:cNvSpPr>
            <a:spLocks noGrp="1"/>
          </p:cNvSpPr>
          <p:nvPr>
            <p:ph type="body" sz="quarter" idx="15" hasCustomPrompt="1"/>
          </p:nvPr>
        </p:nvSpPr>
        <p:spPr>
          <a:xfrm>
            <a:off x="684906" y="431114"/>
            <a:ext cx="2562240" cy="244682"/>
          </a:xfrm>
          <a:solidFill>
            <a:schemeClr val="accent6"/>
          </a:solidFill>
        </p:spPr>
        <p:txBody>
          <a:bodyPr wrap="none" lIns="91440" rIns="45720" anchor="ctr">
            <a:spAutoFit/>
          </a:bodyPr>
          <a:lstStyle>
            <a:lvl1pP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TITLE OF PRESENTATION</a:t>
            </a:r>
          </a:p>
        </p:txBody>
      </p:sp>
    </p:spTree>
    <p:extLst>
      <p:ext uri="{BB962C8B-B14F-4D97-AF65-F5344CB8AC3E}">
        <p14:creationId xmlns:p14="http://schemas.microsoft.com/office/powerpoint/2010/main" val="7661492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vider slide 0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DA86A4-E80E-979A-EAB8-744196679580}"/>
              </a:ext>
            </a:extLst>
          </p:cNvPr>
          <p:cNvSpPr/>
          <p:nvPr userDrawn="1"/>
        </p:nvSpPr>
        <p:spPr>
          <a:xfrm>
            <a:off x="132522" y="6321287"/>
            <a:ext cx="2915478" cy="5367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77F34A46-3C07-99C2-5732-5561FBCB6611}"/>
              </a:ext>
            </a:extLst>
          </p:cNvPr>
          <p:cNvGrpSpPr/>
          <p:nvPr userDrawn="1"/>
        </p:nvGrpSpPr>
        <p:grpSpPr>
          <a:xfrm>
            <a:off x="8992375" y="0"/>
            <a:ext cx="3199625" cy="2843218"/>
            <a:chOff x="7602625" y="-7"/>
            <a:chExt cx="4589374" cy="3590967"/>
          </a:xfrm>
        </p:grpSpPr>
        <p:pic>
          <p:nvPicPr>
            <p:cNvPr id="3" name="Picture 2">
              <a:extLst>
                <a:ext uri="{FF2B5EF4-FFF2-40B4-BE49-F238E27FC236}">
                  <a16:creationId xmlns:a16="http://schemas.microsoft.com/office/drawing/2014/main" id="{AAAD6EDE-7A7D-3950-BE00-24D33BF49793}"/>
                </a:ext>
              </a:extLst>
            </p:cNvPr>
            <p:cNvPicPr>
              <a:picLocks noChangeAspect="1"/>
            </p:cNvPicPr>
            <p:nvPr userDrawn="1"/>
          </p:nvPicPr>
          <p:blipFill>
            <a:blip r:embed="rId2"/>
            <a:srcRect l="36493" t="15633" r="13471" b="34644"/>
            <a:stretch>
              <a:fillRect/>
            </a:stretch>
          </p:blipFill>
          <p:spPr>
            <a:xfrm rot="10800000">
              <a:off x="7656162" y="0"/>
              <a:ext cx="4535837" cy="3590960"/>
            </a:xfrm>
            <a:prstGeom prst="rect">
              <a:avLst/>
            </a:prstGeom>
          </p:spPr>
        </p:pic>
        <p:sp>
          <p:nvSpPr>
            <p:cNvPr id="4" name="Rectangle 3">
              <a:extLst>
                <a:ext uri="{FF2B5EF4-FFF2-40B4-BE49-F238E27FC236}">
                  <a16:creationId xmlns:a16="http://schemas.microsoft.com/office/drawing/2014/main" id="{95ED7A20-515F-15F6-767D-F9E1661EEBDB}"/>
                </a:ext>
              </a:extLst>
            </p:cNvPr>
            <p:cNvSpPr/>
            <p:nvPr userDrawn="1"/>
          </p:nvSpPr>
          <p:spPr>
            <a:xfrm>
              <a:off x="7629394" y="-3"/>
              <a:ext cx="4535836" cy="3590959"/>
            </a:xfrm>
            <a:prstGeom prst="rect">
              <a:avLst/>
            </a:prstGeom>
            <a:gradFill>
              <a:gsLst>
                <a:gs pos="56000">
                  <a:schemeClr val="bg1">
                    <a:alpha val="0"/>
                  </a:schemeClr>
                </a:gs>
                <a:gs pos="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A489984-2B58-9504-E591-B5A7505BF174}"/>
                </a:ext>
              </a:extLst>
            </p:cNvPr>
            <p:cNvSpPr/>
            <p:nvPr userDrawn="1"/>
          </p:nvSpPr>
          <p:spPr>
            <a:xfrm>
              <a:off x="7602625" y="-7"/>
              <a:ext cx="4589374" cy="3590963"/>
            </a:xfrm>
            <a:prstGeom prst="rect">
              <a:avLst/>
            </a:prstGeom>
            <a:gradFill>
              <a:gsLst>
                <a:gs pos="41000">
                  <a:schemeClr val="bg1">
                    <a:alpha val="0"/>
                  </a:schemeClr>
                </a:gs>
                <a:gs pos="100000">
                  <a:schemeClr val="bg1"/>
                </a:gs>
              </a:gsLst>
              <a:lin ang="8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63A8D75F-9717-5597-601B-65A399777D84}"/>
              </a:ext>
            </a:extLst>
          </p:cNvPr>
          <p:cNvPicPr>
            <a:picLocks noChangeAspect="1"/>
          </p:cNvPicPr>
          <p:nvPr userDrawn="1"/>
        </p:nvPicPr>
        <p:blipFill>
          <a:blip r:embed="rId3"/>
          <a:srcRect/>
          <a:stretch/>
        </p:blipFill>
        <p:spPr>
          <a:xfrm>
            <a:off x="10859344" y="6460948"/>
            <a:ext cx="958006" cy="152266"/>
          </a:xfrm>
          <a:prstGeom prst="rect">
            <a:avLst/>
          </a:prstGeom>
        </p:spPr>
      </p:pic>
      <p:grpSp>
        <p:nvGrpSpPr>
          <p:cNvPr id="17" name="Group 16">
            <a:extLst>
              <a:ext uri="{FF2B5EF4-FFF2-40B4-BE49-F238E27FC236}">
                <a16:creationId xmlns:a16="http://schemas.microsoft.com/office/drawing/2014/main" id="{E624033E-4BAA-DC14-4BD2-AF8124F8C308}"/>
              </a:ext>
            </a:extLst>
          </p:cNvPr>
          <p:cNvGrpSpPr/>
          <p:nvPr userDrawn="1"/>
        </p:nvGrpSpPr>
        <p:grpSpPr>
          <a:xfrm>
            <a:off x="10477098" y="432724"/>
            <a:ext cx="1340252" cy="891699"/>
            <a:chOff x="8935402" y="481563"/>
            <a:chExt cx="2927413" cy="1947672"/>
          </a:xfrm>
        </p:grpSpPr>
        <p:pic>
          <p:nvPicPr>
            <p:cNvPr id="19" name="Graphic 18">
              <a:extLst>
                <a:ext uri="{FF2B5EF4-FFF2-40B4-BE49-F238E27FC236}">
                  <a16:creationId xmlns:a16="http://schemas.microsoft.com/office/drawing/2014/main" id="{6E4DD6A5-B8E4-3633-830E-36C774027066}"/>
                </a:ext>
              </a:extLst>
            </p:cNvPr>
            <p:cNvPicPr>
              <a:picLocks noChangeAspect="1"/>
            </p:cNvPicPr>
            <p:nvPr userDrawn="1"/>
          </p:nvPicPr>
          <p:blipFill>
            <a:blip r:embed="rId4">
              <a:extLst>
                <a:ext uri="{96DAC541-7B7A-43D3-8B79-37D633B846F1}">
                  <asvg:svgBlip xmlns:asvg="http://schemas.microsoft.com/office/drawing/2016/SVG/main" r:embed="rId5"/>
                </a:ext>
              </a:extLst>
            </a:blip>
            <a:srcRect l="49930"/>
            <a:stretch>
              <a:fillRect/>
            </a:stretch>
          </p:blipFill>
          <p:spPr>
            <a:xfrm>
              <a:off x="10397067" y="508762"/>
              <a:ext cx="1465748" cy="1909183"/>
            </a:xfrm>
            <a:prstGeom prst="rect">
              <a:avLst/>
            </a:prstGeom>
          </p:spPr>
        </p:pic>
        <p:pic>
          <p:nvPicPr>
            <p:cNvPr id="20" name="Graphic 19">
              <a:extLst>
                <a:ext uri="{FF2B5EF4-FFF2-40B4-BE49-F238E27FC236}">
                  <a16:creationId xmlns:a16="http://schemas.microsoft.com/office/drawing/2014/main" id="{66A4A2E1-D4F0-C1B6-9A31-FE08E2039B1F}"/>
                </a:ext>
              </a:extLst>
            </p:cNvPr>
            <p:cNvPicPr>
              <a:picLocks noChangeAspect="1"/>
            </p:cNvPicPr>
            <p:nvPr userDrawn="1"/>
          </p:nvPicPr>
          <p:blipFill>
            <a:blip r:embed="rId6">
              <a:extLst>
                <a:ext uri="{96DAC541-7B7A-43D3-8B79-37D633B846F1}">
                  <asvg:svgBlip xmlns:asvg="http://schemas.microsoft.com/office/drawing/2016/SVG/main" r:embed="rId7"/>
                </a:ext>
              </a:extLst>
            </a:blip>
            <a:srcRect r="47042"/>
            <a:stretch>
              <a:fillRect/>
            </a:stretch>
          </p:blipFill>
          <p:spPr>
            <a:xfrm>
              <a:off x="8935402" y="481563"/>
              <a:ext cx="1551976" cy="1947672"/>
            </a:xfrm>
            <a:prstGeom prst="rect">
              <a:avLst/>
            </a:prstGeom>
          </p:spPr>
        </p:pic>
      </p:grpSp>
      <p:sp>
        <p:nvSpPr>
          <p:cNvPr id="21" name="Text Placeholder 9">
            <a:extLst>
              <a:ext uri="{FF2B5EF4-FFF2-40B4-BE49-F238E27FC236}">
                <a16:creationId xmlns:a16="http://schemas.microsoft.com/office/drawing/2014/main" id="{0C92CC24-58BC-8110-4001-349D68301E35}"/>
              </a:ext>
            </a:extLst>
          </p:cNvPr>
          <p:cNvSpPr>
            <a:spLocks noGrp="1"/>
          </p:cNvSpPr>
          <p:nvPr>
            <p:ph type="body" sz="quarter" idx="13" hasCustomPrompt="1"/>
          </p:nvPr>
        </p:nvSpPr>
        <p:spPr>
          <a:xfrm>
            <a:off x="9180235" y="4889646"/>
            <a:ext cx="2730104" cy="244682"/>
          </a:xfrm>
          <a:noFill/>
        </p:spPr>
        <p:txBody>
          <a:bodyPr wrap="square" lIns="91440" rIns="91440" anchor="ctr">
            <a:spAutoFit/>
          </a:bodyPr>
          <a:lstStyle>
            <a:lvl1pPr algn="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SECTION DESCRIPTOR</a:t>
            </a:r>
          </a:p>
        </p:txBody>
      </p:sp>
      <p:sp>
        <p:nvSpPr>
          <p:cNvPr id="25" name="Title 1">
            <a:extLst>
              <a:ext uri="{FF2B5EF4-FFF2-40B4-BE49-F238E27FC236}">
                <a16:creationId xmlns:a16="http://schemas.microsoft.com/office/drawing/2014/main" id="{652DADA0-2B57-D92E-19FB-8D34901D2BD8}"/>
              </a:ext>
            </a:extLst>
          </p:cNvPr>
          <p:cNvSpPr>
            <a:spLocks noGrp="1"/>
          </p:cNvSpPr>
          <p:nvPr>
            <p:ph type="ctrTitle" hasCustomPrompt="1"/>
          </p:nvPr>
        </p:nvSpPr>
        <p:spPr>
          <a:xfrm>
            <a:off x="272615" y="4771111"/>
            <a:ext cx="7757693" cy="1880515"/>
          </a:xfrm>
          <a:prstGeom prst="rect">
            <a:avLst/>
          </a:prstGeom>
        </p:spPr>
        <p:txBody>
          <a:bodyPr wrap="square" lIns="91440" rIns="91440" anchor="b">
            <a:spAutoFit/>
          </a:bodyPr>
          <a:lstStyle>
            <a:lvl1pPr algn="l">
              <a:lnSpc>
                <a:spcPct val="80000"/>
              </a:lnSpc>
              <a:defRPr sz="7200" b="0" i="0">
                <a:solidFill>
                  <a:schemeClr val="accent3"/>
                </a:solidFill>
                <a:latin typeface="Tw Cen MT" panose="020B0602020104020603" pitchFamily="34" charset="77"/>
              </a:defRPr>
            </a:lvl1pPr>
          </a:lstStyle>
          <a:p>
            <a:r>
              <a:rPr lang="en-US"/>
              <a:t>This is a </a:t>
            </a:r>
            <a:br>
              <a:rPr lang="en-US"/>
            </a:br>
            <a:r>
              <a:rPr lang="en-US"/>
              <a:t>divider slide.</a:t>
            </a:r>
          </a:p>
        </p:txBody>
      </p:sp>
      <p:pic>
        <p:nvPicPr>
          <p:cNvPr id="29" name="Picture 10">
            <a:extLst>
              <a:ext uri="{FF2B5EF4-FFF2-40B4-BE49-F238E27FC236}">
                <a16:creationId xmlns:a16="http://schemas.microsoft.com/office/drawing/2014/main" id="{91289A2F-20A0-941C-E6CA-8B8ED2490CCD}"/>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381717" y="431072"/>
            <a:ext cx="171415" cy="225380"/>
          </a:xfrm>
          <a:prstGeom prst="rect">
            <a:avLst/>
          </a:prstGeom>
        </p:spPr>
      </p:pic>
      <p:sp>
        <p:nvSpPr>
          <p:cNvPr id="8" name="Text Placeholder 9">
            <a:extLst>
              <a:ext uri="{FF2B5EF4-FFF2-40B4-BE49-F238E27FC236}">
                <a16:creationId xmlns:a16="http://schemas.microsoft.com/office/drawing/2014/main" id="{48D49C8F-6AE4-11D5-98A6-27C2BA0D0459}"/>
              </a:ext>
            </a:extLst>
          </p:cNvPr>
          <p:cNvSpPr>
            <a:spLocks noGrp="1"/>
          </p:cNvSpPr>
          <p:nvPr>
            <p:ph type="body" sz="quarter" idx="15" hasCustomPrompt="1"/>
          </p:nvPr>
        </p:nvSpPr>
        <p:spPr>
          <a:xfrm>
            <a:off x="684906" y="431114"/>
            <a:ext cx="2562240" cy="244682"/>
          </a:xfrm>
          <a:solidFill>
            <a:schemeClr val="accent6"/>
          </a:solidFill>
        </p:spPr>
        <p:txBody>
          <a:bodyPr wrap="none" lIns="91440" rIns="45720" anchor="ctr">
            <a:spAutoFit/>
          </a:bodyPr>
          <a:lstStyle>
            <a:lvl1pP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TITLE OF PRESENTATION</a:t>
            </a:r>
          </a:p>
        </p:txBody>
      </p:sp>
      <p:sp>
        <p:nvSpPr>
          <p:cNvPr id="23" name="Text Placeholder 13">
            <a:extLst>
              <a:ext uri="{FF2B5EF4-FFF2-40B4-BE49-F238E27FC236}">
                <a16:creationId xmlns:a16="http://schemas.microsoft.com/office/drawing/2014/main" id="{A3D91A35-8F21-FAAC-88F4-A1393201514C}"/>
              </a:ext>
            </a:extLst>
          </p:cNvPr>
          <p:cNvSpPr>
            <a:spLocks noGrp="1"/>
          </p:cNvSpPr>
          <p:nvPr>
            <p:ph type="body" sz="quarter" idx="14" hasCustomPrompt="1"/>
          </p:nvPr>
        </p:nvSpPr>
        <p:spPr>
          <a:xfrm>
            <a:off x="9180236" y="5134328"/>
            <a:ext cx="2730104" cy="480131"/>
          </a:xfrm>
        </p:spPr>
        <p:txBody>
          <a:bodyPr lIns="91440" rIns="91440" anchor="t">
            <a:spAutoFit/>
          </a:bodyPr>
          <a:lstStyle>
            <a:lvl1pPr marL="0" indent="0" algn="r">
              <a:buNone/>
              <a:tabLst/>
              <a:defRPr sz="1400">
                <a:solidFill>
                  <a:schemeClr val="accent3"/>
                </a:solidFill>
              </a:defRPr>
            </a:lvl1pPr>
          </a:lstStyle>
          <a:p>
            <a:pPr lvl="0"/>
            <a:r>
              <a:rPr lang="en-US"/>
              <a:t>Use this section as a description of the following section or delete.</a:t>
            </a:r>
          </a:p>
        </p:txBody>
      </p:sp>
    </p:spTree>
    <p:extLst>
      <p:ext uri="{BB962C8B-B14F-4D97-AF65-F5344CB8AC3E}">
        <p14:creationId xmlns:p14="http://schemas.microsoft.com/office/powerpoint/2010/main" val="423959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vider slide 0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C0CDE9F-9B65-75D8-D665-1504DE2BF1C8}"/>
              </a:ext>
            </a:extLst>
          </p:cNvPr>
          <p:cNvSpPr/>
          <p:nvPr userDrawn="1"/>
        </p:nvSpPr>
        <p:spPr>
          <a:xfrm>
            <a:off x="132522" y="6321287"/>
            <a:ext cx="2835965" cy="5367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EB8CCFE0-E3D5-A636-ECCC-D64BEC0403CB}"/>
              </a:ext>
            </a:extLst>
          </p:cNvPr>
          <p:cNvGrpSpPr/>
          <p:nvPr userDrawn="1"/>
        </p:nvGrpSpPr>
        <p:grpSpPr>
          <a:xfrm>
            <a:off x="8992375" y="0"/>
            <a:ext cx="3199625" cy="2843218"/>
            <a:chOff x="7602625" y="-7"/>
            <a:chExt cx="4589374" cy="3590967"/>
          </a:xfrm>
        </p:grpSpPr>
        <p:pic>
          <p:nvPicPr>
            <p:cNvPr id="3" name="Picture 2">
              <a:extLst>
                <a:ext uri="{FF2B5EF4-FFF2-40B4-BE49-F238E27FC236}">
                  <a16:creationId xmlns:a16="http://schemas.microsoft.com/office/drawing/2014/main" id="{B952DF55-140D-6781-2705-3F4E98AA8172}"/>
                </a:ext>
              </a:extLst>
            </p:cNvPr>
            <p:cNvPicPr>
              <a:picLocks noChangeAspect="1"/>
            </p:cNvPicPr>
            <p:nvPr userDrawn="1"/>
          </p:nvPicPr>
          <p:blipFill>
            <a:blip r:embed="rId2"/>
            <a:srcRect l="36493" t="15633" r="13471" b="34644"/>
            <a:stretch>
              <a:fillRect/>
            </a:stretch>
          </p:blipFill>
          <p:spPr>
            <a:xfrm rot="10800000">
              <a:off x="7656162" y="0"/>
              <a:ext cx="4535837" cy="3590960"/>
            </a:xfrm>
            <a:prstGeom prst="rect">
              <a:avLst/>
            </a:prstGeom>
          </p:spPr>
        </p:pic>
        <p:sp>
          <p:nvSpPr>
            <p:cNvPr id="4" name="Rectangle 3">
              <a:extLst>
                <a:ext uri="{FF2B5EF4-FFF2-40B4-BE49-F238E27FC236}">
                  <a16:creationId xmlns:a16="http://schemas.microsoft.com/office/drawing/2014/main" id="{A3A4FF7A-12DB-E160-C3ED-15B2B967F3D4}"/>
                </a:ext>
              </a:extLst>
            </p:cNvPr>
            <p:cNvSpPr/>
            <p:nvPr userDrawn="1"/>
          </p:nvSpPr>
          <p:spPr>
            <a:xfrm>
              <a:off x="7629394" y="-3"/>
              <a:ext cx="4535836" cy="3590959"/>
            </a:xfrm>
            <a:prstGeom prst="rect">
              <a:avLst/>
            </a:prstGeom>
            <a:gradFill>
              <a:gsLst>
                <a:gs pos="56000">
                  <a:schemeClr val="bg1">
                    <a:alpha val="0"/>
                  </a:schemeClr>
                </a:gs>
                <a:gs pos="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25DCDA6-65AB-02FD-A947-F6ECA3CE859A}"/>
                </a:ext>
              </a:extLst>
            </p:cNvPr>
            <p:cNvSpPr/>
            <p:nvPr userDrawn="1"/>
          </p:nvSpPr>
          <p:spPr>
            <a:xfrm>
              <a:off x="7602625" y="-7"/>
              <a:ext cx="4589374" cy="3590963"/>
            </a:xfrm>
            <a:prstGeom prst="rect">
              <a:avLst/>
            </a:prstGeom>
            <a:gradFill>
              <a:gsLst>
                <a:gs pos="41000">
                  <a:schemeClr val="bg1">
                    <a:alpha val="0"/>
                  </a:schemeClr>
                </a:gs>
                <a:gs pos="100000">
                  <a:schemeClr val="bg1"/>
                </a:gs>
              </a:gsLst>
              <a:lin ang="8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A32F04B5-D1E3-8BF8-47B5-881616B97F26}"/>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27" name="Text Placeholder 9">
            <a:extLst>
              <a:ext uri="{FF2B5EF4-FFF2-40B4-BE49-F238E27FC236}">
                <a16:creationId xmlns:a16="http://schemas.microsoft.com/office/drawing/2014/main" id="{D461C75C-FC46-162D-A79C-D50F368E4A6F}"/>
              </a:ext>
            </a:extLst>
          </p:cNvPr>
          <p:cNvSpPr>
            <a:spLocks noGrp="1"/>
          </p:cNvSpPr>
          <p:nvPr>
            <p:ph type="body" sz="quarter" idx="13" hasCustomPrompt="1"/>
          </p:nvPr>
        </p:nvSpPr>
        <p:spPr>
          <a:xfrm>
            <a:off x="9180235" y="4889646"/>
            <a:ext cx="2730104" cy="244682"/>
          </a:xfrm>
          <a:noFill/>
        </p:spPr>
        <p:txBody>
          <a:bodyPr wrap="square" lIns="91440" rIns="91440" anchor="ctr">
            <a:spAutoFit/>
          </a:bodyPr>
          <a:lstStyle>
            <a:lvl1pPr algn="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SECTION DESCRIPTOR</a:t>
            </a:r>
          </a:p>
        </p:txBody>
      </p:sp>
      <p:sp>
        <p:nvSpPr>
          <p:cNvPr id="31" name="Title 1">
            <a:extLst>
              <a:ext uri="{FF2B5EF4-FFF2-40B4-BE49-F238E27FC236}">
                <a16:creationId xmlns:a16="http://schemas.microsoft.com/office/drawing/2014/main" id="{54DFB6E5-2089-6F03-29AF-CD6AD2DC0EEC}"/>
              </a:ext>
            </a:extLst>
          </p:cNvPr>
          <p:cNvSpPr>
            <a:spLocks noGrp="1"/>
          </p:cNvSpPr>
          <p:nvPr>
            <p:ph type="ctrTitle" hasCustomPrompt="1"/>
          </p:nvPr>
        </p:nvSpPr>
        <p:spPr>
          <a:xfrm>
            <a:off x="272615" y="4771111"/>
            <a:ext cx="7757693" cy="1880515"/>
          </a:xfrm>
          <a:prstGeom prst="rect">
            <a:avLst/>
          </a:prstGeom>
        </p:spPr>
        <p:txBody>
          <a:bodyPr wrap="square" lIns="91440" rIns="91440" anchor="b">
            <a:spAutoFit/>
          </a:bodyPr>
          <a:lstStyle>
            <a:lvl1pPr algn="l">
              <a:lnSpc>
                <a:spcPct val="80000"/>
              </a:lnSpc>
              <a:defRPr sz="7200" b="0" i="0">
                <a:solidFill>
                  <a:schemeClr val="accent3"/>
                </a:solidFill>
                <a:latin typeface="Tw Cen MT" panose="020B0602020104020603" pitchFamily="34" charset="77"/>
              </a:defRPr>
            </a:lvl1pPr>
          </a:lstStyle>
          <a:p>
            <a:r>
              <a:rPr lang="en-US"/>
              <a:t>This is a </a:t>
            </a:r>
            <a:br>
              <a:rPr lang="en-US"/>
            </a:br>
            <a:r>
              <a:rPr lang="en-US"/>
              <a:t>divider slide.</a:t>
            </a:r>
          </a:p>
        </p:txBody>
      </p:sp>
      <p:grpSp>
        <p:nvGrpSpPr>
          <p:cNvPr id="37" name="Group 36">
            <a:extLst>
              <a:ext uri="{FF2B5EF4-FFF2-40B4-BE49-F238E27FC236}">
                <a16:creationId xmlns:a16="http://schemas.microsoft.com/office/drawing/2014/main" id="{1658B14A-4B9D-E397-6F64-8B330C27E18B}"/>
              </a:ext>
            </a:extLst>
          </p:cNvPr>
          <p:cNvGrpSpPr/>
          <p:nvPr userDrawn="1"/>
        </p:nvGrpSpPr>
        <p:grpSpPr>
          <a:xfrm>
            <a:off x="10476163" y="432724"/>
            <a:ext cx="1340251" cy="891699"/>
            <a:chOff x="8935402" y="481563"/>
            <a:chExt cx="2927412" cy="1947672"/>
          </a:xfrm>
        </p:grpSpPr>
        <p:pic>
          <p:nvPicPr>
            <p:cNvPr id="38" name="Graphic 37">
              <a:extLst>
                <a:ext uri="{FF2B5EF4-FFF2-40B4-BE49-F238E27FC236}">
                  <a16:creationId xmlns:a16="http://schemas.microsoft.com/office/drawing/2014/main" id="{3150D32F-E8EE-C06D-4D4E-AAD4EB655AA7}"/>
                </a:ext>
              </a:extLst>
            </p:cNvPr>
            <p:cNvPicPr>
              <a:picLocks noChangeAspect="1"/>
            </p:cNvPicPr>
            <p:nvPr userDrawn="1"/>
          </p:nvPicPr>
          <p:blipFill>
            <a:blip r:embed="rId4">
              <a:extLst>
                <a:ext uri="{96DAC541-7B7A-43D3-8B79-37D633B846F1}">
                  <asvg:svgBlip xmlns:asvg="http://schemas.microsoft.com/office/drawing/2016/SVG/main" r:embed="rId5"/>
                </a:ext>
              </a:extLst>
            </a:blip>
            <a:srcRect l="49600"/>
            <a:stretch>
              <a:fillRect/>
            </a:stretch>
          </p:blipFill>
          <p:spPr>
            <a:xfrm>
              <a:off x="10385777" y="504141"/>
              <a:ext cx="1477037" cy="1911267"/>
            </a:xfrm>
            <a:prstGeom prst="rect">
              <a:avLst/>
            </a:prstGeom>
          </p:spPr>
        </p:pic>
        <p:pic>
          <p:nvPicPr>
            <p:cNvPr id="39" name="Graphic 38">
              <a:extLst>
                <a:ext uri="{FF2B5EF4-FFF2-40B4-BE49-F238E27FC236}">
                  <a16:creationId xmlns:a16="http://schemas.microsoft.com/office/drawing/2014/main" id="{4BBB14E6-E104-191F-A7DF-E7D9E8B78A6E}"/>
                </a:ext>
              </a:extLst>
            </p:cNvPr>
            <p:cNvPicPr>
              <a:picLocks noChangeAspect="1"/>
            </p:cNvPicPr>
            <p:nvPr userDrawn="1"/>
          </p:nvPicPr>
          <p:blipFill>
            <a:blip r:embed="rId6">
              <a:extLst>
                <a:ext uri="{96DAC541-7B7A-43D3-8B79-37D633B846F1}">
                  <asvg:svgBlip xmlns:asvg="http://schemas.microsoft.com/office/drawing/2016/SVG/main" r:embed="rId7"/>
                </a:ext>
              </a:extLst>
            </a:blip>
            <a:srcRect r="49600"/>
            <a:stretch>
              <a:fillRect/>
            </a:stretch>
          </p:blipFill>
          <p:spPr>
            <a:xfrm>
              <a:off x="8935402" y="481563"/>
              <a:ext cx="1477037" cy="1947672"/>
            </a:xfrm>
            <a:prstGeom prst="rect">
              <a:avLst/>
            </a:prstGeom>
          </p:spPr>
        </p:pic>
      </p:grpSp>
      <p:pic>
        <p:nvPicPr>
          <p:cNvPr id="41" name="Picture 10">
            <a:extLst>
              <a:ext uri="{FF2B5EF4-FFF2-40B4-BE49-F238E27FC236}">
                <a16:creationId xmlns:a16="http://schemas.microsoft.com/office/drawing/2014/main" id="{91510701-ACDB-7106-1CED-DB39A7A8603F}"/>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381717" y="431072"/>
            <a:ext cx="171415" cy="225380"/>
          </a:xfrm>
          <a:prstGeom prst="rect">
            <a:avLst/>
          </a:prstGeom>
        </p:spPr>
      </p:pic>
      <p:sp>
        <p:nvSpPr>
          <p:cNvPr id="6" name="Text Placeholder 9">
            <a:extLst>
              <a:ext uri="{FF2B5EF4-FFF2-40B4-BE49-F238E27FC236}">
                <a16:creationId xmlns:a16="http://schemas.microsoft.com/office/drawing/2014/main" id="{E23AF201-37E8-DBC3-1C81-6D2FB9CCA934}"/>
              </a:ext>
            </a:extLst>
          </p:cNvPr>
          <p:cNvSpPr>
            <a:spLocks noGrp="1"/>
          </p:cNvSpPr>
          <p:nvPr>
            <p:ph type="body" sz="quarter" idx="15" hasCustomPrompt="1"/>
          </p:nvPr>
        </p:nvSpPr>
        <p:spPr>
          <a:xfrm>
            <a:off x="684906" y="431114"/>
            <a:ext cx="2562240" cy="244682"/>
          </a:xfrm>
          <a:solidFill>
            <a:schemeClr val="accent6"/>
          </a:solidFill>
        </p:spPr>
        <p:txBody>
          <a:bodyPr wrap="none" lIns="91440" rIns="45720" anchor="ctr">
            <a:spAutoFit/>
          </a:bodyPr>
          <a:lstStyle>
            <a:lvl1pP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TITLE OF PRESENTATION</a:t>
            </a:r>
          </a:p>
        </p:txBody>
      </p:sp>
      <p:sp>
        <p:nvSpPr>
          <p:cNvPr id="15" name="Text Placeholder 13">
            <a:extLst>
              <a:ext uri="{FF2B5EF4-FFF2-40B4-BE49-F238E27FC236}">
                <a16:creationId xmlns:a16="http://schemas.microsoft.com/office/drawing/2014/main" id="{1B29AD45-3913-8D4A-4F5E-C837BD7543BD}"/>
              </a:ext>
            </a:extLst>
          </p:cNvPr>
          <p:cNvSpPr>
            <a:spLocks noGrp="1"/>
          </p:cNvSpPr>
          <p:nvPr>
            <p:ph type="body" sz="quarter" idx="14" hasCustomPrompt="1"/>
          </p:nvPr>
        </p:nvSpPr>
        <p:spPr>
          <a:xfrm>
            <a:off x="9180236" y="5134328"/>
            <a:ext cx="2730104" cy="480131"/>
          </a:xfrm>
        </p:spPr>
        <p:txBody>
          <a:bodyPr lIns="91440" rIns="91440" anchor="t">
            <a:spAutoFit/>
          </a:bodyPr>
          <a:lstStyle>
            <a:lvl1pPr marL="0" indent="0" algn="r">
              <a:buNone/>
              <a:tabLst/>
              <a:defRPr sz="1400">
                <a:solidFill>
                  <a:schemeClr val="accent3"/>
                </a:solidFill>
              </a:defRPr>
            </a:lvl1pPr>
          </a:lstStyle>
          <a:p>
            <a:pPr lvl="0"/>
            <a:r>
              <a:rPr lang="en-US"/>
              <a:t>Use this section as a description of the following section or delete.</a:t>
            </a:r>
          </a:p>
        </p:txBody>
      </p:sp>
    </p:spTree>
    <p:extLst>
      <p:ext uri="{BB962C8B-B14F-4D97-AF65-F5344CB8AC3E}">
        <p14:creationId xmlns:p14="http://schemas.microsoft.com/office/powerpoint/2010/main" val="118678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ivider slide 04">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360D4E-3313-3B76-7866-8C8C3628B9FD}"/>
              </a:ext>
            </a:extLst>
          </p:cNvPr>
          <p:cNvSpPr/>
          <p:nvPr userDrawn="1"/>
        </p:nvSpPr>
        <p:spPr>
          <a:xfrm>
            <a:off x="132522" y="6321287"/>
            <a:ext cx="2703443" cy="5367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4ABC55BD-BE8A-3EDA-BB0D-31C1EB935E26}"/>
              </a:ext>
            </a:extLst>
          </p:cNvPr>
          <p:cNvGrpSpPr/>
          <p:nvPr userDrawn="1"/>
        </p:nvGrpSpPr>
        <p:grpSpPr>
          <a:xfrm>
            <a:off x="8992375" y="0"/>
            <a:ext cx="3199625" cy="2843218"/>
            <a:chOff x="7602625" y="-7"/>
            <a:chExt cx="4589374" cy="3590967"/>
          </a:xfrm>
        </p:grpSpPr>
        <p:pic>
          <p:nvPicPr>
            <p:cNvPr id="3" name="Picture 2">
              <a:extLst>
                <a:ext uri="{FF2B5EF4-FFF2-40B4-BE49-F238E27FC236}">
                  <a16:creationId xmlns:a16="http://schemas.microsoft.com/office/drawing/2014/main" id="{42450EA0-8DBC-E58E-54D3-3693856D4677}"/>
                </a:ext>
              </a:extLst>
            </p:cNvPr>
            <p:cNvPicPr>
              <a:picLocks noChangeAspect="1"/>
            </p:cNvPicPr>
            <p:nvPr userDrawn="1"/>
          </p:nvPicPr>
          <p:blipFill>
            <a:blip r:embed="rId2"/>
            <a:srcRect l="36493" t="15633" r="13471" b="34644"/>
            <a:stretch>
              <a:fillRect/>
            </a:stretch>
          </p:blipFill>
          <p:spPr>
            <a:xfrm rot="10800000">
              <a:off x="7656162" y="0"/>
              <a:ext cx="4535837" cy="3590960"/>
            </a:xfrm>
            <a:prstGeom prst="rect">
              <a:avLst/>
            </a:prstGeom>
          </p:spPr>
        </p:pic>
        <p:sp>
          <p:nvSpPr>
            <p:cNvPr id="4" name="Rectangle 3">
              <a:extLst>
                <a:ext uri="{FF2B5EF4-FFF2-40B4-BE49-F238E27FC236}">
                  <a16:creationId xmlns:a16="http://schemas.microsoft.com/office/drawing/2014/main" id="{8E4EDE7A-05BD-268F-6031-C643BCE304EA}"/>
                </a:ext>
              </a:extLst>
            </p:cNvPr>
            <p:cNvSpPr/>
            <p:nvPr userDrawn="1"/>
          </p:nvSpPr>
          <p:spPr>
            <a:xfrm>
              <a:off x="7629394" y="-3"/>
              <a:ext cx="4535836" cy="3590959"/>
            </a:xfrm>
            <a:prstGeom prst="rect">
              <a:avLst/>
            </a:prstGeom>
            <a:gradFill>
              <a:gsLst>
                <a:gs pos="56000">
                  <a:schemeClr val="bg1">
                    <a:alpha val="0"/>
                  </a:schemeClr>
                </a:gs>
                <a:gs pos="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7D9992B-6EC4-6F4D-89D5-F1BF1B42FE93}"/>
                </a:ext>
              </a:extLst>
            </p:cNvPr>
            <p:cNvSpPr/>
            <p:nvPr userDrawn="1"/>
          </p:nvSpPr>
          <p:spPr>
            <a:xfrm>
              <a:off x="7602625" y="-7"/>
              <a:ext cx="4589374" cy="3590963"/>
            </a:xfrm>
            <a:prstGeom prst="rect">
              <a:avLst/>
            </a:prstGeom>
            <a:gradFill>
              <a:gsLst>
                <a:gs pos="41000">
                  <a:schemeClr val="bg1">
                    <a:alpha val="0"/>
                  </a:schemeClr>
                </a:gs>
                <a:gs pos="100000">
                  <a:schemeClr val="bg1"/>
                </a:gs>
              </a:gsLst>
              <a:lin ang="8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a:extLst>
              <a:ext uri="{FF2B5EF4-FFF2-40B4-BE49-F238E27FC236}">
                <a16:creationId xmlns:a16="http://schemas.microsoft.com/office/drawing/2014/main" id="{60F49442-9E09-CC88-59A7-4FD4A7D323AE}"/>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21" name="Text Placeholder 9">
            <a:extLst>
              <a:ext uri="{FF2B5EF4-FFF2-40B4-BE49-F238E27FC236}">
                <a16:creationId xmlns:a16="http://schemas.microsoft.com/office/drawing/2014/main" id="{AE1DA948-ED8F-669B-E2DD-B492DE0EA995}"/>
              </a:ext>
            </a:extLst>
          </p:cNvPr>
          <p:cNvSpPr>
            <a:spLocks noGrp="1"/>
          </p:cNvSpPr>
          <p:nvPr>
            <p:ph type="body" sz="quarter" idx="13" hasCustomPrompt="1"/>
          </p:nvPr>
        </p:nvSpPr>
        <p:spPr>
          <a:xfrm>
            <a:off x="9180235" y="4889646"/>
            <a:ext cx="2730104" cy="244682"/>
          </a:xfrm>
          <a:noFill/>
        </p:spPr>
        <p:txBody>
          <a:bodyPr wrap="square" lIns="91440" rIns="91440" anchor="ctr">
            <a:spAutoFit/>
          </a:bodyPr>
          <a:lstStyle>
            <a:lvl1pPr algn="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SECTION DESCRIPTOR</a:t>
            </a:r>
          </a:p>
        </p:txBody>
      </p:sp>
      <p:sp>
        <p:nvSpPr>
          <p:cNvPr id="25" name="Title 1">
            <a:extLst>
              <a:ext uri="{FF2B5EF4-FFF2-40B4-BE49-F238E27FC236}">
                <a16:creationId xmlns:a16="http://schemas.microsoft.com/office/drawing/2014/main" id="{B7F80B2B-D89B-A832-82F5-558D59294D7D}"/>
              </a:ext>
            </a:extLst>
          </p:cNvPr>
          <p:cNvSpPr>
            <a:spLocks noGrp="1"/>
          </p:cNvSpPr>
          <p:nvPr>
            <p:ph type="ctrTitle" hasCustomPrompt="1"/>
          </p:nvPr>
        </p:nvSpPr>
        <p:spPr>
          <a:xfrm>
            <a:off x="272615" y="4771111"/>
            <a:ext cx="7757693" cy="1880515"/>
          </a:xfrm>
          <a:prstGeom prst="rect">
            <a:avLst/>
          </a:prstGeom>
        </p:spPr>
        <p:txBody>
          <a:bodyPr wrap="square" lIns="91440" rIns="91440" anchor="b">
            <a:spAutoFit/>
          </a:bodyPr>
          <a:lstStyle>
            <a:lvl1pPr algn="l">
              <a:lnSpc>
                <a:spcPct val="80000"/>
              </a:lnSpc>
              <a:defRPr sz="7200" b="0" i="0">
                <a:solidFill>
                  <a:schemeClr val="accent3"/>
                </a:solidFill>
                <a:latin typeface="Tw Cen MT" panose="020B0602020104020603" pitchFamily="34" charset="77"/>
              </a:defRPr>
            </a:lvl1pPr>
          </a:lstStyle>
          <a:p>
            <a:r>
              <a:rPr lang="en-US"/>
              <a:t>This is a </a:t>
            </a:r>
            <a:br>
              <a:rPr lang="en-US"/>
            </a:br>
            <a:r>
              <a:rPr lang="en-US"/>
              <a:t>divider slide.</a:t>
            </a:r>
          </a:p>
        </p:txBody>
      </p:sp>
      <p:grpSp>
        <p:nvGrpSpPr>
          <p:cNvPr id="31" name="Group 30">
            <a:extLst>
              <a:ext uri="{FF2B5EF4-FFF2-40B4-BE49-F238E27FC236}">
                <a16:creationId xmlns:a16="http://schemas.microsoft.com/office/drawing/2014/main" id="{72A99AF7-3B10-D3C6-DEE1-0557E95DFFAA}"/>
              </a:ext>
            </a:extLst>
          </p:cNvPr>
          <p:cNvGrpSpPr/>
          <p:nvPr userDrawn="1"/>
        </p:nvGrpSpPr>
        <p:grpSpPr>
          <a:xfrm>
            <a:off x="10471711" y="432724"/>
            <a:ext cx="1438628" cy="905526"/>
            <a:chOff x="8935402" y="467736"/>
            <a:chExt cx="3116275" cy="1961499"/>
          </a:xfrm>
        </p:grpSpPr>
        <p:pic>
          <p:nvPicPr>
            <p:cNvPr id="32" name="Graphic 31">
              <a:extLst>
                <a:ext uri="{FF2B5EF4-FFF2-40B4-BE49-F238E27FC236}">
                  <a16:creationId xmlns:a16="http://schemas.microsoft.com/office/drawing/2014/main" id="{2F12F7F0-D766-07F8-FA72-B609D433A4C7}"/>
                </a:ext>
              </a:extLst>
            </p:cNvPr>
            <p:cNvPicPr>
              <a:picLocks noChangeAspect="1"/>
            </p:cNvPicPr>
            <p:nvPr userDrawn="1"/>
          </p:nvPicPr>
          <p:blipFill>
            <a:blip r:embed="rId4">
              <a:extLst>
                <a:ext uri="{96DAC541-7B7A-43D3-8B79-37D633B846F1}">
                  <asvg:svgBlip xmlns:asvg="http://schemas.microsoft.com/office/drawing/2016/SVG/main" r:embed="rId5"/>
                </a:ext>
              </a:extLst>
            </a:blip>
            <a:srcRect l="48715"/>
            <a:stretch>
              <a:fillRect/>
            </a:stretch>
          </p:blipFill>
          <p:spPr>
            <a:xfrm>
              <a:off x="10453510" y="467736"/>
              <a:ext cx="1598167" cy="1947672"/>
            </a:xfrm>
            <a:prstGeom prst="rect">
              <a:avLst/>
            </a:prstGeom>
          </p:spPr>
        </p:pic>
        <p:pic>
          <p:nvPicPr>
            <p:cNvPr id="33" name="Graphic 32">
              <a:extLst>
                <a:ext uri="{FF2B5EF4-FFF2-40B4-BE49-F238E27FC236}">
                  <a16:creationId xmlns:a16="http://schemas.microsoft.com/office/drawing/2014/main" id="{FE75B10E-5D48-2F4F-960D-E75165A63DD3}"/>
                </a:ext>
              </a:extLst>
            </p:cNvPr>
            <p:cNvPicPr>
              <a:picLocks noChangeAspect="1"/>
            </p:cNvPicPr>
            <p:nvPr userDrawn="1"/>
          </p:nvPicPr>
          <p:blipFill>
            <a:blip r:embed="rId6">
              <a:extLst>
                <a:ext uri="{96DAC541-7B7A-43D3-8B79-37D633B846F1}">
                  <asvg:svgBlip xmlns:asvg="http://schemas.microsoft.com/office/drawing/2016/SVG/main" r:embed="rId7"/>
                </a:ext>
              </a:extLst>
            </a:blip>
            <a:srcRect r="45467"/>
            <a:stretch>
              <a:fillRect/>
            </a:stretch>
          </p:blipFill>
          <p:spPr>
            <a:xfrm>
              <a:off x="8935402" y="481563"/>
              <a:ext cx="1598167" cy="1947672"/>
            </a:xfrm>
            <a:prstGeom prst="rect">
              <a:avLst/>
            </a:prstGeom>
          </p:spPr>
        </p:pic>
      </p:grpSp>
      <p:pic>
        <p:nvPicPr>
          <p:cNvPr id="35" name="Picture 10">
            <a:extLst>
              <a:ext uri="{FF2B5EF4-FFF2-40B4-BE49-F238E27FC236}">
                <a16:creationId xmlns:a16="http://schemas.microsoft.com/office/drawing/2014/main" id="{D7E71A21-F5DA-5AB2-C3EF-720DFAF9B616}"/>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381717" y="431072"/>
            <a:ext cx="171415" cy="225380"/>
          </a:xfrm>
          <a:prstGeom prst="rect">
            <a:avLst/>
          </a:prstGeom>
        </p:spPr>
      </p:pic>
      <p:sp>
        <p:nvSpPr>
          <p:cNvPr id="6" name="Text Placeholder 9">
            <a:extLst>
              <a:ext uri="{FF2B5EF4-FFF2-40B4-BE49-F238E27FC236}">
                <a16:creationId xmlns:a16="http://schemas.microsoft.com/office/drawing/2014/main" id="{DCF76C73-E221-C79D-A979-56681A52A1B4}"/>
              </a:ext>
            </a:extLst>
          </p:cNvPr>
          <p:cNvSpPr>
            <a:spLocks noGrp="1"/>
          </p:cNvSpPr>
          <p:nvPr>
            <p:ph type="body" sz="quarter" idx="15" hasCustomPrompt="1"/>
          </p:nvPr>
        </p:nvSpPr>
        <p:spPr>
          <a:xfrm>
            <a:off x="684906" y="431114"/>
            <a:ext cx="2562240" cy="244682"/>
          </a:xfrm>
          <a:solidFill>
            <a:schemeClr val="accent6"/>
          </a:solidFill>
        </p:spPr>
        <p:txBody>
          <a:bodyPr wrap="none" lIns="91440" rIns="45720" anchor="ctr">
            <a:spAutoFit/>
          </a:bodyPr>
          <a:lstStyle>
            <a:lvl1pP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TITLE OF PRESENTATION</a:t>
            </a:r>
          </a:p>
        </p:txBody>
      </p:sp>
      <p:sp>
        <p:nvSpPr>
          <p:cNvPr id="16" name="Text Placeholder 13">
            <a:extLst>
              <a:ext uri="{FF2B5EF4-FFF2-40B4-BE49-F238E27FC236}">
                <a16:creationId xmlns:a16="http://schemas.microsoft.com/office/drawing/2014/main" id="{A17507E2-4470-228B-B565-8EECE90BCA87}"/>
              </a:ext>
            </a:extLst>
          </p:cNvPr>
          <p:cNvSpPr>
            <a:spLocks noGrp="1"/>
          </p:cNvSpPr>
          <p:nvPr>
            <p:ph type="body" sz="quarter" idx="14" hasCustomPrompt="1"/>
          </p:nvPr>
        </p:nvSpPr>
        <p:spPr>
          <a:xfrm>
            <a:off x="9180236" y="5134328"/>
            <a:ext cx="2730104" cy="480131"/>
          </a:xfrm>
        </p:spPr>
        <p:txBody>
          <a:bodyPr lIns="91440" rIns="91440" anchor="t">
            <a:spAutoFit/>
          </a:bodyPr>
          <a:lstStyle>
            <a:lvl1pPr marL="0" indent="0" algn="r">
              <a:buNone/>
              <a:tabLst/>
              <a:defRPr sz="1400">
                <a:solidFill>
                  <a:schemeClr val="accent3"/>
                </a:solidFill>
              </a:defRPr>
            </a:lvl1pPr>
          </a:lstStyle>
          <a:p>
            <a:pPr lvl="0"/>
            <a:r>
              <a:rPr lang="en-US"/>
              <a:t>Use this section as a description of the following section or delete.</a:t>
            </a:r>
          </a:p>
        </p:txBody>
      </p:sp>
    </p:spTree>
    <p:extLst>
      <p:ext uri="{BB962C8B-B14F-4D97-AF65-F5344CB8AC3E}">
        <p14:creationId xmlns:p14="http://schemas.microsoft.com/office/powerpoint/2010/main" val="7304064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Divider slide 05">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C03A8B-9D4A-055E-E393-CC17CF440949}"/>
              </a:ext>
            </a:extLst>
          </p:cNvPr>
          <p:cNvSpPr/>
          <p:nvPr userDrawn="1"/>
        </p:nvSpPr>
        <p:spPr>
          <a:xfrm>
            <a:off x="132522" y="6321287"/>
            <a:ext cx="2994991" cy="5367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67A888F-9F7D-6C1E-1F1A-BCD9B92A5857}"/>
              </a:ext>
            </a:extLst>
          </p:cNvPr>
          <p:cNvGrpSpPr/>
          <p:nvPr userDrawn="1"/>
        </p:nvGrpSpPr>
        <p:grpSpPr>
          <a:xfrm>
            <a:off x="8992375" y="0"/>
            <a:ext cx="3199625" cy="2843218"/>
            <a:chOff x="7602625" y="-7"/>
            <a:chExt cx="4589374" cy="3590967"/>
          </a:xfrm>
        </p:grpSpPr>
        <p:pic>
          <p:nvPicPr>
            <p:cNvPr id="3" name="Picture 2">
              <a:extLst>
                <a:ext uri="{FF2B5EF4-FFF2-40B4-BE49-F238E27FC236}">
                  <a16:creationId xmlns:a16="http://schemas.microsoft.com/office/drawing/2014/main" id="{4CA32442-E42E-9DC8-A0BD-A2B17CE6E6F0}"/>
                </a:ext>
              </a:extLst>
            </p:cNvPr>
            <p:cNvPicPr>
              <a:picLocks noChangeAspect="1"/>
            </p:cNvPicPr>
            <p:nvPr userDrawn="1"/>
          </p:nvPicPr>
          <p:blipFill>
            <a:blip r:embed="rId2"/>
            <a:srcRect l="36493" t="15633" r="13471" b="34644"/>
            <a:stretch>
              <a:fillRect/>
            </a:stretch>
          </p:blipFill>
          <p:spPr>
            <a:xfrm rot="10800000">
              <a:off x="7656162" y="0"/>
              <a:ext cx="4535837" cy="3590960"/>
            </a:xfrm>
            <a:prstGeom prst="rect">
              <a:avLst/>
            </a:prstGeom>
          </p:spPr>
        </p:pic>
        <p:sp>
          <p:nvSpPr>
            <p:cNvPr id="4" name="Rectangle 3">
              <a:extLst>
                <a:ext uri="{FF2B5EF4-FFF2-40B4-BE49-F238E27FC236}">
                  <a16:creationId xmlns:a16="http://schemas.microsoft.com/office/drawing/2014/main" id="{78378939-8A3F-D3A0-1440-1A92944DCCD6}"/>
                </a:ext>
              </a:extLst>
            </p:cNvPr>
            <p:cNvSpPr/>
            <p:nvPr userDrawn="1"/>
          </p:nvSpPr>
          <p:spPr>
            <a:xfrm>
              <a:off x="7629394" y="-3"/>
              <a:ext cx="4535836" cy="3590959"/>
            </a:xfrm>
            <a:prstGeom prst="rect">
              <a:avLst/>
            </a:prstGeom>
            <a:gradFill>
              <a:gsLst>
                <a:gs pos="56000">
                  <a:schemeClr val="bg1">
                    <a:alpha val="0"/>
                  </a:schemeClr>
                </a:gs>
                <a:gs pos="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8290FFA-872C-9AC4-F828-7124CA942C1D}"/>
                </a:ext>
              </a:extLst>
            </p:cNvPr>
            <p:cNvSpPr/>
            <p:nvPr userDrawn="1"/>
          </p:nvSpPr>
          <p:spPr>
            <a:xfrm>
              <a:off x="7602625" y="-7"/>
              <a:ext cx="4589374" cy="3590963"/>
            </a:xfrm>
            <a:prstGeom prst="rect">
              <a:avLst/>
            </a:prstGeom>
            <a:gradFill>
              <a:gsLst>
                <a:gs pos="41000">
                  <a:schemeClr val="bg1">
                    <a:alpha val="0"/>
                  </a:schemeClr>
                </a:gs>
                <a:gs pos="100000">
                  <a:schemeClr val="bg1"/>
                </a:gs>
              </a:gsLst>
              <a:lin ang="8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a:extLst>
              <a:ext uri="{FF2B5EF4-FFF2-40B4-BE49-F238E27FC236}">
                <a16:creationId xmlns:a16="http://schemas.microsoft.com/office/drawing/2014/main" id="{DB06BD3E-AAFA-954B-DB7D-A9568E2AF6CE}"/>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18" name="Text Placeholder 9">
            <a:extLst>
              <a:ext uri="{FF2B5EF4-FFF2-40B4-BE49-F238E27FC236}">
                <a16:creationId xmlns:a16="http://schemas.microsoft.com/office/drawing/2014/main" id="{E93B918A-8329-EBB7-00C0-C69444442BF4}"/>
              </a:ext>
            </a:extLst>
          </p:cNvPr>
          <p:cNvSpPr>
            <a:spLocks noGrp="1"/>
          </p:cNvSpPr>
          <p:nvPr>
            <p:ph type="body" sz="quarter" idx="13" hasCustomPrompt="1"/>
          </p:nvPr>
        </p:nvSpPr>
        <p:spPr>
          <a:xfrm>
            <a:off x="9180235" y="4889646"/>
            <a:ext cx="2730104" cy="244682"/>
          </a:xfrm>
          <a:noFill/>
        </p:spPr>
        <p:txBody>
          <a:bodyPr wrap="square" lIns="91440" rIns="91440" anchor="ctr">
            <a:spAutoFit/>
          </a:bodyPr>
          <a:lstStyle>
            <a:lvl1pPr algn="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SECTION DESCRIPTOR</a:t>
            </a:r>
          </a:p>
        </p:txBody>
      </p:sp>
      <p:sp>
        <p:nvSpPr>
          <p:cNvPr id="22" name="Title 1">
            <a:extLst>
              <a:ext uri="{FF2B5EF4-FFF2-40B4-BE49-F238E27FC236}">
                <a16:creationId xmlns:a16="http://schemas.microsoft.com/office/drawing/2014/main" id="{EA27F9B9-DC70-0E1B-BD2F-7F395C6B2869}"/>
              </a:ext>
            </a:extLst>
          </p:cNvPr>
          <p:cNvSpPr>
            <a:spLocks noGrp="1"/>
          </p:cNvSpPr>
          <p:nvPr>
            <p:ph type="ctrTitle" hasCustomPrompt="1"/>
          </p:nvPr>
        </p:nvSpPr>
        <p:spPr>
          <a:xfrm>
            <a:off x="272615" y="4771111"/>
            <a:ext cx="7757693" cy="1880515"/>
          </a:xfrm>
          <a:prstGeom prst="rect">
            <a:avLst/>
          </a:prstGeom>
        </p:spPr>
        <p:txBody>
          <a:bodyPr wrap="square" lIns="91440" rIns="91440" anchor="b">
            <a:spAutoFit/>
          </a:bodyPr>
          <a:lstStyle>
            <a:lvl1pPr algn="l">
              <a:lnSpc>
                <a:spcPct val="80000"/>
              </a:lnSpc>
              <a:defRPr sz="7200" b="0" i="0">
                <a:solidFill>
                  <a:schemeClr val="accent3"/>
                </a:solidFill>
                <a:latin typeface="Tw Cen MT" panose="020B0602020104020603" pitchFamily="34" charset="77"/>
              </a:defRPr>
            </a:lvl1pPr>
          </a:lstStyle>
          <a:p>
            <a:r>
              <a:rPr lang="en-US"/>
              <a:t>This is a </a:t>
            </a:r>
            <a:br>
              <a:rPr lang="en-US"/>
            </a:br>
            <a:r>
              <a:rPr lang="en-US"/>
              <a:t>divider slide.</a:t>
            </a:r>
          </a:p>
        </p:txBody>
      </p:sp>
      <p:grpSp>
        <p:nvGrpSpPr>
          <p:cNvPr id="28" name="Group 27">
            <a:extLst>
              <a:ext uri="{FF2B5EF4-FFF2-40B4-BE49-F238E27FC236}">
                <a16:creationId xmlns:a16="http://schemas.microsoft.com/office/drawing/2014/main" id="{AB97F007-562A-8393-9345-7671ED4CB09F}"/>
              </a:ext>
            </a:extLst>
          </p:cNvPr>
          <p:cNvGrpSpPr/>
          <p:nvPr userDrawn="1"/>
        </p:nvGrpSpPr>
        <p:grpSpPr>
          <a:xfrm>
            <a:off x="10471711" y="455061"/>
            <a:ext cx="1337055" cy="889572"/>
            <a:chOff x="8935402" y="481563"/>
            <a:chExt cx="2927413" cy="1947672"/>
          </a:xfrm>
        </p:grpSpPr>
        <p:pic>
          <p:nvPicPr>
            <p:cNvPr id="29" name="Graphic 28">
              <a:extLst>
                <a:ext uri="{FF2B5EF4-FFF2-40B4-BE49-F238E27FC236}">
                  <a16:creationId xmlns:a16="http://schemas.microsoft.com/office/drawing/2014/main" id="{9A88494C-8F62-F3E1-1BEF-47BA7C008B67}"/>
                </a:ext>
              </a:extLst>
            </p:cNvPr>
            <p:cNvPicPr>
              <a:picLocks noChangeAspect="1"/>
            </p:cNvPicPr>
            <p:nvPr userDrawn="1"/>
          </p:nvPicPr>
          <p:blipFill>
            <a:blip r:embed="rId4">
              <a:extLst>
                <a:ext uri="{96DAC541-7B7A-43D3-8B79-37D633B846F1}">
                  <asvg:svgBlip xmlns:asvg="http://schemas.microsoft.com/office/drawing/2016/SVG/main" r:embed="rId5"/>
                </a:ext>
              </a:extLst>
            </a:blip>
            <a:srcRect l="49930"/>
            <a:stretch>
              <a:fillRect/>
            </a:stretch>
          </p:blipFill>
          <p:spPr>
            <a:xfrm>
              <a:off x="10397066" y="499745"/>
              <a:ext cx="1465749" cy="1909183"/>
            </a:xfrm>
            <a:prstGeom prst="rect">
              <a:avLst/>
            </a:prstGeom>
          </p:spPr>
        </p:pic>
        <p:pic>
          <p:nvPicPr>
            <p:cNvPr id="30" name="Graphic 29">
              <a:extLst>
                <a:ext uri="{FF2B5EF4-FFF2-40B4-BE49-F238E27FC236}">
                  <a16:creationId xmlns:a16="http://schemas.microsoft.com/office/drawing/2014/main" id="{EC01E350-CEB6-80FE-E3EE-F26A65B28D79}"/>
                </a:ext>
              </a:extLst>
            </p:cNvPr>
            <p:cNvPicPr>
              <a:picLocks noChangeAspect="1"/>
            </p:cNvPicPr>
            <p:nvPr userDrawn="1"/>
          </p:nvPicPr>
          <p:blipFill>
            <a:blip r:embed="rId6">
              <a:extLst>
                <a:ext uri="{96DAC541-7B7A-43D3-8B79-37D633B846F1}">
                  <asvg:svgBlip xmlns:asvg="http://schemas.microsoft.com/office/drawing/2016/SVG/main" r:embed="rId7"/>
                </a:ext>
              </a:extLst>
            </a:blip>
            <a:srcRect r="45502"/>
            <a:stretch>
              <a:fillRect/>
            </a:stretch>
          </p:blipFill>
          <p:spPr>
            <a:xfrm>
              <a:off x="8935402" y="481563"/>
              <a:ext cx="1597131" cy="1947672"/>
            </a:xfrm>
            <a:prstGeom prst="rect">
              <a:avLst/>
            </a:prstGeom>
          </p:spPr>
        </p:pic>
      </p:grpSp>
      <p:pic>
        <p:nvPicPr>
          <p:cNvPr id="32" name="Picture 10">
            <a:extLst>
              <a:ext uri="{FF2B5EF4-FFF2-40B4-BE49-F238E27FC236}">
                <a16:creationId xmlns:a16="http://schemas.microsoft.com/office/drawing/2014/main" id="{A1A4BFB1-A85A-EEDA-9E3D-037976FA64D8}"/>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381717" y="431072"/>
            <a:ext cx="171415" cy="225380"/>
          </a:xfrm>
          <a:prstGeom prst="rect">
            <a:avLst/>
          </a:prstGeom>
        </p:spPr>
      </p:pic>
      <p:sp>
        <p:nvSpPr>
          <p:cNvPr id="6" name="Text Placeholder 9">
            <a:extLst>
              <a:ext uri="{FF2B5EF4-FFF2-40B4-BE49-F238E27FC236}">
                <a16:creationId xmlns:a16="http://schemas.microsoft.com/office/drawing/2014/main" id="{32BB6199-D076-E0CD-0DF7-F8BC07265744}"/>
              </a:ext>
            </a:extLst>
          </p:cNvPr>
          <p:cNvSpPr>
            <a:spLocks noGrp="1"/>
          </p:cNvSpPr>
          <p:nvPr>
            <p:ph type="body" sz="quarter" idx="15" hasCustomPrompt="1"/>
          </p:nvPr>
        </p:nvSpPr>
        <p:spPr>
          <a:xfrm>
            <a:off x="684906" y="431114"/>
            <a:ext cx="2562240" cy="244682"/>
          </a:xfrm>
          <a:solidFill>
            <a:schemeClr val="accent6"/>
          </a:solidFill>
        </p:spPr>
        <p:txBody>
          <a:bodyPr wrap="none" lIns="91440" rIns="45720" anchor="ctr">
            <a:spAutoFit/>
          </a:bodyPr>
          <a:lstStyle>
            <a:lvl1pP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TITLE OF PRESENTATION</a:t>
            </a:r>
          </a:p>
        </p:txBody>
      </p:sp>
      <p:sp>
        <p:nvSpPr>
          <p:cNvPr id="16" name="Text Placeholder 13">
            <a:extLst>
              <a:ext uri="{FF2B5EF4-FFF2-40B4-BE49-F238E27FC236}">
                <a16:creationId xmlns:a16="http://schemas.microsoft.com/office/drawing/2014/main" id="{9030EB0F-95B0-A653-1D1D-73A0748B90A7}"/>
              </a:ext>
            </a:extLst>
          </p:cNvPr>
          <p:cNvSpPr>
            <a:spLocks noGrp="1"/>
          </p:cNvSpPr>
          <p:nvPr>
            <p:ph type="body" sz="quarter" idx="14" hasCustomPrompt="1"/>
          </p:nvPr>
        </p:nvSpPr>
        <p:spPr>
          <a:xfrm>
            <a:off x="9180236" y="5134328"/>
            <a:ext cx="2730104" cy="480131"/>
          </a:xfrm>
        </p:spPr>
        <p:txBody>
          <a:bodyPr lIns="91440" rIns="91440" anchor="t">
            <a:spAutoFit/>
          </a:bodyPr>
          <a:lstStyle>
            <a:lvl1pPr marL="0" indent="0" algn="r">
              <a:buNone/>
              <a:tabLst/>
              <a:defRPr sz="1400">
                <a:solidFill>
                  <a:schemeClr val="accent3"/>
                </a:solidFill>
              </a:defRPr>
            </a:lvl1pPr>
          </a:lstStyle>
          <a:p>
            <a:pPr lvl="0"/>
            <a:r>
              <a:rPr lang="en-US"/>
              <a:t>Use this section as a description of the following section or delete.</a:t>
            </a:r>
          </a:p>
        </p:txBody>
      </p:sp>
    </p:spTree>
    <p:extLst>
      <p:ext uri="{BB962C8B-B14F-4D97-AF65-F5344CB8AC3E}">
        <p14:creationId xmlns:p14="http://schemas.microsoft.com/office/powerpoint/2010/main" val="2543008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with speaker">
    <p:bg>
      <p:bgPr>
        <a:solidFill>
          <a:srgbClr val="EDECE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2BA8A-AE1B-3823-6449-E69A2495C68E}"/>
              </a:ext>
            </a:extLst>
          </p:cNvPr>
          <p:cNvSpPr>
            <a:spLocks noGrp="1"/>
          </p:cNvSpPr>
          <p:nvPr>
            <p:ph type="title" hasCustomPrompt="1"/>
          </p:nvPr>
        </p:nvSpPr>
        <p:spPr>
          <a:xfrm>
            <a:off x="3191215" y="2296407"/>
            <a:ext cx="7605888" cy="2265186"/>
          </a:xfrm>
          <a:prstGeom prst="rect">
            <a:avLst/>
          </a:prstGeom>
        </p:spPr>
        <p:txBody>
          <a:bodyPr lIns="91440" rIns="91440" anchor="t"/>
          <a:lstStyle>
            <a:lvl1pPr algn="l">
              <a:defRPr sz="2800" b="0"/>
            </a:lvl1pPr>
          </a:lstStyle>
          <a:p>
            <a:r>
              <a:rPr lang="en-US"/>
              <a:t>This is a longer featured quote with a speaker. Use this for client quotes, inspirational quotes, etc.</a:t>
            </a:r>
          </a:p>
        </p:txBody>
      </p:sp>
      <p:sp>
        <p:nvSpPr>
          <p:cNvPr id="17" name="Rectangle 16">
            <a:extLst>
              <a:ext uri="{FF2B5EF4-FFF2-40B4-BE49-F238E27FC236}">
                <a16:creationId xmlns:a16="http://schemas.microsoft.com/office/drawing/2014/main" id="{60A9745D-850B-2659-1344-F6F0627EA965}"/>
              </a:ext>
            </a:extLst>
          </p:cNvPr>
          <p:cNvSpPr/>
          <p:nvPr userDrawn="1"/>
        </p:nvSpPr>
        <p:spPr>
          <a:xfrm rot="5400000">
            <a:off x="821561" y="1968931"/>
            <a:ext cx="18288" cy="914400"/>
          </a:xfrm>
          <a:prstGeom prst="rect">
            <a:avLst/>
          </a:prstGeom>
          <a:gradFill flip="none" rotWithShape="1">
            <a:gsLst>
              <a:gs pos="0">
                <a:srgbClr val="FF00A9"/>
              </a:gs>
              <a:gs pos="100000">
                <a:schemeClr val="accent4"/>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15">
            <a:extLst>
              <a:ext uri="{FF2B5EF4-FFF2-40B4-BE49-F238E27FC236}">
                <a16:creationId xmlns:a16="http://schemas.microsoft.com/office/drawing/2014/main" id="{6ED376FD-4DA7-51B9-A62A-F2D5F9506152}"/>
              </a:ext>
            </a:extLst>
          </p:cNvPr>
          <p:cNvSpPr>
            <a:spLocks noGrp="1"/>
          </p:cNvSpPr>
          <p:nvPr>
            <p:ph type="body" sz="quarter" idx="16" hasCustomPrompt="1"/>
          </p:nvPr>
        </p:nvSpPr>
        <p:spPr>
          <a:xfrm>
            <a:off x="272615" y="2458263"/>
            <a:ext cx="1771639" cy="313932"/>
          </a:xfrm>
        </p:spPr>
        <p:txBody>
          <a:bodyPr wrap="none" lIns="91440" rIns="91440">
            <a:spAutoFit/>
          </a:bodyPr>
          <a:lstStyle>
            <a:lvl1pPr algn="l">
              <a:buNone/>
              <a:defRPr sz="1600">
                <a:solidFill>
                  <a:schemeClr val="tx1"/>
                </a:solidFill>
              </a:defRPr>
            </a:lvl1pPr>
          </a:lstStyle>
          <a:p>
            <a:pPr lvl="0"/>
            <a:r>
              <a:rPr lang="en-US" err="1"/>
              <a:t>Firstname</a:t>
            </a:r>
            <a:r>
              <a:rPr lang="en-US"/>
              <a:t> Lastname</a:t>
            </a:r>
          </a:p>
        </p:txBody>
      </p:sp>
      <p:sp>
        <p:nvSpPr>
          <p:cNvPr id="5" name="Text Placeholder 9">
            <a:extLst>
              <a:ext uri="{FF2B5EF4-FFF2-40B4-BE49-F238E27FC236}">
                <a16:creationId xmlns:a16="http://schemas.microsoft.com/office/drawing/2014/main" id="{DAD9652F-CC3B-55B2-09C2-7F5081B3713E}"/>
              </a:ext>
            </a:extLst>
          </p:cNvPr>
          <p:cNvSpPr>
            <a:spLocks noGrp="1"/>
          </p:cNvSpPr>
          <p:nvPr>
            <p:ph type="body" sz="quarter" idx="17" hasCustomPrompt="1"/>
          </p:nvPr>
        </p:nvSpPr>
        <p:spPr>
          <a:xfrm>
            <a:off x="272615" y="2691902"/>
            <a:ext cx="1620957" cy="230832"/>
          </a:xfrm>
          <a:noFill/>
        </p:spPr>
        <p:txBody>
          <a:bodyPr wrap="none" lIns="91440" rIns="91440" anchor="t">
            <a:spAutoFit/>
          </a:bodyPr>
          <a:lstStyle>
            <a:lvl1pPr marL="11113" indent="-11113" algn="l">
              <a:lnSpc>
                <a:spcPct val="100000"/>
              </a:lnSpc>
              <a:buNone/>
              <a:tabLst/>
              <a:defRPr sz="9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Tree>
    <p:extLst>
      <p:ext uri="{BB962C8B-B14F-4D97-AF65-F5344CB8AC3E}">
        <p14:creationId xmlns:p14="http://schemas.microsoft.com/office/powerpoint/2010/main" val="18364096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g statement">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A9FCE11-2857-4F98-FE7A-36340017DC19}"/>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15" name="Rectangle 14">
            <a:extLst>
              <a:ext uri="{FF2B5EF4-FFF2-40B4-BE49-F238E27FC236}">
                <a16:creationId xmlns:a16="http://schemas.microsoft.com/office/drawing/2014/main" id="{17A3A2D1-81F3-6D12-0DFC-B9EC9BD1F354}"/>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778FEF7-B09C-786A-17D7-D7EBFDD69D63}"/>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4" name="Title 1">
            <a:extLst>
              <a:ext uri="{FF2B5EF4-FFF2-40B4-BE49-F238E27FC236}">
                <a16:creationId xmlns:a16="http://schemas.microsoft.com/office/drawing/2014/main" id="{046D169C-DC21-1711-09FD-1F7E8D3B5EA1}"/>
              </a:ext>
            </a:extLst>
          </p:cNvPr>
          <p:cNvSpPr>
            <a:spLocks noGrp="1"/>
          </p:cNvSpPr>
          <p:nvPr>
            <p:ph type="ctrTitle" hasCustomPrompt="1"/>
          </p:nvPr>
        </p:nvSpPr>
        <p:spPr>
          <a:xfrm>
            <a:off x="271272" y="903249"/>
            <a:ext cx="11649456" cy="5242529"/>
          </a:xfrm>
          <a:prstGeom prst="rect">
            <a:avLst/>
          </a:prstGeom>
        </p:spPr>
        <p:txBody>
          <a:bodyPr lIns="91440" rIns="91440" anchor="ctr">
            <a:normAutofit/>
          </a:bodyPr>
          <a:lstStyle>
            <a:lvl1pPr algn="ctr">
              <a:lnSpc>
                <a:spcPct val="80000"/>
              </a:lnSpc>
              <a:defRPr sz="7200" b="0" i="0">
                <a:solidFill>
                  <a:schemeClr val="accent3"/>
                </a:solidFill>
                <a:latin typeface="Tw Cen MT" panose="020B0602020104020603" pitchFamily="34" charset="77"/>
              </a:defRPr>
            </a:lvl1pPr>
          </a:lstStyle>
          <a:p>
            <a:r>
              <a:rPr lang="en-US"/>
              <a:t>This is for big quotes</a:t>
            </a:r>
            <a:br>
              <a:rPr lang="en-US"/>
            </a:br>
            <a:r>
              <a:rPr lang="en-US"/>
              <a:t>&amp; big ideas.</a:t>
            </a:r>
          </a:p>
        </p:txBody>
      </p:sp>
      <p:pic>
        <p:nvPicPr>
          <p:cNvPr id="17" name="Picture 10">
            <a:extLst>
              <a:ext uri="{FF2B5EF4-FFF2-40B4-BE49-F238E27FC236}">
                <a16:creationId xmlns:a16="http://schemas.microsoft.com/office/drawing/2014/main" id="{1FDF8C0D-9F03-B957-8010-C103FEBC348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81717" y="431072"/>
            <a:ext cx="171415" cy="225380"/>
          </a:xfrm>
          <a:prstGeom prst="rect">
            <a:avLst/>
          </a:prstGeom>
        </p:spPr>
      </p:pic>
      <p:sp>
        <p:nvSpPr>
          <p:cNvPr id="6" name="Text Placeholder 9">
            <a:extLst>
              <a:ext uri="{FF2B5EF4-FFF2-40B4-BE49-F238E27FC236}">
                <a16:creationId xmlns:a16="http://schemas.microsoft.com/office/drawing/2014/main" id="{3477A256-1034-08C5-63C0-1CC65829AFB9}"/>
              </a:ext>
            </a:extLst>
          </p:cNvPr>
          <p:cNvSpPr>
            <a:spLocks noGrp="1"/>
          </p:cNvSpPr>
          <p:nvPr>
            <p:ph type="body" sz="quarter" idx="16" hasCustomPrompt="1"/>
          </p:nvPr>
        </p:nvSpPr>
        <p:spPr>
          <a:xfrm>
            <a:off x="684906" y="431114"/>
            <a:ext cx="2562240" cy="244682"/>
          </a:xfrm>
          <a:solidFill>
            <a:schemeClr val="accent6"/>
          </a:solidFill>
        </p:spPr>
        <p:txBody>
          <a:bodyPr wrap="none" lIns="91440" rIns="45720" anchor="ctr">
            <a:spAutoFit/>
          </a:bodyPr>
          <a:lstStyle>
            <a:lvl1pPr>
              <a:buNone/>
              <a:defRPr sz="1100" spc="300">
                <a:solidFill>
                  <a:schemeClr val="accent3"/>
                </a:solidFill>
                <a:latin typeface="Consolas" panose="020B0609020204030204" pitchFamily="49" charset="0"/>
                <a:cs typeface="Consolas" panose="020B0609020204030204" pitchFamily="49" charset="0"/>
              </a:defRPr>
            </a:lvl1pPr>
          </a:lstStyle>
          <a:p>
            <a:pPr lvl="0"/>
            <a:r>
              <a:rPr lang="en-US"/>
              <a:t>TITLE OF PRESENTATION</a:t>
            </a:r>
          </a:p>
        </p:txBody>
      </p:sp>
    </p:spTree>
    <p:extLst>
      <p:ext uri="{BB962C8B-B14F-4D97-AF65-F5344CB8AC3E}">
        <p14:creationId xmlns:p14="http://schemas.microsoft.com/office/powerpoint/2010/main" val="36820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orizontal half (1)">
    <p:bg>
      <p:bgPr>
        <a:solidFill>
          <a:srgbClr val="EDECE8"/>
        </a:solidFill>
        <a:effectLst/>
      </p:bgPr>
    </p:bg>
    <p:spTree>
      <p:nvGrpSpPr>
        <p:cNvPr id="1" name=""/>
        <p:cNvGrpSpPr/>
        <p:nvPr/>
      </p:nvGrpSpPr>
      <p:grpSpPr>
        <a:xfrm>
          <a:off x="0" y="0"/>
          <a:ext cx="0" cy="0"/>
          <a:chOff x="0" y="0"/>
          <a:chExt cx="0" cy="0"/>
        </a:xfrm>
      </p:grpSpPr>
      <p:pic>
        <p:nvPicPr>
          <p:cNvPr id="2" name="Picture 1" descr="A black and white background with white dots&#10;&#10;AI-generated content may be incorrect.">
            <a:extLst>
              <a:ext uri="{FF2B5EF4-FFF2-40B4-BE49-F238E27FC236}">
                <a16:creationId xmlns:a16="http://schemas.microsoft.com/office/drawing/2014/main" id="{D8638D4F-E653-8EA3-C8B8-24E01D92BC45}"/>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3" name="Picture 2" descr="A black and white background with white dots&#10;&#10;AI-generated content may be incorrect.">
            <a:extLst>
              <a:ext uri="{FF2B5EF4-FFF2-40B4-BE49-F238E27FC236}">
                <a16:creationId xmlns:a16="http://schemas.microsoft.com/office/drawing/2014/main" id="{0441308A-7B38-C57D-EDF9-426517336045}"/>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4" name="Picture 3" descr="A black and white background with white dots&#10;&#10;AI-generated content may be incorrect.">
            <a:extLst>
              <a:ext uri="{FF2B5EF4-FFF2-40B4-BE49-F238E27FC236}">
                <a16:creationId xmlns:a16="http://schemas.microsoft.com/office/drawing/2014/main" id="{1C927264-33F1-268F-B0DA-586209684656}"/>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pic>
        <p:nvPicPr>
          <p:cNvPr id="8" name="Picture 7">
            <a:extLst>
              <a:ext uri="{FF2B5EF4-FFF2-40B4-BE49-F238E27FC236}">
                <a16:creationId xmlns:a16="http://schemas.microsoft.com/office/drawing/2014/main" id="{C50EDB4B-1378-A9F0-70BB-2338ABDBBE63}"/>
              </a:ext>
            </a:extLst>
          </p:cNvPr>
          <p:cNvPicPr>
            <a:picLocks noChangeAspect="1"/>
          </p:cNvPicPr>
          <p:nvPr userDrawn="1"/>
        </p:nvPicPr>
        <p:blipFill>
          <a:blip r:embed="rId6"/>
          <a:srcRect t="37797" b="19979"/>
          <a:stretch>
            <a:fillRect/>
          </a:stretch>
        </p:blipFill>
        <p:spPr>
          <a:xfrm>
            <a:off x="0" y="0"/>
            <a:ext cx="12192000" cy="3431894"/>
          </a:xfrm>
          <a:prstGeom prst="rect">
            <a:avLst/>
          </a:prstGeom>
        </p:spPr>
      </p:pic>
      <p:sp>
        <p:nvSpPr>
          <p:cNvPr id="19" name="Text Placeholder 9">
            <a:extLst>
              <a:ext uri="{FF2B5EF4-FFF2-40B4-BE49-F238E27FC236}">
                <a16:creationId xmlns:a16="http://schemas.microsoft.com/office/drawing/2014/main" id="{844B389D-4915-3AD7-57C7-FA9AE9CFB110}"/>
              </a:ext>
            </a:extLst>
          </p:cNvPr>
          <p:cNvSpPr>
            <a:spLocks noGrp="1"/>
          </p:cNvSpPr>
          <p:nvPr>
            <p:ph type="body" sz="quarter" idx="13" hasCustomPrompt="1"/>
          </p:nvPr>
        </p:nvSpPr>
        <p:spPr>
          <a:xfrm>
            <a:off x="272615" y="3838753"/>
            <a:ext cx="1685077" cy="244682"/>
          </a:xfrm>
          <a:noFill/>
        </p:spPr>
        <p:txBody>
          <a:bodyPr wrap="none" lIns="91440" rIns="91440" anchor="ctr">
            <a:spAutoFit/>
          </a:bodyPr>
          <a:lstStyle>
            <a:lvl1pPr algn="l">
              <a:buNone/>
              <a:defRPr sz="1100" spc="300">
                <a:solidFill>
                  <a:schemeClr val="tx1"/>
                </a:solidFill>
                <a:latin typeface="Consolas" panose="020B0609020204030204" pitchFamily="49" charset="0"/>
                <a:cs typeface="Consolas" panose="020B0609020204030204" pitchFamily="49" charset="0"/>
              </a:defRPr>
            </a:lvl1pPr>
          </a:lstStyle>
          <a:p>
            <a:pPr lvl="0"/>
            <a:r>
              <a:rPr lang="en-US"/>
              <a:t>SECTION TITLE</a:t>
            </a:r>
          </a:p>
        </p:txBody>
      </p:sp>
      <p:sp>
        <p:nvSpPr>
          <p:cNvPr id="20" name="Text Placeholder 13">
            <a:extLst>
              <a:ext uri="{FF2B5EF4-FFF2-40B4-BE49-F238E27FC236}">
                <a16:creationId xmlns:a16="http://schemas.microsoft.com/office/drawing/2014/main" id="{4D64D910-7216-6444-642C-987110124296}"/>
              </a:ext>
            </a:extLst>
          </p:cNvPr>
          <p:cNvSpPr>
            <a:spLocks noGrp="1"/>
          </p:cNvSpPr>
          <p:nvPr>
            <p:ph type="body" sz="quarter" idx="14" hasCustomPrompt="1"/>
          </p:nvPr>
        </p:nvSpPr>
        <p:spPr>
          <a:xfrm>
            <a:off x="272615" y="4204062"/>
            <a:ext cx="5358004" cy="286232"/>
          </a:xfrm>
        </p:spPr>
        <p:txBody>
          <a:bodyPr wrap="square" lIns="91440" rIns="91440" anchor="t">
            <a:spAutoFit/>
          </a:bodyPr>
          <a:lstStyle>
            <a:lvl1pPr marL="7938" indent="-7938" algn="l">
              <a:buNone/>
              <a:tabLst/>
              <a:defRPr sz="1400">
                <a:solidFill>
                  <a:schemeClr val="tx1"/>
                </a:solidFill>
              </a:defRPr>
            </a:lvl1pPr>
          </a:lstStyle>
          <a:p>
            <a:pPr lvl="0"/>
            <a:r>
              <a:rPr lang="en-US"/>
              <a:t>Click to add text.</a:t>
            </a:r>
          </a:p>
        </p:txBody>
      </p:sp>
      <p:sp>
        <p:nvSpPr>
          <p:cNvPr id="23" name="Text Placeholder 9">
            <a:extLst>
              <a:ext uri="{FF2B5EF4-FFF2-40B4-BE49-F238E27FC236}">
                <a16:creationId xmlns:a16="http://schemas.microsoft.com/office/drawing/2014/main" id="{8FAF93A5-80BB-AB71-F30B-73374C5E4F8B}"/>
              </a:ext>
            </a:extLst>
          </p:cNvPr>
          <p:cNvSpPr>
            <a:spLocks noGrp="1"/>
          </p:cNvSpPr>
          <p:nvPr>
            <p:ph type="body" sz="quarter" idx="15" hasCustomPrompt="1"/>
          </p:nvPr>
        </p:nvSpPr>
        <p:spPr>
          <a:xfrm>
            <a:off x="6335211" y="3838753"/>
            <a:ext cx="1685077" cy="244682"/>
          </a:xfrm>
          <a:noFill/>
        </p:spPr>
        <p:txBody>
          <a:bodyPr wrap="none" lIns="91440" rIns="91440" anchor="ctr">
            <a:spAutoFit/>
          </a:bodyPr>
          <a:lstStyle>
            <a:lvl1pPr algn="l">
              <a:buNone/>
              <a:defRPr sz="1100" spc="300">
                <a:solidFill>
                  <a:schemeClr val="tx1"/>
                </a:solidFill>
                <a:latin typeface="Consolas" panose="020B0609020204030204" pitchFamily="49" charset="0"/>
                <a:cs typeface="Consolas" panose="020B0609020204030204" pitchFamily="49" charset="0"/>
              </a:defRPr>
            </a:lvl1pPr>
          </a:lstStyle>
          <a:p>
            <a:pPr lvl="0"/>
            <a:r>
              <a:rPr lang="en-US"/>
              <a:t>SECTION TITLE</a:t>
            </a:r>
          </a:p>
        </p:txBody>
      </p:sp>
      <p:sp>
        <p:nvSpPr>
          <p:cNvPr id="24" name="Text Placeholder 13">
            <a:extLst>
              <a:ext uri="{FF2B5EF4-FFF2-40B4-BE49-F238E27FC236}">
                <a16:creationId xmlns:a16="http://schemas.microsoft.com/office/drawing/2014/main" id="{97EE4BB8-F16F-C43A-B20A-7BD6CBD087E8}"/>
              </a:ext>
            </a:extLst>
          </p:cNvPr>
          <p:cNvSpPr>
            <a:spLocks noGrp="1"/>
          </p:cNvSpPr>
          <p:nvPr>
            <p:ph type="body" sz="quarter" idx="16" hasCustomPrompt="1"/>
          </p:nvPr>
        </p:nvSpPr>
        <p:spPr>
          <a:xfrm>
            <a:off x="6335211" y="4204062"/>
            <a:ext cx="5358004" cy="286232"/>
          </a:xfrm>
        </p:spPr>
        <p:txBody>
          <a:bodyPr wrap="square" lIns="91440" rIns="91440" anchor="t">
            <a:spAutoFit/>
          </a:bodyPr>
          <a:lstStyle>
            <a:lvl1pPr marL="7938" indent="-7938" algn="l">
              <a:buNone/>
              <a:tabLst/>
              <a:defRPr sz="1400">
                <a:solidFill>
                  <a:schemeClr val="tx1"/>
                </a:solidFill>
              </a:defRPr>
            </a:lvl1pPr>
          </a:lstStyle>
          <a:p>
            <a:pPr lvl="0"/>
            <a:r>
              <a:rPr lang="en-US"/>
              <a:t>Click to add text.</a:t>
            </a:r>
          </a:p>
        </p:txBody>
      </p:sp>
      <p:sp>
        <p:nvSpPr>
          <p:cNvPr id="7" name="Text Placeholder 9">
            <a:extLst>
              <a:ext uri="{FF2B5EF4-FFF2-40B4-BE49-F238E27FC236}">
                <a16:creationId xmlns:a16="http://schemas.microsoft.com/office/drawing/2014/main" id="{2CB331A4-F43F-7EE7-B5B2-8C55CC864202}"/>
              </a:ext>
            </a:extLst>
          </p:cNvPr>
          <p:cNvSpPr>
            <a:spLocks noGrp="1"/>
          </p:cNvSpPr>
          <p:nvPr>
            <p:ph type="body" sz="quarter" idx="12" hasCustomPrompt="1"/>
          </p:nvPr>
        </p:nvSpPr>
        <p:spPr>
          <a:xfrm>
            <a:off x="272615" y="2970993"/>
            <a:ext cx="1408078" cy="244682"/>
          </a:xfrm>
          <a:solidFill>
            <a:schemeClr val="tx1">
              <a:alpha val="56960"/>
            </a:schemeClr>
          </a:solidFill>
        </p:spPr>
        <p:txBody>
          <a:bodyPr wrap="none" lIns="91440" rIns="45720" anchor="ctr">
            <a:spAutoFit/>
          </a:bodyPr>
          <a:lstStyle>
            <a:lvl1pPr marL="0" indent="0">
              <a:buNone/>
              <a:tabLst/>
              <a:defRPr sz="1100" spc="300">
                <a:solidFill>
                  <a:srgbClr val="EDECE8"/>
                </a:solidFill>
                <a:latin typeface="Consolas" panose="020B0609020204030204" pitchFamily="49" charset="0"/>
                <a:cs typeface="Consolas" panose="020B0609020204030204" pitchFamily="49" charset="0"/>
              </a:defRPr>
            </a:lvl1pPr>
          </a:lstStyle>
          <a:p>
            <a:pPr lvl="0"/>
            <a:r>
              <a:rPr lang="en-US"/>
              <a:t>SLIDE TITLE</a:t>
            </a:r>
          </a:p>
        </p:txBody>
      </p:sp>
    </p:spTree>
    <p:extLst>
      <p:ext uri="{BB962C8B-B14F-4D97-AF65-F5344CB8AC3E}">
        <p14:creationId xmlns:p14="http://schemas.microsoft.com/office/powerpoint/2010/main" val="181065788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orizontal half (2)">
    <p:bg>
      <p:bgPr>
        <a:solidFill>
          <a:srgbClr val="EDECE8"/>
        </a:solidFill>
        <a:effectLst/>
      </p:bgPr>
    </p:bg>
    <p:spTree>
      <p:nvGrpSpPr>
        <p:cNvPr id="1" name=""/>
        <p:cNvGrpSpPr/>
        <p:nvPr/>
      </p:nvGrpSpPr>
      <p:grpSpPr>
        <a:xfrm>
          <a:off x="0" y="0"/>
          <a:ext cx="0" cy="0"/>
          <a:chOff x="0" y="0"/>
          <a:chExt cx="0" cy="0"/>
        </a:xfrm>
      </p:grpSpPr>
      <p:pic>
        <p:nvPicPr>
          <p:cNvPr id="2" name="Picture 1" descr="A black and white background with white dots&#10;&#10;AI-generated content may be incorrect.">
            <a:extLst>
              <a:ext uri="{FF2B5EF4-FFF2-40B4-BE49-F238E27FC236}">
                <a16:creationId xmlns:a16="http://schemas.microsoft.com/office/drawing/2014/main" id="{FC74D1F6-15D6-11FF-1311-EB84885C3B0F}"/>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3" name="Picture 2" descr="A black and white background with white dots&#10;&#10;AI-generated content may be incorrect.">
            <a:extLst>
              <a:ext uri="{FF2B5EF4-FFF2-40B4-BE49-F238E27FC236}">
                <a16:creationId xmlns:a16="http://schemas.microsoft.com/office/drawing/2014/main" id="{1EB2B2E4-4829-9D69-83CF-0934187D953A}"/>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4" name="Picture 3" descr="A black and white background with white dots&#10;&#10;AI-generated content may be incorrect.">
            <a:extLst>
              <a:ext uri="{FF2B5EF4-FFF2-40B4-BE49-F238E27FC236}">
                <a16:creationId xmlns:a16="http://schemas.microsoft.com/office/drawing/2014/main" id="{12AD3334-4A2F-3547-49B7-899D6AD5A9E6}"/>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pic>
        <p:nvPicPr>
          <p:cNvPr id="8" name="Picture 7">
            <a:extLst>
              <a:ext uri="{FF2B5EF4-FFF2-40B4-BE49-F238E27FC236}">
                <a16:creationId xmlns:a16="http://schemas.microsoft.com/office/drawing/2014/main" id="{C50EDB4B-1378-A9F0-70BB-2338ABDBBE63}"/>
              </a:ext>
            </a:extLst>
          </p:cNvPr>
          <p:cNvPicPr>
            <a:picLocks noChangeAspect="1"/>
          </p:cNvPicPr>
          <p:nvPr userDrawn="1"/>
        </p:nvPicPr>
        <p:blipFill>
          <a:blip r:embed="rId6"/>
          <a:srcRect l="8279" t="22454" r="4871" b="7563"/>
          <a:stretch>
            <a:fillRect/>
          </a:stretch>
        </p:blipFill>
        <p:spPr>
          <a:xfrm>
            <a:off x="0" y="0"/>
            <a:ext cx="12192000" cy="3431894"/>
          </a:xfrm>
          <a:prstGeom prst="rect">
            <a:avLst/>
          </a:prstGeom>
        </p:spPr>
      </p:pic>
      <p:sp>
        <p:nvSpPr>
          <p:cNvPr id="19" name="Text Placeholder 9">
            <a:extLst>
              <a:ext uri="{FF2B5EF4-FFF2-40B4-BE49-F238E27FC236}">
                <a16:creationId xmlns:a16="http://schemas.microsoft.com/office/drawing/2014/main" id="{760F5A67-FDA5-85D6-E075-6DA7DC800B00}"/>
              </a:ext>
            </a:extLst>
          </p:cNvPr>
          <p:cNvSpPr>
            <a:spLocks noGrp="1"/>
          </p:cNvSpPr>
          <p:nvPr>
            <p:ph type="body" sz="quarter" idx="12" hasCustomPrompt="1"/>
          </p:nvPr>
        </p:nvSpPr>
        <p:spPr>
          <a:xfrm>
            <a:off x="272615" y="2970993"/>
            <a:ext cx="1408078" cy="244682"/>
          </a:xfrm>
          <a:solidFill>
            <a:schemeClr val="tx1">
              <a:alpha val="56960"/>
            </a:schemeClr>
          </a:solidFill>
        </p:spPr>
        <p:txBody>
          <a:bodyPr wrap="none" lIns="91440" rIns="45720" anchor="ctr">
            <a:spAutoFit/>
          </a:bodyPr>
          <a:lstStyle>
            <a:lvl1pPr marL="0" indent="0">
              <a:buNone/>
              <a:tabLst/>
              <a:defRPr sz="1100" spc="300">
                <a:solidFill>
                  <a:srgbClr val="EDECE8"/>
                </a:solidFill>
                <a:latin typeface="Consolas" panose="020B0609020204030204" pitchFamily="49" charset="0"/>
                <a:cs typeface="Consolas" panose="020B0609020204030204" pitchFamily="49" charset="0"/>
              </a:defRPr>
            </a:lvl1pPr>
          </a:lstStyle>
          <a:p>
            <a:pPr lvl="0"/>
            <a:r>
              <a:rPr lang="en-US"/>
              <a:t>SLIDE TITLE</a:t>
            </a:r>
          </a:p>
        </p:txBody>
      </p:sp>
      <p:sp>
        <p:nvSpPr>
          <p:cNvPr id="6" name="Text Placeholder 9">
            <a:extLst>
              <a:ext uri="{FF2B5EF4-FFF2-40B4-BE49-F238E27FC236}">
                <a16:creationId xmlns:a16="http://schemas.microsoft.com/office/drawing/2014/main" id="{A0983A1A-018F-DCBB-81E6-3F2341A94F72}"/>
              </a:ext>
            </a:extLst>
          </p:cNvPr>
          <p:cNvSpPr>
            <a:spLocks noGrp="1"/>
          </p:cNvSpPr>
          <p:nvPr>
            <p:ph type="body" sz="quarter" idx="13" hasCustomPrompt="1"/>
          </p:nvPr>
        </p:nvSpPr>
        <p:spPr>
          <a:xfrm>
            <a:off x="272615" y="3838753"/>
            <a:ext cx="1685077" cy="244682"/>
          </a:xfrm>
          <a:noFill/>
        </p:spPr>
        <p:txBody>
          <a:bodyPr wrap="none" lIns="91440" rIns="91440" anchor="ctr">
            <a:spAutoFit/>
          </a:bodyPr>
          <a:lstStyle>
            <a:lvl1pPr algn="l">
              <a:buNone/>
              <a:defRPr sz="1100" spc="300">
                <a:solidFill>
                  <a:schemeClr val="tx1"/>
                </a:solidFill>
                <a:latin typeface="Consolas" panose="020B0609020204030204" pitchFamily="49" charset="0"/>
                <a:cs typeface="Consolas" panose="020B0609020204030204" pitchFamily="49" charset="0"/>
              </a:defRPr>
            </a:lvl1pPr>
          </a:lstStyle>
          <a:p>
            <a:pPr lvl="0"/>
            <a:r>
              <a:rPr lang="en-US"/>
              <a:t>SECTION TITLE</a:t>
            </a:r>
          </a:p>
        </p:txBody>
      </p:sp>
      <p:sp>
        <p:nvSpPr>
          <p:cNvPr id="7" name="Text Placeholder 13">
            <a:extLst>
              <a:ext uri="{FF2B5EF4-FFF2-40B4-BE49-F238E27FC236}">
                <a16:creationId xmlns:a16="http://schemas.microsoft.com/office/drawing/2014/main" id="{EB978DBB-61FE-64F5-2A5C-766F948ADA12}"/>
              </a:ext>
            </a:extLst>
          </p:cNvPr>
          <p:cNvSpPr>
            <a:spLocks noGrp="1"/>
          </p:cNvSpPr>
          <p:nvPr>
            <p:ph type="body" sz="quarter" idx="14" hasCustomPrompt="1"/>
          </p:nvPr>
        </p:nvSpPr>
        <p:spPr>
          <a:xfrm>
            <a:off x="272615" y="4204062"/>
            <a:ext cx="5358004" cy="286232"/>
          </a:xfrm>
        </p:spPr>
        <p:txBody>
          <a:bodyPr wrap="square" lIns="91440" rIns="91440" anchor="t">
            <a:spAutoFit/>
          </a:bodyPr>
          <a:lstStyle>
            <a:lvl1pPr marL="7938" indent="-7938" algn="l">
              <a:buNone/>
              <a:tabLst/>
              <a:defRPr sz="1400">
                <a:solidFill>
                  <a:schemeClr val="tx1"/>
                </a:solidFill>
              </a:defRPr>
            </a:lvl1pPr>
          </a:lstStyle>
          <a:p>
            <a:pPr lvl="0"/>
            <a:r>
              <a:rPr lang="en-US"/>
              <a:t>Click to add text.</a:t>
            </a:r>
          </a:p>
        </p:txBody>
      </p:sp>
      <p:sp>
        <p:nvSpPr>
          <p:cNvPr id="9" name="Text Placeholder 9">
            <a:extLst>
              <a:ext uri="{FF2B5EF4-FFF2-40B4-BE49-F238E27FC236}">
                <a16:creationId xmlns:a16="http://schemas.microsoft.com/office/drawing/2014/main" id="{B14477F3-5BCF-FA1F-A120-62364210C91E}"/>
              </a:ext>
            </a:extLst>
          </p:cNvPr>
          <p:cNvSpPr>
            <a:spLocks noGrp="1"/>
          </p:cNvSpPr>
          <p:nvPr>
            <p:ph type="body" sz="quarter" idx="15" hasCustomPrompt="1"/>
          </p:nvPr>
        </p:nvSpPr>
        <p:spPr>
          <a:xfrm>
            <a:off x="6335211" y="3838753"/>
            <a:ext cx="1685077" cy="244682"/>
          </a:xfrm>
          <a:noFill/>
        </p:spPr>
        <p:txBody>
          <a:bodyPr wrap="none" lIns="91440" rIns="91440" anchor="ctr">
            <a:spAutoFit/>
          </a:bodyPr>
          <a:lstStyle>
            <a:lvl1pPr algn="l">
              <a:buNone/>
              <a:defRPr sz="1100" spc="300">
                <a:solidFill>
                  <a:schemeClr val="tx1"/>
                </a:solidFill>
                <a:latin typeface="Consolas" panose="020B0609020204030204" pitchFamily="49" charset="0"/>
                <a:cs typeface="Consolas" panose="020B0609020204030204" pitchFamily="49" charset="0"/>
              </a:defRPr>
            </a:lvl1pPr>
          </a:lstStyle>
          <a:p>
            <a:pPr lvl="0"/>
            <a:r>
              <a:rPr lang="en-US"/>
              <a:t>SECTION TITLE</a:t>
            </a:r>
          </a:p>
        </p:txBody>
      </p:sp>
      <p:sp>
        <p:nvSpPr>
          <p:cNvPr id="10" name="Text Placeholder 13">
            <a:extLst>
              <a:ext uri="{FF2B5EF4-FFF2-40B4-BE49-F238E27FC236}">
                <a16:creationId xmlns:a16="http://schemas.microsoft.com/office/drawing/2014/main" id="{EF274724-F411-A7B9-548E-D9063668C958}"/>
              </a:ext>
            </a:extLst>
          </p:cNvPr>
          <p:cNvSpPr>
            <a:spLocks noGrp="1"/>
          </p:cNvSpPr>
          <p:nvPr>
            <p:ph type="body" sz="quarter" idx="16" hasCustomPrompt="1"/>
          </p:nvPr>
        </p:nvSpPr>
        <p:spPr>
          <a:xfrm>
            <a:off x="6335211" y="4204062"/>
            <a:ext cx="5358004" cy="286232"/>
          </a:xfrm>
        </p:spPr>
        <p:txBody>
          <a:bodyPr wrap="square" lIns="91440" rIns="91440" anchor="t">
            <a:spAutoFit/>
          </a:bodyPr>
          <a:lstStyle>
            <a:lvl1pPr marL="7938" indent="-7938" algn="l">
              <a:buNone/>
              <a:tabLst/>
              <a:defRPr sz="1400">
                <a:solidFill>
                  <a:schemeClr val="tx1"/>
                </a:solidFill>
              </a:defRPr>
            </a:lvl1pPr>
          </a:lstStyle>
          <a:p>
            <a:pPr lvl="0"/>
            <a:r>
              <a:rPr lang="en-US"/>
              <a:t>Click to add text.</a:t>
            </a:r>
          </a:p>
        </p:txBody>
      </p:sp>
    </p:spTree>
    <p:extLst>
      <p:ext uri="{BB962C8B-B14F-4D97-AF65-F5344CB8AC3E}">
        <p14:creationId xmlns:p14="http://schemas.microsoft.com/office/powerpoint/2010/main" val="374646204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orizontal half (custom)">
    <p:bg>
      <p:bgPr>
        <a:solidFill>
          <a:srgbClr val="EDECE8"/>
        </a:solidFill>
        <a:effectLst/>
      </p:bgPr>
    </p:bg>
    <p:spTree>
      <p:nvGrpSpPr>
        <p:cNvPr id="1" name=""/>
        <p:cNvGrpSpPr/>
        <p:nvPr/>
      </p:nvGrpSpPr>
      <p:grpSpPr>
        <a:xfrm>
          <a:off x="0" y="0"/>
          <a:ext cx="0" cy="0"/>
          <a:chOff x="0" y="0"/>
          <a:chExt cx="0" cy="0"/>
        </a:xfrm>
      </p:grpSpPr>
      <p:pic>
        <p:nvPicPr>
          <p:cNvPr id="16" name="Picture 15" descr="A black and white background with white dots&#10;&#10;AI-generated content may be incorrect.">
            <a:extLst>
              <a:ext uri="{FF2B5EF4-FFF2-40B4-BE49-F238E27FC236}">
                <a16:creationId xmlns:a16="http://schemas.microsoft.com/office/drawing/2014/main" id="{F69C9CF2-B3F5-19CD-2F4A-FB482B4ED260}"/>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17" name="Picture 16" descr="A black and white background with white dots&#10;&#10;AI-generated content may be incorrect.">
            <a:extLst>
              <a:ext uri="{FF2B5EF4-FFF2-40B4-BE49-F238E27FC236}">
                <a16:creationId xmlns:a16="http://schemas.microsoft.com/office/drawing/2014/main" id="{EEC546E2-E3BF-D830-8AA9-E92C82953E0A}"/>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18" name="Picture 17" descr="A black and white background with white dots&#10;&#10;AI-generated content may be incorrect.">
            <a:extLst>
              <a:ext uri="{FF2B5EF4-FFF2-40B4-BE49-F238E27FC236}">
                <a16:creationId xmlns:a16="http://schemas.microsoft.com/office/drawing/2014/main" id="{6627E00E-CC04-CD48-1A25-C1FA2985FEA5}"/>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
        <p:nvSpPr>
          <p:cNvPr id="12" name="Picture Placeholder 11">
            <a:extLst>
              <a:ext uri="{FF2B5EF4-FFF2-40B4-BE49-F238E27FC236}">
                <a16:creationId xmlns:a16="http://schemas.microsoft.com/office/drawing/2014/main" id="{AE7CDE77-0EB7-47BE-4C10-F18E21BBCDC9}"/>
              </a:ext>
            </a:extLst>
          </p:cNvPr>
          <p:cNvSpPr>
            <a:spLocks noGrp="1"/>
          </p:cNvSpPr>
          <p:nvPr>
            <p:ph type="pic" sz="quarter" idx="17"/>
          </p:nvPr>
        </p:nvSpPr>
        <p:spPr>
          <a:xfrm>
            <a:off x="1" y="0"/>
            <a:ext cx="12191999" cy="3428999"/>
          </a:xfrm>
        </p:spPr>
        <p:txBody>
          <a:bodyPr/>
          <a:lstStyle>
            <a:lvl1pPr>
              <a:buNone/>
              <a:defRPr/>
            </a:lvl1pPr>
          </a:lstStyle>
          <a:p>
            <a:r>
              <a:rPr lang="en-US"/>
              <a:t>Click icon to add picture</a:t>
            </a:r>
          </a:p>
        </p:txBody>
      </p:sp>
      <p:sp>
        <p:nvSpPr>
          <p:cNvPr id="19" name="Text Placeholder 9">
            <a:extLst>
              <a:ext uri="{FF2B5EF4-FFF2-40B4-BE49-F238E27FC236}">
                <a16:creationId xmlns:a16="http://schemas.microsoft.com/office/drawing/2014/main" id="{A451E5F0-1CEE-BD63-48E7-2040F8EFAA48}"/>
              </a:ext>
            </a:extLst>
          </p:cNvPr>
          <p:cNvSpPr>
            <a:spLocks noGrp="1"/>
          </p:cNvSpPr>
          <p:nvPr>
            <p:ph type="body" sz="quarter" idx="12" hasCustomPrompt="1"/>
          </p:nvPr>
        </p:nvSpPr>
        <p:spPr>
          <a:xfrm>
            <a:off x="272615" y="2970993"/>
            <a:ext cx="1408078" cy="244682"/>
          </a:xfrm>
          <a:solidFill>
            <a:schemeClr val="tx1">
              <a:alpha val="56960"/>
            </a:schemeClr>
          </a:solidFill>
        </p:spPr>
        <p:txBody>
          <a:bodyPr wrap="none" lIns="91440" rIns="45720" anchor="ctr">
            <a:spAutoFit/>
          </a:bodyPr>
          <a:lstStyle>
            <a:lvl1pPr marL="0" indent="0">
              <a:buNone/>
              <a:tabLst/>
              <a:defRPr sz="1100" spc="300">
                <a:solidFill>
                  <a:srgbClr val="EDECE8"/>
                </a:solidFill>
                <a:latin typeface="Consolas" panose="020B0609020204030204" pitchFamily="49" charset="0"/>
                <a:cs typeface="Consolas" panose="020B0609020204030204" pitchFamily="49" charset="0"/>
              </a:defRPr>
            </a:lvl1pPr>
          </a:lstStyle>
          <a:p>
            <a:pPr lvl="0"/>
            <a:r>
              <a:rPr lang="en-US"/>
              <a:t>SLIDE TITLE</a:t>
            </a:r>
          </a:p>
        </p:txBody>
      </p:sp>
      <p:sp>
        <p:nvSpPr>
          <p:cNvPr id="2" name="Text Placeholder 9">
            <a:extLst>
              <a:ext uri="{FF2B5EF4-FFF2-40B4-BE49-F238E27FC236}">
                <a16:creationId xmlns:a16="http://schemas.microsoft.com/office/drawing/2014/main" id="{D66C9C93-E1A0-0C36-4549-B666C90A830C}"/>
              </a:ext>
            </a:extLst>
          </p:cNvPr>
          <p:cNvSpPr>
            <a:spLocks noGrp="1"/>
          </p:cNvSpPr>
          <p:nvPr>
            <p:ph type="body" sz="quarter" idx="13" hasCustomPrompt="1"/>
          </p:nvPr>
        </p:nvSpPr>
        <p:spPr>
          <a:xfrm>
            <a:off x="272615" y="3838753"/>
            <a:ext cx="1685077" cy="244682"/>
          </a:xfrm>
          <a:noFill/>
        </p:spPr>
        <p:txBody>
          <a:bodyPr wrap="none" lIns="91440" rIns="91440" anchor="ctr">
            <a:spAutoFit/>
          </a:bodyPr>
          <a:lstStyle>
            <a:lvl1pPr algn="l">
              <a:buNone/>
              <a:defRPr sz="1100" spc="300">
                <a:solidFill>
                  <a:schemeClr val="tx1"/>
                </a:solidFill>
                <a:latin typeface="Consolas" panose="020B0609020204030204" pitchFamily="49" charset="0"/>
                <a:cs typeface="Consolas" panose="020B0609020204030204" pitchFamily="49" charset="0"/>
              </a:defRPr>
            </a:lvl1pPr>
          </a:lstStyle>
          <a:p>
            <a:pPr lvl="0"/>
            <a:r>
              <a:rPr lang="en-US"/>
              <a:t>SECTION TITLE</a:t>
            </a:r>
          </a:p>
        </p:txBody>
      </p:sp>
      <p:sp>
        <p:nvSpPr>
          <p:cNvPr id="3" name="Text Placeholder 13">
            <a:extLst>
              <a:ext uri="{FF2B5EF4-FFF2-40B4-BE49-F238E27FC236}">
                <a16:creationId xmlns:a16="http://schemas.microsoft.com/office/drawing/2014/main" id="{F516B085-F58A-CCA9-F95B-D65A4A6BCA40}"/>
              </a:ext>
            </a:extLst>
          </p:cNvPr>
          <p:cNvSpPr>
            <a:spLocks noGrp="1"/>
          </p:cNvSpPr>
          <p:nvPr>
            <p:ph type="body" sz="quarter" idx="14" hasCustomPrompt="1"/>
          </p:nvPr>
        </p:nvSpPr>
        <p:spPr>
          <a:xfrm>
            <a:off x="272615" y="4204062"/>
            <a:ext cx="5358004" cy="286232"/>
          </a:xfrm>
        </p:spPr>
        <p:txBody>
          <a:bodyPr wrap="square" lIns="91440" rIns="91440" anchor="t">
            <a:spAutoFit/>
          </a:bodyPr>
          <a:lstStyle>
            <a:lvl1pPr marL="7938" indent="-7938" algn="l">
              <a:buNone/>
              <a:tabLst/>
              <a:defRPr sz="1400">
                <a:solidFill>
                  <a:schemeClr val="tx1"/>
                </a:solidFill>
              </a:defRPr>
            </a:lvl1pPr>
          </a:lstStyle>
          <a:p>
            <a:pPr lvl="0"/>
            <a:r>
              <a:rPr lang="en-US"/>
              <a:t>Click to add text.</a:t>
            </a:r>
          </a:p>
        </p:txBody>
      </p:sp>
      <p:sp>
        <p:nvSpPr>
          <p:cNvPr id="4" name="Text Placeholder 9">
            <a:extLst>
              <a:ext uri="{FF2B5EF4-FFF2-40B4-BE49-F238E27FC236}">
                <a16:creationId xmlns:a16="http://schemas.microsoft.com/office/drawing/2014/main" id="{9DBCEFAA-6243-500E-FC11-6DA5F4A80F97}"/>
              </a:ext>
            </a:extLst>
          </p:cNvPr>
          <p:cNvSpPr>
            <a:spLocks noGrp="1"/>
          </p:cNvSpPr>
          <p:nvPr>
            <p:ph type="body" sz="quarter" idx="15" hasCustomPrompt="1"/>
          </p:nvPr>
        </p:nvSpPr>
        <p:spPr>
          <a:xfrm>
            <a:off x="6335211" y="3838753"/>
            <a:ext cx="1685077" cy="244682"/>
          </a:xfrm>
          <a:noFill/>
        </p:spPr>
        <p:txBody>
          <a:bodyPr wrap="none" lIns="91440" rIns="91440" anchor="ctr">
            <a:spAutoFit/>
          </a:bodyPr>
          <a:lstStyle>
            <a:lvl1pPr algn="l">
              <a:buNone/>
              <a:defRPr sz="1100" spc="300">
                <a:solidFill>
                  <a:schemeClr val="tx1"/>
                </a:solidFill>
                <a:latin typeface="Consolas" panose="020B0609020204030204" pitchFamily="49" charset="0"/>
                <a:cs typeface="Consolas" panose="020B0609020204030204" pitchFamily="49" charset="0"/>
              </a:defRPr>
            </a:lvl1pPr>
          </a:lstStyle>
          <a:p>
            <a:pPr lvl="0"/>
            <a:r>
              <a:rPr lang="en-US"/>
              <a:t>SECTION TITLE</a:t>
            </a:r>
          </a:p>
        </p:txBody>
      </p:sp>
      <p:sp>
        <p:nvSpPr>
          <p:cNvPr id="7" name="Text Placeholder 13">
            <a:extLst>
              <a:ext uri="{FF2B5EF4-FFF2-40B4-BE49-F238E27FC236}">
                <a16:creationId xmlns:a16="http://schemas.microsoft.com/office/drawing/2014/main" id="{9D036E72-0498-B944-FBE4-32C7820A7CB3}"/>
              </a:ext>
            </a:extLst>
          </p:cNvPr>
          <p:cNvSpPr>
            <a:spLocks noGrp="1"/>
          </p:cNvSpPr>
          <p:nvPr>
            <p:ph type="body" sz="quarter" idx="16" hasCustomPrompt="1"/>
          </p:nvPr>
        </p:nvSpPr>
        <p:spPr>
          <a:xfrm>
            <a:off x="6335211" y="4204062"/>
            <a:ext cx="5358004" cy="286232"/>
          </a:xfrm>
        </p:spPr>
        <p:txBody>
          <a:bodyPr wrap="square" lIns="91440" rIns="91440" anchor="t">
            <a:spAutoFit/>
          </a:bodyPr>
          <a:lstStyle>
            <a:lvl1pPr marL="7938" indent="-7938" algn="l">
              <a:buNone/>
              <a:tabLst/>
              <a:defRPr sz="1400">
                <a:solidFill>
                  <a:schemeClr val="tx1"/>
                </a:solidFill>
              </a:defRPr>
            </a:lvl1pPr>
          </a:lstStyle>
          <a:p>
            <a:pPr lvl="0"/>
            <a:r>
              <a:rPr lang="en-US"/>
              <a:t>Click to add text.</a:t>
            </a:r>
          </a:p>
        </p:txBody>
      </p:sp>
    </p:spTree>
    <p:extLst>
      <p:ext uri="{BB962C8B-B14F-4D97-AF65-F5344CB8AC3E}">
        <p14:creationId xmlns:p14="http://schemas.microsoft.com/office/powerpoint/2010/main" val="387680655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ertical half (1)">
    <p:bg>
      <p:bgPr>
        <a:solidFill>
          <a:srgbClr val="EDECE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F8B142-38C4-C18D-DBC0-2E51BB5B3E38}"/>
              </a:ext>
            </a:extLst>
          </p:cNvPr>
          <p:cNvPicPr>
            <a:picLocks noChangeAspect="1"/>
          </p:cNvPicPr>
          <p:nvPr userDrawn="1"/>
        </p:nvPicPr>
        <p:blipFill>
          <a:blip r:embed="rId2"/>
          <a:srcRect t="5944" b="19130"/>
          <a:stretch>
            <a:fillRect/>
          </a:stretch>
        </p:blipFill>
        <p:spPr>
          <a:xfrm>
            <a:off x="6096000" y="0"/>
            <a:ext cx="6096000" cy="6858000"/>
          </a:xfrm>
          <a:prstGeom prst="rect">
            <a:avLst/>
          </a:prstGeom>
        </p:spPr>
      </p:pic>
      <p:pic>
        <p:nvPicPr>
          <p:cNvPr id="7" name="Picture 6">
            <a:extLst>
              <a:ext uri="{FF2B5EF4-FFF2-40B4-BE49-F238E27FC236}">
                <a16:creationId xmlns:a16="http://schemas.microsoft.com/office/drawing/2014/main" id="{5DA42757-6861-AF70-7D21-0901FC15BC5F}"/>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2" name="Text Placeholder 9">
            <a:extLst>
              <a:ext uri="{FF2B5EF4-FFF2-40B4-BE49-F238E27FC236}">
                <a16:creationId xmlns:a16="http://schemas.microsoft.com/office/drawing/2014/main" id="{D1F5E702-5A0D-7645-9834-A3CFC95F165E}"/>
              </a:ext>
            </a:extLst>
          </p:cNvPr>
          <p:cNvSpPr>
            <a:spLocks noGrp="1"/>
          </p:cNvSpPr>
          <p:nvPr>
            <p:ph type="body" sz="quarter" idx="12" hasCustomPrompt="1"/>
          </p:nvPr>
        </p:nvSpPr>
        <p:spPr>
          <a:xfrm>
            <a:off x="7920588" y="3306659"/>
            <a:ext cx="2446824" cy="244682"/>
          </a:xfrm>
          <a:solidFill>
            <a:schemeClr val="tx1">
              <a:alpha val="56960"/>
            </a:schemeClr>
          </a:solidFill>
        </p:spPr>
        <p:txBody>
          <a:bodyPr wrap="none" lIns="91440" rIns="45720" anchor="ctr">
            <a:spAutoFit/>
          </a:bodyPr>
          <a:lstStyle>
            <a:lvl1pPr marL="0" indent="0" algn="ctr">
              <a:buNone/>
              <a:tabLst/>
              <a:defRPr sz="1100" spc="300">
                <a:solidFill>
                  <a:srgbClr val="EDECE8"/>
                </a:solidFill>
                <a:latin typeface="Consolas" panose="020B0609020204030204" pitchFamily="49" charset="0"/>
                <a:cs typeface="Consolas" panose="020B0609020204030204" pitchFamily="49" charset="0"/>
              </a:defRPr>
            </a:lvl1pPr>
          </a:lstStyle>
          <a:p>
            <a:pPr lvl="0"/>
            <a:r>
              <a:rPr lang="en-US" dirty="0"/>
              <a:t>SHORT STATEMENT HERE</a:t>
            </a:r>
          </a:p>
        </p:txBody>
      </p:sp>
      <p:pic>
        <p:nvPicPr>
          <p:cNvPr id="13" name="Picture 12" descr="A black and white background with white dots&#10;&#10;AI-generated content may be incorrect.">
            <a:extLst>
              <a:ext uri="{FF2B5EF4-FFF2-40B4-BE49-F238E27FC236}">
                <a16:creationId xmlns:a16="http://schemas.microsoft.com/office/drawing/2014/main" id="{76AB6DBA-5DA7-02BF-25FC-0837734ABCFF}"/>
              </a:ext>
            </a:extLst>
          </p:cNvPr>
          <p:cNvPicPr>
            <a:picLocks noChangeAspect="1"/>
          </p:cNvPicPr>
          <p:nvPr userDrawn="1"/>
        </p:nvPicPr>
        <p:blipFill>
          <a:blip r:embed="rId4">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3568337" y="5680857"/>
            <a:ext cx="1158421" cy="1142105"/>
          </a:xfrm>
          <a:prstGeom prst="rect">
            <a:avLst/>
          </a:prstGeom>
        </p:spPr>
      </p:pic>
      <p:pic>
        <p:nvPicPr>
          <p:cNvPr id="14" name="Picture 13" descr="A black and white background with white dots&#10;&#10;AI-generated content may be incorrect.">
            <a:extLst>
              <a:ext uri="{FF2B5EF4-FFF2-40B4-BE49-F238E27FC236}">
                <a16:creationId xmlns:a16="http://schemas.microsoft.com/office/drawing/2014/main" id="{5D2BD7F1-D273-651E-D3A1-3B420AA18BAF}"/>
              </a:ext>
            </a:extLst>
          </p:cNvPr>
          <p:cNvPicPr>
            <a:picLocks noChangeAspect="1"/>
          </p:cNvPicPr>
          <p:nvPr userDrawn="1"/>
        </p:nvPicPr>
        <p:blipFill>
          <a:blip r:embed="rId4">
            <a:alphaModFix amt="5000"/>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rot="13500000">
            <a:off x="4945077" y="4274844"/>
            <a:ext cx="1158421" cy="1142105"/>
          </a:xfrm>
          <a:prstGeom prst="rect">
            <a:avLst/>
          </a:prstGeom>
        </p:spPr>
      </p:pic>
      <p:pic>
        <p:nvPicPr>
          <p:cNvPr id="15" name="Picture 14" descr="A black and white background with white dots&#10;&#10;AI-generated content may be incorrect.">
            <a:extLst>
              <a:ext uri="{FF2B5EF4-FFF2-40B4-BE49-F238E27FC236}">
                <a16:creationId xmlns:a16="http://schemas.microsoft.com/office/drawing/2014/main" id="{BCFCD2AE-24DF-D2BD-C548-388974BFD4A0}"/>
              </a:ext>
            </a:extLst>
          </p:cNvPr>
          <p:cNvPicPr>
            <a:picLocks noChangeAspect="1"/>
          </p:cNvPicPr>
          <p:nvPr userDrawn="1"/>
        </p:nvPicPr>
        <p:blipFill>
          <a:blip r:embed="rId4">
            <a:alphaModFix amt="5000"/>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rot="13500000">
            <a:off x="4945076" y="5680858"/>
            <a:ext cx="1158421" cy="1142105"/>
          </a:xfrm>
          <a:prstGeom prst="rect">
            <a:avLst/>
          </a:prstGeom>
        </p:spPr>
      </p:pic>
      <p:sp>
        <p:nvSpPr>
          <p:cNvPr id="20" name="Text Placeholder 9">
            <a:extLst>
              <a:ext uri="{FF2B5EF4-FFF2-40B4-BE49-F238E27FC236}">
                <a16:creationId xmlns:a16="http://schemas.microsoft.com/office/drawing/2014/main" id="{11BDE1D7-A775-1B73-64CA-6D0E35D94B67}"/>
              </a:ext>
            </a:extLst>
          </p:cNvPr>
          <p:cNvSpPr>
            <a:spLocks noGrp="1"/>
          </p:cNvSpPr>
          <p:nvPr>
            <p:ph type="body" sz="quarter" idx="21" hasCustomPrompt="1"/>
          </p:nvPr>
        </p:nvSpPr>
        <p:spPr>
          <a:xfrm>
            <a:off x="272614" y="1128155"/>
            <a:ext cx="1879857"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24" name="Title 1">
            <a:extLst>
              <a:ext uri="{FF2B5EF4-FFF2-40B4-BE49-F238E27FC236}">
                <a16:creationId xmlns:a16="http://schemas.microsoft.com/office/drawing/2014/main" id="{09D8B455-A8B3-86DF-CC38-AF021245CAB5}"/>
              </a:ext>
            </a:extLst>
          </p:cNvPr>
          <p:cNvSpPr>
            <a:spLocks noGrp="1"/>
          </p:cNvSpPr>
          <p:nvPr>
            <p:ph type="ctrTitle" hasCustomPrompt="1"/>
          </p:nvPr>
        </p:nvSpPr>
        <p:spPr>
          <a:xfrm>
            <a:off x="272615" y="231492"/>
            <a:ext cx="5546385" cy="443006"/>
          </a:xfrm>
          <a:prstGeom prst="rect">
            <a:avLst/>
          </a:prstGeom>
        </p:spPr>
        <p:txBody>
          <a:bodyPr wrap="square" lIns="91440" rIns="91440" anchor="t">
            <a:spAutoFit/>
          </a:bodyPr>
          <a:lstStyle>
            <a:lvl1pPr algn="l">
              <a:lnSpc>
                <a:spcPct val="80000"/>
              </a:lnSpc>
              <a:defRPr sz="2800" b="0" i="0">
                <a:solidFill>
                  <a:schemeClr val="tx1"/>
                </a:solidFill>
                <a:latin typeface="Tw Cen MT" panose="020B0602020104020603" pitchFamily="34" charset="77"/>
              </a:defRPr>
            </a:lvl1pPr>
          </a:lstStyle>
          <a:p>
            <a:r>
              <a:rPr lang="en-US"/>
              <a:t>Headline goes here.</a:t>
            </a:r>
          </a:p>
        </p:txBody>
      </p:sp>
      <p:sp>
        <p:nvSpPr>
          <p:cNvPr id="4" name="Text Placeholder 13">
            <a:extLst>
              <a:ext uri="{FF2B5EF4-FFF2-40B4-BE49-F238E27FC236}">
                <a16:creationId xmlns:a16="http://schemas.microsoft.com/office/drawing/2014/main" id="{1DB70B93-49D2-0FBD-12CA-BDF0EC76CA0A}"/>
              </a:ext>
            </a:extLst>
          </p:cNvPr>
          <p:cNvSpPr>
            <a:spLocks noGrp="1"/>
          </p:cNvSpPr>
          <p:nvPr>
            <p:ph type="body" sz="quarter" idx="18" hasCustomPrompt="1"/>
          </p:nvPr>
        </p:nvSpPr>
        <p:spPr>
          <a:xfrm>
            <a:off x="272615" y="1485900"/>
            <a:ext cx="5546385" cy="4559300"/>
          </a:xfrm>
        </p:spPr>
        <p:txBody>
          <a:bodyPr wrap="square" lIns="91440" rIns="91440" anchor="t">
            <a:noAutofit/>
          </a:bodyPr>
          <a:lstStyle>
            <a:lvl1pPr marL="7938" indent="0" algn="l">
              <a:buNone/>
              <a:tabLst/>
              <a:defRPr sz="1600">
                <a:solidFill>
                  <a:schemeClr val="tx1"/>
                </a:solidFill>
              </a:defRPr>
            </a:lvl1pPr>
          </a:lstStyle>
          <a:p>
            <a:pPr lvl="0"/>
            <a:r>
              <a:rPr lang="en-US"/>
              <a:t>Click to add text.</a:t>
            </a:r>
          </a:p>
        </p:txBody>
      </p:sp>
    </p:spTree>
    <p:extLst>
      <p:ext uri="{BB962C8B-B14F-4D97-AF65-F5344CB8AC3E}">
        <p14:creationId xmlns:p14="http://schemas.microsoft.com/office/powerpoint/2010/main" val="111819262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half (2)">
    <p:bg>
      <p:bgPr>
        <a:solidFill>
          <a:srgbClr val="EDECE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F8B142-38C4-C18D-DBC0-2E51BB5B3E38}"/>
              </a:ext>
            </a:extLst>
          </p:cNvPr>
          <p:cNvPicPr>
            <a:picLocks noChangeAspect="1"/>
          </p:cNvPicPr>
          <p:nvPr userDrawn="1"/>
        </p:nvPicPr>
        <p:blipFill>
          <a:blip r:embed="rId2"/>
          <a:srcRect t="10459" b="5165"/>
          <a:stretch>
            <a:fillRect/>
          </a:stretch>
        </p:blipFill>
        <p:spPr>
          <a:xfrm>
            <a:off x="6096000" y="0"/>
            <a:ext cx="6096000" cy="6858000"/>
          </a:xfrm>
          <a:prstGeom prst="rect">
            <a:avLst/>
          </a:prstGeom>
        </p:spPr>
      </p:pic>
      <p:pic>
        <p:nvPicPr>
          <p:cNvPr id="7" name="Picture 6">
            <a:extLst>
              <a:ext uri="{FF2B5EF4-FFF2-40B4-BE49-F238E27FC236}">
                <a16:creationId xmlns:a16="http://schemas.microsoft.com/office/drawing/2014/main" id="{5DA42757-6861-AF70-7D21-0901FC15BC5F}"/>
              </a:ext>
            </a:extLst>
          </p:cNvPr>
          <p:cNvPicPr>
            <a:picLocks noChangeAspect="1"/>
          </p:cNvPicPr>
          <p:nvPr userDrawn="1"/>
        </p:nvPicPr>
        <p:blipFill>
          <a:blip r:embed="rId3"/>
          <a:srcRect/>
          <a:stretch/>
        </p:blipFill>
        <p:spPr>
          <a:xfrm>
            <a:off x="10859344" y="6460948"/>
            <a:ext cx="958006" cy="152266"/>
          </a:xfrm>
          <a:prstGeom prst="rect">
            <a:avLst/>
          </a:prstGeom>
        </p:spPr>
      </p:pic>
      <p:pic>
        <p:nvPicPr>
          <p:cNvPr id="13" name="Picture 12" descr="A black and white background with white dots&#10;&#10;AI-generated content may be incorrect.">
            <a:extLst>
              <a:ext uri="{FF2B5EF4-FFF2-40B4-BE49-F238E27FC236}">
                <a16:creationId xmlns:a16="http://schemas.microsoft.com/office/drawing/2014/main" id="{837C8ED9-C8CD-FD6F-112E-B37C26069300}"/>
              </a:ext>
            </a:extLst>
          </p:cNvPr>
          <p:cNvPicPr>
            <a:picLocks noChangeAspect="1"/>
          </p:cNvPicPr>
          <p:nvPr userDrawn="1"/>
        </p:nvPicPr>
        <p:blipFill>
          <a:blip r:embed="rId4">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3568337" y="5680857"/>
            <a:ext cx="1158421" cy="1142105"/>
          </a:xfrm>
          <a:prstGeom prst="rect">
            <a:avLst/>
          </a:prstGeom>
        </p:spPr>
      </p:pic>
      <p:pic>
        <p:nvPicPr>
          <p:cNvPr id="15" name="Picture 14" descr="A black and white background with white dots&#10;&#10;AI-generated content may be incorrect.">
            <a:extLst>
              <a:ext uri="{FF2B5EF4-FFF2-40B4-BE49-F238E27FC236}">
                <a16:creationId xmlns:a16="http://schemas.microsoft.com/office/drawing/2014/main" id="{E5D11968-C01F-66F7-B783-00ABBA6C4711}"/>
              </a:ext>
            </a:extLst>
          </p:cNvPr>
          <p:cNvPicPr>
            <a:picLocks noChangeAspect="1"/>
          </p:cNvPicPr>
          <p:nvPr userDrawn="1"/>
        </p:nvPicPr>
        <p:blipFill>
          <a:blip r:embed="rId4">
            <a:alphaModFix amt="5000"/>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rot="13500000">
            <a:off x="4945077" y="4274844"/>
            <a:ext cx="1158421" cy="1142105"/>
          </a:xfrm>
          <a:prstGeom prst="rect">
            <a:avLst/>
          </a:prstGeom>
        </p:spPr>
      </p:pic>
      <p:pic>
        <p:nvPicPr>
          <p:cNvPr id="16" name="Picture 15" descr="A black and white background with white dots&#10;&#10;AI-generated content may be incorrect.">
            <a:extLst>
              <a:ext uri="{FF2B5EF4-FFF2-40B4-BE49-F238E27FC236}">
                <a16:creationId xmlns:a16="http://schemas.microsoft.com/office/drawing/2014/main" id="{377787DF-25E9-39F4-C714-D09A0D5F84A1}"/>
              </a:ext>
            </a:extLst>
          </p:cNvPr>
          <p:cNvPicPr>
            <a:picLocks noChangeAspect="1"/>
          </p:cNvPicPr>
          <p:nvPr userDrawn="1"/>
        </p:nvPicPr>
        <p:blipFill>
          <a:blip r:embed="rId4">
            <a:alphaModFix amt="5000"/>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rot="13500000">
            <a:off x="4945076" y="5680858"/>
            <a:ext cx="1158421" cy="1142105"/>
          </a:xfrm>
          <a:prstGeom prst="rect">
            <a:avLst/>
          </a:prstGeom>
        </p:spPr>
      </p:pic>
      <p:sp>
        <p:nvSpPr>
          <p:cNvPr id="18" name="Text Placeholder 9">
            <a:extLst>
              <a:ext uri="{FF2B5EF4-FFF2-40B4-BE49-F238E27FC236}">
                <a16:creationId xmlns:a16="http://schemas.microsoft.com/office/drawing/2014/main" id="{97B66CCB-FD61-F1E9-50BF-134BADEF9A0A}"/>
              </a:ext>
            </a:extLst>
          </p:cNvPr>
          <p:cNvSpPr>
            <a:spLocks noGrp="1"/>
          </p:cNvSpPr>
          <p:nvPr>
            <p:ph type="body" sz="quarter" idx="21" hasCustomPrompt="1"/>
          </p:nvPr>
        </p:nvSpPr>
        <p:spPr>
          <a:xfrm>
            <a:off x="272614" y="1128155"/>
            <a:ext cx="1879857"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23" name="Title 1">
            <a:extLst>
              <a:ext uri="{FF2B5EF4-FFF2-40B4-BE49-F238E27FC236}">
                <a16:creationId xmlns:a16="http://schemas.microsoft.com/office/drawing/2014/main" id="{A1CBE15D-94A8-07E5-7DA6-E339666F9912}"/>
              </a:ext>
            </a:extLst>
          </p:cNvPr>
          <p:cNvSpPr>
            <a:spLocks noGrp="1"/>
          </p:cNvSpPr>
          <p:nvPr>
            <p:ph type="ctrTitle" hasCustomPrompt="1"/>
          </p:nvPr>
        </p:nvSpPr>
        <p:spPr>
          <a:xfrm>
            <a:off x="272615" y="231492"/>
            <a:ext cx="5546385" cy="443006"/>
          </a:xfrm>
          <a:prstGeom prst="rect">
            <a:avLst/>
          </a:prstGeom>
        </p:spPr>
        <p:txBody>
          <a:bodyPr wrap="square" lIns="91440" rIns="91440" anchor="t">
            <a:spAutoFit/>
          </a:bodyPr>
          <a:lstStyle>
            <a:lvl1pPr algn="l">
              <a:lnSpc>
                <a:spcPct val="80000"/>
              </a:lnSpc>
              <a:defRPr sz="2800" b="0" i="0">
                <a:solidFill>
                  <a:schemeClr val="tx1"/>
                </a:solidFill>
                <a:latin typeface="Tw Cen MT" panose="020B0602020104020603" pitchFamily="34" charset="77"/>
              </a:defRPr>
            </a:lvl1pPr>
          </a:lstStyle>
          <a:p>
            <a:r>
              <a:rPr lang="en-US"/>
              <a:t>Headline goes here.</a:t>
            </a:r>
          </a:p>
        </p:txBody>
      </p:sp>
      <p:sp>
        <p:nvSpPr>
          <p:cNvPr id="4" name="Text Placeholder 13">
            <a:extLst>
              <a:ext uri="{FF2B5EF4-FFF2-40B4-BE49-F238E27FC236}">
                <a16:creationId xmlns:a16="http://schemas.microsoft.com/office/drawing/2014/main" id="{9D45E108-70B7-DE6D-6891-07188D047404}"/>
              </a:ext>
            </a:extLst>
          </p:cNvPr>
          <p:cNvSpPr>
            <a:spLocks noGrp="1"/>
          </p:cNvSpPr>
          <p:nvPr>
            <p:ph type="body" sz="quarter" idx="18" hasCustomPrompt="1"/>
          </p:nvPr>
        </p:nvSpPr>
        <p:spPr>
          <a:xfrm>
            <a:off x="272615" y="1485900"/>
            <a:ext cx="5546385" cy="4559300"/>
          </a:xfrm>
        </p:spPr>
        <p:txBody>
          <a:bodyPr wrap="square" lIns="91440" rIns="91440" anchor="t">
            <a:noAutofit/>
          </a:bodyPr>
          <a:lstStyle>
            <a:lvl1pPr marL="7938" indent="0" algn="l">
              <a:buNone/>
              <a:tabLst/>
              <a:defRPr sz="1600">
                <a:solidFill>
                  <a:schemeClr val="tx1"/>
                </a:solidFill>
              </a:defRPr>
            </a:lvl1pPr>
          </a:lstStyle>
          <a:p>
            <a:pPr lvl="0"/>
            <a:r>
              <a:rPr lang="en-US"/>
              <a:t>Click to add text.</a:t>
            </a:r>
          </a:p>
        </p:txBody>
      </p:sp>
      <p:sp>
        <p:nvSpPr>
          <p:cNvPr id="6" name="Text Placeholder 9">
            <a:extLst>
              <a:ext uri="{FF2B5EF4-FFF2-40B4-BE49-F238E27FC236}">
                <a16:creationId xmlns:a16="http://schemas.microsoft.com/office/drawing/2014/main" id="{A174D7D6-7225-674C-77BE-66322E7B8010}"/>
              </a:ext>
            </a:extLst>
          </p:cNvPr>
          <p:cNvSpPr>
            <a:spLocks noGrp="1"/>
          </p:cNvSpPr>
          <p:nvPr>
            <p:ph type="body" sz="quarter" idx="12" hasCustomPrompt="1"/>
          </p:nvPr>
        </p:nvSpPr>
        <p:spPr>
          <a:xfrm>
            <a:off x="7920588" y="3306659"/>
            <a:ext cx="2446824" cy="244682"/>
          </a:xfrm>
          <a:solidFill>
            <a:schemeClr val="tx1">
              <a:alpha val="56960"/>
            </a:schemeClr>
          </a:solidFill>
        </p:spPr>
        <p:txBody>
          <a:bodyPr wrap="none" lIns="91440" rIns="45720" anchor="ctr">
            <a:spAutoFit/>
          </a:bodyPr>
          <a:lstStyle>
            <a:lvl1pPr marL="0" indent="0" algn="ctr">
              <a:buNone/>
              <a:tabLst/>
              <a:defRPr sz="1100" spc="300">
                <a:solidFill>
                  <a:srgbClr val="EDECE8"/>
                </a:solidFill>
                <a:latin typeface="Consolas" panose="020B0609020204030204" pitchFamily="49" charset="0"/>
                <a:cs typeface="Consolas" panose="020B0609020204030204" pitchFamily="49" charset="0"/>
              </a:defRPr>
            </a:lvl1pPr>
          </a:lstStyle>
          <a:p>
            <a:pPr lvl="0"/>
            <a:r>
              <a:rPr lang="en-US" dirty="0"/>
              <a:t>SHORT STATEMENT HERE</a:t>
            </a:r>
          </a:p>
        </p:txBody>
      </p:sp>
    </p:spTree>
    <p:extLst>
      <p:ext uri="{BB962C8B-B14F-4D97-AF65-F5344CB8AC3E}">
        <p14:creationId xmlns:p14="http://schemas.microsoft.com/office/powerpoint/2010/main" val="128895643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half (custom)">
    <p:bg>
      <p:bgPr>
        <a:solidFill>
          <a:srgbClr val="EDECE8"/>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9A25DC3-C28B-1AE4-00A8-519152BC63A6}"/>
              </a:ext>
            </a:extLst>
          </p:cNvPr>
          <p:cNvSpPr>
            <a:spLocks noGrp="1"/>
          </p:cNvSpPr>
          <p:nvPr>
            <p:ph type="pic" sz="quarter" idx="17"/>
          </p:nvPr>
        </p:nvSpPr>
        <p:spPr>
          <a:xfrm>
            <a:off x="6096000" y="0"/>
            <a:ext cx="6096000" cy="6858000"/>
          </a:xfrm>
        </p:spPr>
        <p:txBody>
          <a:bodyPr/>
          <a:lstStyle>
            <a:lvl1pPr>
              <a:buNone/>
              <a:defRPr/>
            </a:lvl1pPr>
          </a:lstStyle>
          <a:p>
            <a:r>
              <a:rPr lang="en-US"/>
              <a:t>Click icon to add picture</a:t>
            </a:r>
          </a:p>
        </p:txBody>
      </p:sp>
      <p:pic>
        <p:nvPicPr>
          <p:cNvPr id="13" name="Picture 12" descr="A black and white background with white dots&#10;&#10;AI-generated content may be incorrect.">
            <a:extLst>
              <a:ext uri="{FF2B5EF4-FFF2-40B4-BE49-F238E27FC236}">
                <a16:creationId xmlns:a16="http://schemas.microsoft.com/office/drawing/2014/main" id="{E7777A03-F592-09F5-238F-4043FFA64D9E}"/>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3568337" y="5680857"/>
            <a:ext cx="1158421" cy="1142105"/>
          </a:xfrm>
          <a:prstGeom prst="rect">
            <a:avLst/>
          </a:prstGeom>
        </p:spPr>
      </p:pic>
      <p:pic>
        <p:nvPicPr>
          <p:cNvPr id="15" name="Picture 14" descr="A black and white background with white dots&#10;&#10;AI-generated content may be incorrect.">
            <a:extLst>
              <a:ext uri="{FF2B5EF4-FFF2-40B4-BE49-F238E27FC236}">
                <a16:creationId xmlns:a16="http://schemas.microsoft.com/office/drawing/2014/main" id="{794FAF9D-695B-9EB8-D119-CE83B87C0172}"/>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4945077" y="4274844"/>
            <a:ext cx="1158421" cy="1142105"/>
          </a:xfrm>
          <a:prstGeom prst="rect">
            <a:avLst/>
          </a:prstGeom>
        </p:spPr>
      </p:pic>
      <p:pic>
        <p:nvPicPr>
          <p:cNvPr id="16" name="Picture 15" descr="A black and white background with white dots&#10;&#10;AI-generated content may be incorrect.">
            <a:extLst>
              <a:ext uri="{FF2B5EF4-FFF2-40B4-BE49-F238E27FC236}">
                <a16:creationId xmlns:a16="http://schemas.microsoft.com/office/drawing/2014/main" id="{98F241C1-4469-FD29-2351-31B02EEA594D}"/>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4945076" y="5680858"/>
            <a:ext cx="1158421" cy="1142105"/>
          </a:xfrm>
          <a:prstGeom prst="rect">
            <a:avLst/>
          </a:prstGeom>
        </p:spPr>
      </p:pic>
      <p:sp>
        <p:nvSpPr>
          <p:cNvPr id="18" name="Text Placeholder 9">
            <a:extLst>
              <a:ext uri="{FF2B5EF4-FFF2-40B4-BE49-F238E27FC236}">
                <a16:creationId xmlns:a16="http://schemas.microsoft.com/office/drawing/2014/main" id="{884A95FE-A118-D772-4307-3F6CE189A2B2}"/>
              </a:ext>
            </a:extLst>
          </p:cNvPr>
          <p:cNvSpPr>
            <a:spLocks noGrp="1"/>
          </p:cNvSpPr>
          <p:nvPr>
            <p:ph type="body" sz="quarter" idx="21" hasCustomPrompt="1"/>
          </p:nvPr>
        </p:nvSpPr>
        <p:spPr>
          <a:xfrm>
            <a:off x="272614" y="1128155"/>
            <a:ext cx="1879857"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23" name="Title 1">
            <a:extLst>
              <a:ext uri="{FF2B5EF4-FFF2-40B4-BE49-F238E27FC236}">
                <a16:creationId xmlns:a16="http://schemas.microsoft.com/office/drawing/2014/main" id="{4E6ECBE0-5381-D37D-0DED-706F2AA4D37A}"/>
              </a:ext>
            </a:extLst>
          </p:cNvPr>
          <p:cNvSpPr>
            <a:spLocks noGrp="1"/>
          </p:cNvSpPr>
          <p:nvPr>
            <p:ph type="ctrTitle" hasCustomPrompt="1"/>
          </p:nvPr>
        </p:nvSpPr>
        <p:spPr>
          <a:xfrm>
            <a:off x="272615" y="231492"/>
            <a:ext cx="5546385" cy="443006"/>
          </a:xfrm>
          <a:prstGeom prst="rect">
            <a:avLst/>
          </a:prstGeom>
        </p:spPr>
        <p:txBody>
          <a:bodyPr wrap="square" lIns="91440" rIns="91440" anchor="t">
            <a:spAutoFit/>
          </a:bodyPr>
          <a:lstStyle>
            <a:lvl1pPr algn="l">
              <a:lnSpc>
                <a:spcPct val="80000"/>
              </a:lnSpc>
              <a:defRPr sz="2800" b="0" i="0">
                <a:solidFill>
                  <a:schemeClr val="tx1"/>
                </a:solidFill>
                <a:latin typeface="Tw Cen MT" panose="020B0602020104020603" pitchFamily="34" charset="77"/>
              </a:defRPr>
            </a:lvl1pPr>
          </a:lstStyle>
          <a:p>
            <a:r>
              <a:rPr lang="en-US"/>
              <a:t>Headline goes here.</a:t>
            </a:r>
          </a:p>
        </p:txBody>
      </p:sp>
      <p:sp>
        <p:nvSpPr>
          <p:cNvPr id="4" name="Text Placeholder 13">
            <a:extLst>
              <a:ext uri="{FF2B5EF4-FFF2-40B4-BE49-F238E27FC236}">
                <a16:creationId xmlns:a16="http://schemas.microsoft.com/office/drawing/2014/main" id="{1F1E7BF4-B18E-FE18-9ACB-CE888EB676D9}"/>
              </a:ext>
            </a:extLst>
          </p:cNvPr>
          <p:cNvSpPr>
            <a:spLocks noGrp="1"/>
          </p:cNvSpPr>
          <p:nvPr>
            <p:ph type="body" sz="quarter" idx="18" hasCustomPrompt="1"/>
          </p:nvPr>
        </p:nvSpPr>
        <p:spPr>
          <a:xfrm>
            <a:off x="272615" y="1485900"/>
            <a:ext cx="5546385" cy="4559300"/>
          </a:xfrm>
        </p:spPr>
        <p:txBody>
          <a:bodyPr wrap="square" lIns="91440" rIns="91440" anchor="t">
            <a:noAutofit/>
          </a:bodyPr>
          <a:lstStyle>
            <a:lvl1pPr marL="7938" indent="0" algn="l">
              <a:buNone/>
              <a:tabLst/>
              <a:defRPr sz="1600">
                <a:solidFill>
                  <a:schemeClr val="tx1"/>
                </a:solidFill>
              </a:defRPr>
            </a:lvl1pPr>
          </a:lstStyle>
          <a:p>
            <a:pPr lvl="0"/>
            <a:r>
              <a:rPr lang="en-US"/>
              <a:t>Click to add text.</a:t>
            </a:r>
          </a:p>
        </p:txBody>
      </p:sp>
      <p:sp>
        <p:nvSpPr>
          <p:cNvPr id="5" name="Text Placeholder 9">
            <a:extLst>
              <a:ext uri="{FF2B5EF4-FFF2-40B4-BE49-F238E27FC236}">
                <a16:creationId xmlns:a16="http://schemas.microsoft.com/office/drawing/2014/main" id="{469B04E9-0793-A6CF-FD87-EA0764EF2FA8}"/>
              </a:ext>
            </a:extLst>
          </p:cNvPr>
          <p:cNvSpPr>
            <a:spLocks noGrp="1"/>
          </p:cNvSpPr>
          <p:nvPr>
            <p:ph type="body" sz="quarter" idx="12" hasCustomPrompt="1"/>
          </p:nvPr>
        </p:nvSpPr>
        <p:spPr>
          <a:xfrm>
            <a:off x="7920588" y="3306659"/>
            <a:ext cx="2446824" cy="244682"/>
          </a:xfrm>
          <a:solidFill>
            <a:schemeClr val="tx1">
              <a:alpha val="56960"/>
            </a:schemeClr>
          </a:solidFill>
        </p:spPr>
        <p:txBody>
          <a:bodyPr wrap="none" lIns="91440" rIns="45720" anchor="ctr">
            <a:spAutoFit/>
          </a:bodyPr>
          <a:lstStyle>
            <a:lvl1pPr marL="0" indent="0" algn="ctr">
              <a:buNone/>
              <a:tabLst/>
              <a:defRPr sz="1100" spc="300">
                <a:solidFill>
                  <a:srgbClr val="EDECE8"/>
                </a:solidFill>
                <a:latin typeface="Consolas" panose="020B0609020204030204" pitchFamily="49" charset="0"/>
                <a:cs typeface="Consolas" panose="020B0609020204030204" pitchFamily="49" charset="0"/>
              </a:defRPr>
            </a:lvl1pPr>
          </a:lstStyle>
          <a:p>
            <a:pPr lvl="0"/>
            <a:r>
              <a:rPr lang="en-US" dirty="0"/>
              <a:t>SHORT STATEMENT HERE</a:t>
            </a:r>
          </a:p>
        </p:txBody>
      </p:sp>
    </p:spTree>
    <p:extLst>
      <p:ext uri="{BB962C8B-B14F-4D97-AF65-F5344CB8AC3E}">
        <p14:creationId xmlns:p14="http://schemas.microsoft.com/office/powerpoint/2010/main" val="54693374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umn">
    <p:bg>
      <p:bgRef idx="1001">
        <a:schemeClr val="bg1"/>
      </p:bgRef>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1DCB8487-013D-8BFF-1A1A-813A92C1055F}"/>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19" name="Rectangle 18">
            <a:extLst>
              <a:ext uri="{FF2B5EF4-FFF2-40B4-BE49-F238E27FC236}">
                <a16:creationId xmlns:a16="http://schemas.microsoft.com/office/drawing/2014/main" id="{57EDC0EA-0BE7-7396-A7D6-BA8E47118E9F}"/>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13B96C6C-E9BC-9BFF-9724-1A1641EF3AE2}"/>
              </a:ext>
            </a:extLst>
          </p:cNvPr>
          <p:cNvSpPr/>
          <p:nvPr userDrawn="1"/>
        </p:nvSpPr>
        <p:spPr>
          <a:xfrm rot="16200000" flipH="1">
            <a:off x="6088716" y="-390966"/>
            <a:ext cx="18288" cy="3712755"/>
          </a:xfrm>
          <a:prstGeom prst="rect">
            <a:avLst/>
          </a:prstGeom>
          <a:gradFill>
            <a:gsLst>
              <a:gs pos="10000">
                <a:srgbClr val="1A12F7"/>
              </a:gs>
              <a:gs pos="100000">
                <a:srgbClr val="06E1FD"/>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46" name="Rectangle 45">
            <a:extLst>
              <a:ext uri="{FF2B5EF4-FFF2-40B4-BE49-F238E27FC236}">
                <a16:creationId xmlns:a16="http://schemas.microsoft.com/office/drawing/2014/main" id="{39DDA7A8-8F28-9B3F-7191-921BAACEDB1B}"/>
              </a:ext>
            </a:extLst>
          </p:cNvPr>
          <p:cNvSpPr/>
          <p:nvPr userDrawn="1"/>
        </p:nvSpPr>
        <p:spPr>
          <a:xfrm rot="5400000">
            <a:off x="10055547" y="-390966"/>
            <a:ext cx="18288" cy="3712755"/>
          </a:xfrm>
          <a:prstGeom prst="rect">
            <a:avLst/>
          </a:prstGeom>
          <a:gradFill>
            <a:gsLst>
              <a:gs pos="0">
                <a:srgbClr val="7FC9EE"/>
              </a:gs>
              <a:gs pos="100000">
                <a:srgbClr val="9B42D7"/>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47" name="Rectangle 46">
            <a:extLst>
              <a:ext uri="{FF2B5EF4-FFF2-40B4-BE49-F238E27FC236}">
                <a16:creationId xmlns:a16="http://schemas.microsoft.com/office/drawing/2014/main" id="{AAA9D628-45DD-1DCF-9B61-71D00FCEFF04}"/>
              </a:ext>
            </a:extLst>
          </p:cNvPr>
          <p:cNvSpPr/>
          <p:nvPr userDrawn="1"/>
        </p:nvSpPr>
        <p:spPr>
          <a:xfrm rot="5400000">
            <a:off x="2121884" y="-390966"/>
            <a:ext cx="18288" cy="3712755"/>
          </a:xfrm>
          <a:prstGeom prst="rect">
            <a:avLst/>
          </a:prstGeom>
          <a:gradFill flip="none" rotWithShape="1">
            <a:gsLst>
              <a:gs pos="0">
                <a:srgbClr val="FF00A9"/>
              </a:gs>
              <a:gs pos="100000">
                <a:srgbClr val="9301E1"/>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25" name="Text Placeholder 9">
            <a:extLst>
              <a:ext uri="{FF2B5EF4-FFF2-40B4-BE49-F238E27FC236}">
                <a16:creationId xmlns:a16="http://schemas.microsoft.com/office/drawing/2014/main" id="{87708F8D-E9CD-50A7-912D-0C63647C79CF}"/>
              </a:ext>
            </a:extLst>
          </p:cNvPr>
          <p:cNvSpPr>
            <a:spLocks noGrp="1"/>
          </p:cNvSpPr>
          <p:nvPr>
            <p:ph type="body" sz="quarter" idx="13" hasCustomPrompt="1"/>
          </p:nvPr>
        </p:nvSpPr>
        <p:spPr>
          <a:xfrm>
            <a:off x="416633" y="1628285"/>
            <a:ext cx="1710725" cy="223394"/>
          </a:xfrm>
          <a:noFill/>
        </p:spPr>
        <p:txBody>
          <a:bodyPr wrap="none" lIns="91440" rIns="91440" anchor="t">
            <a:spAutoFit/>
          </a:bodyPr>
          <a:lstStyle>
            <a:lvl1pPr marL="0" indent="0" algn="l">
              <a:lnSpc>
                <a:spcPct val="85000"/>
              </a:lnSpc>
              <a:buNone/>
              <a:tabLst/>
              <a:defRPr sz="10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26" name="Text Placeholder 9">
            <a:extLst>
              <a:ext uri="{FF2B5EF4-FFF2-40B4-BE49-F238E27FC236}">
                <a16:creationId xmlns:a16="http://schemas.microsoft.com/office/drawing/2014/main" id="{499364D3-DCB8-4B80-BA1C-BAA12BFBBE54}"/>
              </a:ext>
            </a:extLst>
          </p:cNvPr>
          <p:cNvSpPr>
            <a:spLocks noGrp="1"/>
          </p:cNvSpPr>
          <p:nvPr>
            <p:ph type="body" sz="quarter" idx="15" hasCustomPrompt="1"/>
          </p:nvPr>
        </p:nvSpPr>
        <p:spPr>
          <a:xfrm>
            <a:off x="4424887" y="1628285"/>
            <a:ext cx="1710725" cy="223394"/>
          </a:xfrm>
          <a:noFill/>
        </p:spPr>
        <p:txBody>
          <a:bodyPr wrap="none" lIns="91440" rIns="91440" anchor="t">
            <a:spAutoFit/>
          </a:bodyPr>
          <a:lstStyle>
            <a:lvl1pPr marL="0" indent="0" algn="l">
              <a:lnSpc>
                <a:spcPct val="85000"/>
              </a:lnSpc>
              <a:buNone/>
              <a:tabLst/>
              <a:defRPr sz="10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27" name="Text Placeholder 9">
            <a:extLst>
              <a:ext uri="{FF2B5EF4-FFF2-40B4-BE49-F238E27FC236}">
                <a16:creationId xmlns:a16="http://schemas.microsoft.com/office/drawing/2014/main" id="{E35BAD1A-9458-ECE1-4C44-B52AE35E6FBF}"/>
              </a:ext>
            </a:extLst>
          </p:cNvPr>
          <p:cNvSpPr>
            <a:spLocks noGrp="1"/>
          </p:cNvSpPr>
          <p:nvPr>
            <p:ph type="body" sz="quarter" idx="16" hasCustomPrompt="1"/>
          </p:nvPr>
        </p:nvSpPr>
        <p:spPr>
          <a:xfrm>
            <a:off x="8399063" y="1628285"/>
            <a:ext cx="1710725" cy="223394"/>
          </a:xfrm>
          <a:noFill/>
        </p:spPr>
        <p:txBody>
          <a:bodyPr wrap="none" lIns="91440" rIns="91440" anchor="t">
            <a:spAutoFit/>
          </a:bodyPr>
          <a:lstStyle>
            <a:lvl1pPr marL="0" indent="0" algn="l">
              <a:lnSpc>
                <a:spcPct val="85000"/>
              </a:lnSpc>
              <a:buNone/>
              <a:tabLst/>
              <a:defRPr sz="10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42" name="Text Placeholder 13">
            <a:extLst>
              <a:ext uri="{FF2B5EF4-FFF2-40B4-BE49-F238E27FC236}">
                <a16:creationId xmlns:a16="http://schemas.microsoft.com/office/drawing/2014/main" id="{69CD416A-4776-9AF6-AAD1-756AA4F08326}"/>
              </a:ext>
            </a:extLst>
          </p:cNvPr>
          <p:cNvSpPr>
            <a:spLocks noGrp="1"/>
          </p:cNvSpPr>
          <p:nvPr>
            <p:ph type="body" sz="quarter" idx="18" hasCustomPrompt="1"/>
          </p:nvPr>
        </p:nvSpPr>
        <p:spPr>
          <a:xfrm>
            <a:off x="416632" y="2124653"/>
            <a:ext cx="3570774" cy="313932"/>
          </a:xfrm>
        </p:spPr>
        <p:txBody>
          <a:bodyPr wrap="square" lIns="91440" rIns="91440" anchor="t">
            <a:spAutoFit/>
          </a:bodyPr>
          <a:lstStyle>
            <a:lvl1pPr marL="7938" indent="-7938" algn="l">
              <a:buNone/>
              <a:tabLst/>
              <a:defRPr sz="1600">
                <a:solidFill>
                  <a:schemeClr val="accent3"/>
                </a:solidFill>
              </a:defRPr>
            </a:lvl1pPr>
          </a:lstStyle>
          <a:p>
            <a:pPr lvl="0"/>
            <a:r>
              <a:rPr lang="en-US"/>
              <a:t>Click to add text.</a:t>
            </a:r>
          </a:p>
        </p:txBody>
      </p:sp>
      <p:sp>
        <p:nvSpPr>
          <p:cNvPr id="43" name="Text Placeholder 13">
            <a:extLst>
              <a:ext uri="{FF2B5EF4-FFF2-40B4-BE49-F238E27FC236}">
                <a16:creationId xmlns:a16="http://schemas.microsoft.com/office/drawing/2014/main" id="{124BA7F8-EE81-AD58-3AEA-05DA1F8CE42F}"/>
              </a:ext>
            </a:extLst>
          </p:cNvPr>
          <p:cNvSpPr>
            <a:spLocks noGrp="1"/>
          </p:cNvSpPr>
          <p:nvPr>
            <p:ph type="body" sz="quarter" idx="19" hasCustomPrompt="1"/>
          </p:nvPr>
        </p:nvSpPr>
        <p:spPr>
          <a:xfrm>
            <a:off x="4408784" y="2124653"/>
            <a:ext cx="3519215" cy="313932"/>
          </a:xfrm>
        </p:spPr>
        <p:txBody>
          <a:bodyPr wrap="square" lIns="91440" rIns="91440" anchor="t">
            <a:spAutoFit/>
          </a:bodyPr>
          <a:lstStyle>
            <a:lvl1pPr marL="7938" indent="-7938" algn="l">
              <a:buNone/>
              <a:tabLst/>
              <a:defRPr sz="1600">
                <a:solidFill>
                  <a:schemeClr val="accent3"/>
                </a:solidFill>
              </a:defRPr>
            </a:lvl1pPr>
          </a:lstStyle>
          <a:p>
            <a:pPr lvl="0"/>
            <a:r>
              <a:rPr lang="en-US"/>
              <a:t>Click to add text.</a:t>
            </a:r>
          </a:p>
        </p:txBody>
      </p:sp>
      <p:sp>
        <p:nvSpPr>
          <p:cNvPr id="44" name="Text Placeholder 13">
            <a:extLst>
              <a:ext uri="{FF2B5EF4-FFF2-40B4-BE49-F238E27FC236}">
                <a16:creationId xmlns:a16="http://schemas.microsoft.com/office/drawing/2014/main" id="{8C02D0C8-9A50-52BA-0ED7-7A060C170E22}"/>
              </a:ext>
            </a:extLst>
          </p:cNvPr>
          <p:cNvSpPr>
            <a:spLocks noGrp="1"/>
          </p:cNvSpPr>
          <p:nvPr>
            <p:ph type="body" sz="quarter" idx="20" hasCustomPrompt="1"/>
          </p:nvPr>
        </p:nvSpPr>
        <p:spPr>
          <a:xfrm>
            <a:off x="8399063" y="2124653"/>
            <a:ext cx="3538094" cy="313932"/>
          </a:xfrm>
        </p:spPr>
        <p:txBody>
          <a:bodyPr wrap="square" lIns="91440" rIns="91440" anchor="t">
            <a:spAutoFit/>
          </a:bodyPr>
          <a:lstStyle>
            <a:lvl1pPr marL="7938" indent="-7938" algn="l">
              <a:buNone/>
              <a:tabLst/>
              <a:defRPr sz="1600">
                <a:solidFill>
                  <a:schemeClr val="accent3"/>
                </a:solidFill>
              </a:defRPr>
            </a:lvl1pPr>
          </a:lstStyle>
          <a:p>
            <a:pPr lvl="0"/>
            <a:r>
              <a:rPr lang="en-US"/>
              <a:t>Click to add text.</a:t>
            </a:r>
          </a:p>
        </p:txBody>
      </p:sp>
      <p:pic>
        <p:nvPicPr>
          <p:cNvPr id="4" name="Picture 3">
            <a:extLst>
              <a:ext uri="{FF2B5EF4-FFF2-40B4-BE49-F238E27FC236}">
                <a16:creationId xmlns:a16="http://schemas.microsoft.com/office/drawing/2014/main" id="{48B0DA05-F1C5-6E4B-A824-7BBBE0A7F858}"/>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5" name="Text Placeholder 3">
            <a:extLst>
              <a:ext uri="{FF2B5EF4-FFF2-40B4-BE49-F238E27FC236}">
                <a16:creationId xmlns:a16="http://schemas.microsoft.com/office/drawing/2014/main" id="{EB76BDC8-635A-47A7-0DA0-2E69C7D74BBC}"/>
              </a:ext>
            </a:extLst>
          </p:cNvPr>
          <p:cNvSpPr>
            <a:spLocks noGrp="1"/>
          </p:cNvSpPr>
          <p:nvPr>
            <p:ph type="body" sz="quarter" idx="25" hasCustomPrompt="1"/>
          </p:nvPr>
        </p:nvSpPr>
        <p:spPr>
          <a:xfrm>
            <a:off x="3645450" y="1652285"/>
            <a:ext cx="290397" cy="184838"/>
          </a:xfrm>
          <a:blipFill dpi="0"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p:spPr>
        <p:txBody>
          <a:bodyPr/>
          <a:lstStyle>
            <a:lvl1pPr>
              <a:buNone/>
              <a:defRPr sz="100">
                <a:solidFill>
                  <a:schemeClr val="accent3"/>
                </a:solidFill>
              </a:defRPr>
            </a:lvl1pPr>
            <a:lvl2pPr>
              <a:buNone/>
              <a:defRPr/>
            </a:lvl2pPr>
            <a:lvl3pPr>
              <a:buNone/>
              <a:defRPr/>
            </a:lvl3pPr>
            <a:lvl4pPr>
              <a:buNone/>
              <a:defRPr/>
            </a:lvl4pPr>
            <a:lvl5pPr>
              <a:buNone/>
              <a:defRPr/>
            </a:lvl5pPr>
          </a:lstStyle>
          <a:p>
            <a:pPr lvl="0"/>
            <a:r>
              <a:rPr lang="en-US"/>
              <a:t>.</a:t>
            </a:r>
          </a:p>
        </p:txBody>
      </p:sp>
      <p:sp>
        <p:nvSpPr>
          <p:cNvPr id="6" name="Text Placeholder 3">
            <a:extLst>
              <a:ext uri="{FF2B5EF4-FFF2-40B4-BE49-F238E27FC236}">
                <a16:creationId xmlns:a16="http://schemas.microsoft.com/office/drawing/2014/main" id="{4C5F07FC-004E-6ADB-768A-8F130A1F9C7E}"/>
              </a:ext>
            </a:extLst>
          </p:cNvPr>
          <p:cNvSpPr>
            <a:spLocks noGrp="1"/>
          </p:cNvSpPr>
          <p:nvPr>
            <p:ph type="body" sz="quarter" idx="26" hasCustomPrompt="1"/>
          </p:nvPr>
        </p:nvSpPr>
        <p:spPr>
          <a:xfrm>
            <a:off x="7637602" y="1652285"/>
            <a:ext cx="290397" cy="184838"/>
          </a:xfrm>
          <a:blipFill>
            <a:blip r:embed="rId6">
              <a:extLst>
                <a:ext uri="{96DAC541-7B7A-43D3-8B79-37D633B846F1}">
                  <asvg:svgBlip xmlns:asvg="http://schemas.microsoft.com/office/drawing/2016/SVG/main" r:embed="rId7"/>
                </a:ext>
              </a:extLst>
            </a:blip>
            <a:stretch>
              <a:fillRect/>
            </a:stretch>
          </a:blipFill>
        </p:spPr>
        <p:txBody>
          <a:bodyPr/>
          <a:lstStyle>
            <a:lvl1pPr>
              <a:buNone/>
              <a:defRPr sz="100">
                <a:solidFill>
                  <a:schemeClr val="accent3"/>
                </a:solidFill>
              </a:defRPr>
            </a:lvl1pPr>
            <a:lvl2pPr>
              <a:buNone/>
              <a:defRPr/>
            </a:lvl2pPr>
            <a:lvl3pPr>
              <a:buNone/>
              <a:defRPr/>
            </a:lvl3pPr>
            <a:lvl4pPr>
              <a:buNone/>
              <a:defRPr/>
            </a:lvl4pPr>
            <a:lvl5pPr>
              <a:buNone/>
              <a:defRPr/>
            </a:lvl5pPr>
          </a:lstStyle>
          <a:p>
            <a:pPr lvl="0"/>
            <a:r>
              <a:rPr lang="en-US"/>
              <a:t>.</a:t>
            </a:r>
          </a:p>
        </p:txBody>
      </p:sp>
      <p:sp>
        <p:nvSpPr>
          <p:cNvPr id="8" name="Text Placeholder 3">
            <a:extLst>
              <a:ext uri="{FF2B5EF4-FFF2-40B4-BE49-F238E27FC236}">
                <a16:creationId xmlns:a16="http://schemas.microsoft.com/office/drawing/2014/main" id="{3F1F78AA-EC46-81AA-271E-3B7392D40A5A}"/>
              </a:ext>
            </a:extLst>
          </p:cNvPr>
          <p:cNvSpPr>
            <a:spLocks noGrp="1"/>
          </p:cNvSpPr>
          <p:nvPr>
            <p:ph type="body" sz="quarter" idx="27" hasCustomPrompt="1"/>
          </p:nvPr>
        </p:nvSpPr>
        <p:spPr>
          <a:xfrm>
            <a:off x="11632744" y="1652285"/>
            <a:ext cx="290397" cy="184838"/>
          </a:xfrm>
          <a:blipFill>
            <a:blip r:embed="rId8">
              <a:extLst>
                <a:ext uri="{96DAC541-7B7A-43D3-8B79-37D633B846F1}">
                  <asvg:svgBlip xmlns:asvg="http://schemas.microsoft.com/office/drawing/2016/SVG/main" r:embed="rId9"/>
                </a:ext>
              </a:extLst>
            </a:blip>
            <a:stretch>
              <a:fillRect/>
            </a:stretch>
          </a:blipFill>
        </p:spPr>
        <p:txBody>
          <a:bodyPr/>
          <a:lstStyle>
            <a:lvl1pPr>
              <a:buNone/>
              <a:defRPr sz="100">
                <a:solidFill>
                  <a:schemeClr val="accent3"/>
                </a:solidFill>
              </a:defRPr>
            </a:lvl1pPr>
            <a:lvl2pPr>
              <a:buNone/>
              <a:defRPr/>
            </a:lvl2pPr>
            <a:lvl3pPr>
              <a:buNone/>
              <a:defRPr/>
            </a:lvl3pPr>
            <a:lvl4pPr>
              <a:buNone/>
              <a:defRPr/>
            </a:lvl4pPr>
            <a:lvl5pPr>
              <a:buNone/>
              <a:defRPr/>
            </a:lvl5pPr>
          </a:lstStyle>
          <a:p>
            <a:pPr lvl="0"/>
            <a:r>
              <a:rPr lang="en-US"/>
              <a:t>.</a:t>
            </a:r>
          </a:p>
        </p:txBody>
      </p:sp>
      <p:sp>
        <p:nvSpPr>
          <p:cNvPr id="11" name="Title 1">
            <a:extLst>
              <a:ext uri="{FF2B5EF4-FFF2-40B4-BE49-F238E27FC236}">
                <a16:creationId xmlns:a16="http://schemas.microsoft.com/office/drawing/2014/main" id="{C3DA50E7-EDCD-10D9-1271-842A015B87F0}"/>
              </a:ext>
            </a:extLst>
          </p:cNvPr>
          <p:cNvSpPr>
            <a:spLocks noGrp="1"/>
          </p:cNvSpPr>
          <p:nvPr>
            <p:ph type="ctrTitle" hasCustomPrompt="1"/>
          </p:nvPr>
        </p:nvSpPr>
        <p:spPr>
          <a:xfrm>
            <a:off x="272618" y="231493"/>
            <a:ext cx="11648451" cy="523220"/>
          </a:xfrm>
          <a:prstGeom prst="rect">
            <a:avLst/>
          </a:prstGeom>
        </p:spPr>
        <p:txBody>
          <a:bodyPr lIns="91440" rIns="91440" anchor="t">
            <a:normAutofit/>
          </a:bodyPr>
          <a:lstStyle>
            <a:lvl1pPr algn="l">
              <a:lnSpc>
                <a:spcPct val="80000"/>
              </a:lnSpc>
              <a:defRPr sz="2800" b="0" i="0">
                <a:solidFill>
                  <a:schemeClr val="accent3"/>
                </a:solidFill>
                <a:latin typeface="Tw Cen MT" panose="020B0602020104020603" pitchFamily="34" charset="77"/>
              </a:defRPr>
            </a:lvl1pPr>
          </a:lstStyle>
          <a:p>
            <a:r>
              <a:rPr lang="en-US"/>
              <a:t>Headline goes here.</a:t>
            </a:r>
          </a:p>
        </p:txBody>
      </p:sp>
      <p:sp>
        <p:nvSpPr>
          <p:cNvPr id="15" name="Text Placeholder 13">
            <a:extLst>
              <a:ext uri="{FF2B5EF4-FFF2-40B4-BE49-F238E27FC236}">
                <a16:creationId xmlns:a16="http://schemas.microsoft.com/office/drawing/2014/main" id="{90F644AC-4252-DED2-EB62-9E6A37986B5C}"/>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accent3"/>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33891969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umn">
    <p:bg>
      <p:bgRef idx="1001">
        <a:schemeClr val="bg1"/>
      </p:bgRef>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668A3E6-9D4B-9FFC-1B86-1DFC2374F55A}"/>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28" name="Rectangle 27">
            <a:extLst>
              <a:ext uri="{FF2B5EF4-FFF2-40B4-BE49-F238E27FC236}">
                <a16:creationId xmlns:a16="http://schemas.microsoft.com/office/drawing/2014/main" id="{9D43A6E4-D380-78B8-8D43-1F1A2C514196}"/>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AD82C1B-AB50-CD6B-E516-42A1440B88E6}"/>
              </a:ext>
            </a:extLst>
          </p:cNvPr>
          <p:cNvSpPr/>
          <p:nvPr userDrawn="1"/>
        </p:nvSpPr>
        <p:spPr>
          <a:xfrm rot="16200000" flipH="1">
            <a:off x="4604188" y="90507"/>
            <a:ext cx="18288" cy="2750020"/>
          </a:xfrm>
          <a:prstGeom prst="rect">
            <a:avLst/>
          </a:prstGeom>
          <a:gradFill>
            <a:gsLst>
              <a:gs pos="10000">
                <a:srgbClr val="1A12F7"/>
              </a:gs>
              <a:gs pos="100000">
                <a:srgbClr val="06E1FD"/>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6" name="Rectangle 5">
            <a:extLst>
              <a:ext uri="{FF2B5EF4-FFF2-40B4-BE49-F238E27FC236}">
                <a16:creationId xmlns:a16="http://schemas.microsoft.com/office/drawing/2014/main" id="{5AF12463-6596-F040-B702-FD7FC0DF87D7}"/>
              </a:ext>
            </a:extLst>
          </p:cNvPr>
          <p:cNvSpPr/>
          <p:nvPr userDrawn="1"/>
        </p:nvSpPr>
        <p:spPr>
          <a:xfrm rot="5400000">
            <a:off x="7573961" y="97528"/>
            <a:ext cx="18288" cy="2735976"/>
          </a:xfrm>
          <a:prstGeom prst="rect">
            <a:avLst/>
          </a:prstGeom>
          <a:gradFill>
            <a:gsLst>
              <a:gs pos="0">
                <a:srgbClr val="7FC9EE"/>
              </a:gs>
              <a:gs pos="100000">
                <a:srgbClr val="9B42D7"/>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7" name="Rectangle 6">
            <a:extLst>
              <a:ext uri="{FF2B5EF4-FFF2-40B4-BE49-F238E27FC236}">
                <a16:creationId xmlns:a16="http://schemas.microsoft.com/office/drawing/2014/main" id="{5434DB07-50F4-2906-FB46-69DEE07B153F}"/>
              </a:ext>
            </a:extLst>
          </p:cNvPr>
          <p:cNvSpPr/>
          <p:nvPr userDrawn="1"/>
        </p:nvSpPr>
        <p:spPr>
          <a:xfrm rot="5400000">
            <a:off x="1630803" y="93916"/>
            <a:ext cx="18288" cy="2743200"/>
          </a:xfrm>
          <a:prstGeom prst="rect">
            <a:avLst/>
          </a:prstGeom>
          <a:gradFill flip="none" rotWithShape="1">
            <a:gsLst>
              <a:gs pos="0">
                <a:srgbClr val="FF00A9"/>
              </a:gs>
              <a:gs pos="100000">
                <a:srgbClr val="9301E1"/>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9" name="Rectangle 8">
            <a:extLst>
              <a:ext uri="{FF2B5EF4-FFF2-40B4-BE49-F238E27FC236}">
                <a16:creationId xmlns:a16="http://schemas.microsoft.com/office/drawing/2014/main" id="{6918084C-A6D3-EB4C-842C-47000ADF9D53}"/>
              </a:ext>
            </a:extLst>
          </p:cNvPr>
          <p:cNvSpPr/>
          <p:nvPr userDrawn="1"/>
        </p:nvSpPr>
        <p:spPr>
          <a:xfrm rot="5400000">
            <a:off x="10540325" y="93916"/>
            <a:ext cx="18288" cy="2743200"/>
          </a:xfrm>
          <a:prstGeom prst="rect">
            <a:avLst/>
          </a:prstGeom>
          <a:gradFill flip="none" rotWithShape="1">
            <a:gsLst>
              <a:gs pos="100000">
                <a:srgbClr val="FF00A9"/>
              </a:gs>
              <a:gs pos="0">
                <a:srgbClr val="9301E1"/>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25" name="Text Placeholder 9">
            <a:extLst>
              <a:ext uri="{FF2B5EF4-FFF2-40B4-BE49-F238E27FC236}">
                <a16:creationId xmlns:a16="http://schemas.microsoft.com/office/drawing/2014/main" id="{87708F8D-E9CD-50A7-912D-0C63647C79CF}"/>
              </a:ext>
            </a:extLst>
          </p:cNvPr>
          <p:cNvSpPr>
            <a:spLocks noGrp="1"/>
          </p:cNvSpPr>
          <p:nvPr>
            <p:ph type="body" sz="quarter" idx="13" hasCustomPrompt="1"/>
          </p:nvPr>
        </p:nvSpPr>
        <p:spPr>
          <a:xfrm>
            <a:off x="416850" y="1622376"/>
            <a:ext cx="1998114" cy="223394"/>
          </a:xfrm>
          <a:noFill/>
        </p:spPr>
        <p:txBody>
          <a:bodyPr wrap="square" lIns="91440" rIns="91440" anchor="t">
            <a:spAutoFit/>
          </a:bodyPr>
          <a:lstStyle>
            <a:lvl1pPr marL="0" indent="0" algn="l">
              <a:lnSpc>
                <a:spcPct val="85000"/>
              </a:lnSpc>
              <a:buNone/>
              <a:tabLst/>
              <a:defRPr sz="10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42" name="Text Placeholder 13">
            <a:extLst>
              <a:ext uri="{FF2B5EF4-FFF2-40B4-BE49-F238E27FC236}">
                <a16:creationId xmlns:a16="http://schemas.microsoft.com/office/drawing/2014/main" id="{69CD416A-4776-9AF6-AAD1-756AA4F08326}"/>
              </a:ext>
            </a:extLst>
          </p:cNvPr>
          <p:cNvSpPr>
            <a:spLocks noGrp="1"/>
          </p:cNvSpPr>
          <p:nvPr>
            <p:ph type="body" sz="quarter" idx="18" hasCustomPrompt="1"/>
          </p:nvPr>
        </p:nvSpPr>
        <p:spPr>
          <a:xfrm>
            <a:off x="416850" y="2136575"/>
            <a:ext cx="2471514" cy="3136460"/>
          </a:xfrm>
        </p:spPr>
        <p:txBody>
          <a:bodyPr wrap="square" lIns="91440" rIns="91440" anchor="t">
            <a:noAutofit/>
          </a:bodyPr>
          <a:lstStyle>
            <a:lvl1pPr marL="7938" indent="-7938" algn="l">
              <a:buNone/>
              <a:tabLst/>
              <a:defRPr sz="1400">
                <a:solidFill>
                  <a:schemeClr val="accent3"/>
                </a:solidFill>
              </a:defRPr>
            </a:lvl1pPr>
          </a:lstStyle>
          <a:p>
            <a:pPr lvl="0"/>
            <a:r>
              <a:rPr lang="en-US"/>
              <a:t>Click to add text.</a:t>
            </a:r>
          </a:p>
        </p:txBody>
      </p:sp>
      <p:sp>
        <p:nvSpPr>
          <p:cNvPr id="8" name="Text Placeholder 9">
            <a:extLst>
              <a:ext uri="{FF2B5EF4-FFF2-40B4-BE49-F238E27FC236}">
                <a16:creationId xmlns:a16="http://schemas.microsoft.com/office/drawing/2014/main" id="{EF2C1961-3F3C-1EE6-14AC-1E4695B1CF1B}"/>
              </a:ext>
            </a:extLst>
          </p:cNvPr>
          <p:cNvSpPr>
            <a:spLocks noGrp="1"/>
          </p:cNvSpPr>
          <p:nvPr>
            <p:ph type="body" sz="quarter" idx="19" hasCustomPrompt="1"/>
          </p:nvPr>
        </p:nvSpPr>
        <p:spPr>
          <a:xfrm>
            <a:off x="6370274" y="1622376"/>
            <a:ext cx="2005422" cy="223394"/>
          </a:xfrm>
          <a:noFill/>
        </p:spPr>
        <p:txBody>
          <a:bodyPr wrap="square" lIns="91440" rIns="91440" anchor="t">
            <a:spAutoFit/>
          </a:bodyPr>
          <a:lstStyle>
            <a:lvl1pPr marL="0" indent="0" algn="l">
              <a:lnSpc>
                <a:spcPct val="85000"/>
              </a:lnSpc>
              <a:buNone/>
              <a:tabLst/>
              <a:defRPr sz="10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10" name="Text Placeholder 13">
            <a:extLst>
              <a:ext uri="{FF2B5EF4-FFF2-40B4-BE49-F238E27FC236}">
                <a16:creationId xmlns:a16="http://schemas.microsoft.com/office/drawing/2014/main" id="{E5099345-2BA0-A0D3-C2F6-48EA5B69AC12}"/>
              </a:ext>
            </a:extLst>
          </p:cNvPr>
          <p:cNvSpPr>
            <a:spLocks noGrp="1"/>
          </p:cNvSpPr>
          <p:nvPr>
            <p:ph type="body" sz="quarter" idx="20" hasCustomPrompt="1"/>
          </p:nvPr>
        </p:nvSpPr>
        <p:spPr>
          <a:xfrm>
            <a:off x="6370274" y="2136575"/>
            <a:ext cx="2471514" cy="3136460"/>
          </a:xfrm>
        </p:spPr>
        <p:txBody>
          <a:bodyPr wrap="square" lIns="91440" rIns="91440" anchor="t">
            <a:noAutofit/>
          </a:bodyPr>
          <a:lstStyle>
            <a:lvl1pPr marL="7938" indent="-7938" algn="l">
              <a:buNone/>
              <a:tabLst/>
              <a:defRPr sz="1400">
                <a:solidFill>
                  <a:schemeClr val="accent3"/>
                </a:solidFill>
              </a:defRPr>
            </a:lvl1pPr>
          </a:lstStyle>
          <a:p>
            <a:pPr lvl="0"/>
            <a:r>
              <a:rPr lang="en-US"/>
              <a:t>Click to add text.</a:t>
            </a:r>
          </a:p>
        </p:txBody>
      </p:sp>
      <p:sp>
        <p:nvSpPr>
          <p:cNvPr id="11" name="Text Placeholder 9">
            <a:extLst>
              <a:ext uri="{FF2B5EF4-FFF2-40B4-BE49-F238E27FC236}">
                <a16:creationId xmlns:a16="http://schemas.microsoft.com/office/drawing/2014/main" id="{5C79BF57-5676-92CD-3FC7-6673AFDCF0F8}"/>
              </a:ext>
            </a:extLst>
          </p:cNvPr>
          <p:cNvSpPr>
            <a:spLocks noGrp="1"/>
          </p:cNvSpPr>
          <p:nvPr>
            <p:ph type="body" sz="quarter" idx="21" hasCustomPrompt="1"/>
          </p:nvPr>
        </p:nvSpPr>
        <p:spPr>
          <a:xfrm>
            <a:off x="3390788" y="1622376"/>
            <a:ext cx="1996538" cy="223394"/>
          </a:xfrm>
          <a:noFill/>
        </p:spPr>
        <p:txBody>
          <a:bodyPr wrap="square" lIns="91440" rIns="91440" anchor="t">
            <a:spAutoFit/>
          </a:bodyPr>
          <a:lstStyle>
            <a:lvl1pPr marL="0" indent="0" algn="l">
              <a:lnSpc>
                <a:spcPct val="85000"/>
              </a:lnSpc>
              <a:buNone/>
              <a:tabLst/>
              <a:defRPr sz="10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13" name="Text Placeholder 13">
            <a:extLst>
              <a:ext uri="{FF2B5EF4-FFF2-40B4-BE49-F238E27FC236}">
                <a16:creationId xmlns:a16="http://schemas.microsoft.com/office/drawing/2014/main" id="{B8555AB1-B03F-B637-CC7D-F5B2E3D81AD8}"/>
              </a:ext>
            </a:extLst>
          </p:cNvPr>
          <p:cNvSpPr>
            <a:spLocks noGrp="1"/>
          </p:cNvSpPr>
          <p:nvPr>
            <p:ph type="body" sz="quarter" idx="22" hasCustomPrompt="1"/>
          </p:nvPr>
        </p:nvSpPr>
        <p:spPr>
          <a:xfrm>
            <a:off x="3390788" y="2136575"/>
            <a:ext cx="2471514" cy="3136460"/>
          </a:xfrm>
        </p:spPr>
        <p:txBody>
          <a:bodyPr wrap="square" lIns="91440" rIns="91440" anchor="t">
            <a:noAutofit/>
          </a:bodyPr>
          <a:lstStyle>
            <a:lvl1pPr marL="7938" indent="0" algn="l">
              <a:buNone/>
              <a:tabLst/>
              <a:defRPr sz="1400">
                <a:solidFill>
                  <a:schemeClr val="accent3"/>
                </a:solidFill>
              </a:defRPr>
            </a:lvl1pPr>
          </a:lstStyle>
          <a:p>
            <a:pPr lvl="0"/>
            <a:r>
              <a:rPr lang="en-US"/>
              <a:t>Click to add text.</a:t>
            </a:r>
          </a:p>
        </p:txBody>
      </p:sp>
      <p:sp>
        <p:nvSpPr>
          <p:cNvPr id="14" name="Text Placeholder 9">
            <a:extLst>
              <a:ext uri="{FF2B5EF4-FFF2-40B4-BE49-F238E27FC236}">
                <a16:creationId xmlns:a16="http://schemas.microsoft.com/office/drawing/2014/main" id="{4F72BD15-9ABC-9E7B-786B-540003DC0597}"/>
              </a:ext>
            </a:extLst>
          </p:cNvPr>
          <p:cNvSpPr>
            <a:spLocks noGrp="1"/>
          </p:cNvSpPr>
          <p:nvPr>
            <p:ph type="body" sz="quarter" idx="23" hasCustomPrompt="1"/>
          </p:nvPr>
        </p:nvSpPr>
        <p:spPr>
          <a:xfrm>
            <a:off x="9351204" y="1622376"/>
            <a:ext cx="1987143" cy="223394"/>
          </a:xfrm>
          <a:noFill/>
        </p:spPr>
        <p:txBody>
          <a:bodyPr wrap="square" lIns="91440" rIns="91440" anchor="t">
            <a:spAutoFit/>
          </a:bodyPr>
          <a:lstStyle>
            <a:lvl1pPr marL="0" indent="0" algn="l">
              <a:lnSpc>
                <a:spcPct val="85000"/>
              </a:lnSpc>
              <a:buNone/>
              <a:tabLst/>
              <a:defRPr sz="10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16" name="Text Placeholder 13">
            <a:extLst>
              <a:ext uri="{FF2B5EF4-FFF2-40B4-BE49-F238E27FC236}">
                <a16:creationId xmlns:a16="http://schemas.microsoft.com/office/drawing/2014/main" id="{AE425CFB-7762-2373-FE6F-48086425C3DC}"/>
              </a:ext>
            </a:extLst>
          </p:cNvPr>
          <p:cNvSpPr>
            <a:spLocks noGrp="1"/>
          </p:cNvSpPr>
          <p:nvPr>
            <p:ph type="body" sz="quarter" idx="24" hasCustomPrompt="1"/>
          </p:nvPr>
        </p:nvSpPr>
        <p:spPr>
          <a:xfrm>
            <a:off x="9344383" y="2136575"/>
            <a:ext cx="2471514" cy="3136460"/>
          </a:xfrm>
        </p:spPr>
        <p:txBody>
          <a:bodyPr wrap="square" lIns="91440" rIns="91440" anchor="t">
            <a:noAutofit/>
          </a:bodyPr>
          <a:lstStyle>
            <a:lvl1pPr marL="7938" indent="-7938" algn="l">
              <a:buNone/>
              <a:tabLst/>
              <a:defRPr sz="1400">
                <a:solidFill>
                  <a:schemeClr val="accent3"/>
                </a:solidFill>
              </a:defRPr>
            </a:lvl1pPr>
          </a:lstStyle>
          <a:p>
            <a:pPr lvl="0"/>
            <a:r>
              <a:rPr lang="en-US"/>
              <a:t>Click to add text.</a:t>
            </a:r>
          </a:p>
        </p:txBody>
      </p:sp>
      <p:pic>
        <p:nvPicPr>
          <p:cNvPr id="12" name="Picture 11">
            <a:extLst>
              <a:ext uri="{FF2B5EF4-FFF2-40B4-BE49-F238E27FC236}">
                <a16:creationId xmlns:a16="http://schemas.microsoft.com/office/drawing/2014/main" id="{45EC631D-FD48-AA4A-1E3E-E4F3554AD10B}"/>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4" name="Text Placeholder 3">
            <a:extLst>
              <a:ext uri="{FF2B5EF4-FFF2-40B4-BE49-F238E27FC236}">
                <a16:creationId xmlns:a16="http://schemas.microsoft.com/office/drawing/2014/main" id="{354099CE-947F-AE5B-328C-FFDA9B478679}"/>
              </a:ext>
            </a:extLst>
          </p:cNvPr>
          <p:cNvSpPr>
            <a:spLocks noGrp="1"/>
          </p:cNvSpPr>
          <p:nvPr>
            <p:ph type="body" sz="quarter" idx="25" hasCustomPrompt="1"/>
          </p:nvPr>
        </p:nvSpPr>
        <p:spPr>
          <a:xfrm>
            <a:off x="2603515" y="1650742"/>
            <a:ext cx="290397" cy="184838"/>
          </a:xfrm>
          <a:blipFill dpi="0"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p:spPr>
        <p:txBody>
          <a:bodyPr/>
          <a:lstStyle>
            <a:lvl1pPr>
              <a:buNone/>
              <a:defRPr sz="100">
                <a:solidFill>
                  <a:schemeClr val="accent3"/>
                </a:solidFill>
              </a:defRPr>
            </a:lvl1pPr>
            <a:lvl2pPr>
              <a:buNone/>
              <a:defRPr/>
            </a:lvl2pPr>
            <a:lvl3pPr>
              <a:buNone/>
              <a:defRPr/>
            </a:lvl3pPr>
            <a:lvl4pPr>
              <a:buNone/>
              <a:defRPr/>
            </a:lvl4pPr>
            <a:lvl5pPr>
              <a:buNone/>
              <a:defRPr/>
            </a:lvl5pPr>
          </a:lstStyle>
          <a:p>
            <a:pPr lvl="0"/>
            <a:r>
              <a:rPr lang="en-US"/>
              <a:t>.</a:t>
            </a:r>
          </a:p>
        </p:txBody>
      </p:sp>
      <p:sp>
        <p:nvSpPr>
          <p:cNvPr id="5" name="Text Placeholder 3">
            <a:extLst>
              <a:ext uri="{FF2B5EF4-FFF2-40B4-BE49-F238E27FC236}">
                <a16:creationId xmlns:a16="http://schemas.microsoft.com/office/drawing/2014/main" id="{BF5B68F0-6C4A-9366-DC1C-B4E7924394BB}"/>
              </a:ext>
            </a:extLst>
          </p:cNvPr>
          <p:cNvSpPr>
            <a:spLocks noGrp="1"/>
          </p:cNvSpPr>
          <p:nvPr>
            <p:ph type="body" sz="quarter" idx="26" hasCustomPrompt="1"/>
          </p:nvPr>
        </p:nvSpPr>
        <p:spPr>
          <a:xfrm>
            <a:off x="5571905" y="1650742"/>
            <a:ext cx="290397" cy="184838"/>
          </a:xfrm>
          <a:blipFill>
            <a:blip r:embed="rId6">
              <a:extLst>
                <a:ext uri="{96DAC541-7B7A-43D3-8B79-37D633B846F1}">
                  <asvg:svgBlip xmlns:asvg="http://schemas.microsoft.com/office/drawing/2016/SVG/main" r:embed="rId7"/>
                </a:ext>
              </a:extLst>
            </a:blip>
            <a:stretch>
              <a:fillRect/>
            </a:stretch>
          </a:blipFill>
        </p:spPr>
        <p:txBody>
          <a:bodyPr/>
          <a:lstStyle>
            <a:lvl1pPr>
              <a:buNone/>
              <a:defRPr sz="100">
                <a:solidFill>
                  <a:schemeClr val="accent3"/>
                </a:solidFill>
              </a:defRPr>
            </a:lvl1pPr>
            <a:lvl2pPr>
              <a:buNone/>
              <a:defRPr/>
            </a:lvl2pPr>
            <a:lvl3pPr>
              <a:buNone/>
              <a:defRPr/>
            </a:lvl3pPr>
            <a:lvl4pPr>
              <a:buNone/>
              <a:defRPr/>
            </a:lvl4pPr>
            <a:lvl5pPr>
              <a:buNone/>
              <a:defRPr/>
            </a:lvl5pPr>
          </a:lstStyle>
          <a:p>
            <a:pPr lvl="0"/>
            <a:r>
              <a:rPr lang="en-US"/>
              <a:t>.</a:t>
            </a:r>
          </a:p>
        </p:txBody>
      </p:sp>
      <p:sp>
        <p:nvSpPr>
          <p:cNvPr id="23" name="Text Placeholder 3">
            <a:extLst>
              <a:ext uri="{FF2B5EF4-FFF2-40B4-BE49-F238E27FC236}">
                <a16:creationId xmlns:a16="http://schemas.microsoft.com/office/drawing/2014/main" id="{A286D36D-B6CA-B61A-E78A-7E27E4E34DA3}"/>
              </a:ext>
            </a:extLst>
          </p:cNvPr>
          <p:cNvSpPr>
            <a:spLocks noGrp="1"/>
          </p:cNvSpPr>
          <p:nvPr>
            <p:ph type="body" sz="quarter" idx="27" hasCustomPrompt="1"/>
          </p:nvPr>
        </p:nvSpPr>
        <p:spPr>
          <a:xfrm>
            <a:off x="8551391" y="1650742"/>
            <a:ext cx="290397" cy="184838"/>
          </a:xfrm>
          <a:blipFill>
            <a:blip r:embed="rId8">
              <a:extLst>
                <a:ext uri="{96DAC541-7B7A-43D3-8B79-37D633B846F1}">
                  <asvg:svgBlip xmlns:asvg="http://schemas.microsoft.com/office/drawing/2016/SVG/main" r:embed="rId9"/>
                </a:ext>
              </a:extLst>
            </a:blip>
            <a:stretch>
              <a:fillRect/>
            </a:stretch>
          </a:blipFill>
        </p:spPr>
        <p:txBody>
          <a:bodyPr/>
          <a:lstStyle>
            <a:lvl1pPr>
              <a:buNone/>
              <a:defRPr sz="100">
                <a:solidFill>
                  <a:schemeClr val="accent3"/>
                </a:solidFill>
              </a:defRPr>
            </a:lvl1pPr>
            <a:lvl2pPr>
              <a:buNone/>
              <a:defRPr/>
            </a:lvl2pPr>
            <a:lvl3pPr>
              <a:buNone/>
              <a:defRPr/>
            </a:lvl3pPr>
            <a:lvl4pPr>
              <a:buNone/>
              <a:defRPr/>
            </a:lvl4pPr>
            <a:lvl5pPr>
              <a:buNone/>
              <a:defRPr/>
            </a:lvl5pPr>
          </a:lstStyle>
          <a:p>
            <a:pPr lvl="0"/>
            <a:r>
              <a:rPr lang="en-US"/>
              <a:t>.</a:t>
            </a:r>
          </a:p>
        </p:txBody>
      </p:sp>
      <p:sp>
        <p:nvSpPr>
          <p:cNvPr id="24" name="Text Placeholder 3">
            <a:extLst>
              <a:ext uri="{FF2B5EF4-FFF2-40B4-BE49-F238E27FC236}">
                <a16:creationId xmlns:a16="http://schemas.microsoft.com/office/drawing/2014/main" id="{0C8FB86E-3045-C06C-64E3-14F1E3D7D60A}"/>
              </a:ext>
            </a:extLst>
          </p:cNvPr>
          <p:cNvSpPr>
            <a:spLocks noGrp="1"/>
          </p:cNvSpPr>
          <p:nvPr>
            <p:ph type="body" sz="quarter" idx="28" hasCustomPrompt="1"/>
          </p:nvPr>
        </p:nvSpPr>
        <p:spPr>
          <a:xfrm>
            <a:off x="11532321" y="1650742"/>
            <a:ext cx="290397" cy="184838"/>
          </a:xfrm>
          <a:blipFill>
            <a:blip r:embed="rId10">
              <a:extLst>
                <a:ext uri="{96DAC541-7B7A-43D3-8B79-37D633B846F1}">
                  <asvg:svgBlip xmlns:asvg="http://schemas.microsoft.com/office/drawing/2016/SVG/main" r:embed="rId11"/>
                </a:ext>
              </a:extLst>
            </a:blip>
            <a:stretch>
              <a:fillRect/>
            </a:stretch>
          </a:blipFill>
        </p:spPr>
        <p:txBody>
          <a:bodyPr/>
          <a:lstStyle>
            <a:lvl1pPr>
              <a:buNone/>
              <a:defRPr sz="100">
                <a:solidFill>
                  <a:schemeClr val="accent3"/>
                </a:solidFill>
              </a:defRPr>
            </a:lvl1pPr>
            <a:lvl2pPr>
              <a:buNone/>
              <a:defRPr/>
            </a:lvl2pPr>
            <a:lvl3pPr>
              <a:buNone/>
              <a:defRPr/>
            </a:lvl3pPr>
            <a:lvl4pPr>
              <a:buNone/>
              <a:defRPr/>
            </a:lvl4pPr>
            <a:lvl5pPr>
              <a:buNone/>
              <a:defRPr/>
            </a:lvl5pPr>
          </a:lstStyle>
          <a:p>
            <a:pPr lvl="0"/>
            <a:r>
              <a:rPr lang="en-US"/>
              <a:t>.</a:t>
            </a:r>
          </a:p>
        </p:txBody>
      </p:sp>
      <p:sp>
        <p:nvSpPr>
          <p:cNvPr id="3" name="Title 1">
            <a:extLst>
              <a:ext uri="{FF2B5EF4-FFF2-40B4-BE49-F238E27FC236}">
                <a16:creationId xmlns:a16="http://schemas.microsoft.com/office/drawing/2014/main" id="{5650C608-D90B-24EF-1562-E751B62F315F}"/>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accent3"/>
                </a:solidFill>
                <a:latin typeface="Tw Cen MT" panose="020B0602020104020603" pitchFamily="34" charset="77"/>
              </a:defRPr>
            </a:lvl1pPr>
          </a:lstStyle>
          <a:p>
            <a:r>
              <a:rPr lang="en-US"/>
              <a:t>Headline goes here.</a:t>
            </a:r>
          </a:p>
        </p:txBody>
      </p:sp>
      <p:sp>
        <p:nvSpPr>
          <p:cNvPr id="15" name="Text Placeholder 13">
            <a:extLst>
              <a:ext uri="{FF2B5EF4-FFF2-40B4-BE49-F238E27FC236}">
                <a16:creationId xmlns:a16="http://schemas.microsoft.com/office/drawing/2014/main" id="{C04BEE86-A72F-10FF-47C6-88FF6F2690CB}"/>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accent3"/>
                </a:solidFill>
              </a:defRPr>
            </a:lvl1pPr>
          </a:lstStyle>
          <a:p>
            <a:pPr lvl="0"/>
            <a:r>
              <a:rPr lang="en-US"/>
              <a:t>Use this section as a description for subheads or further information.</a:t>
            </a:r>
          </a:p>
        </p:txBody>
      </p:sp>
      <p:sp>
        <p:nvSpPr>
          <p:cNvPr id="17" name="Text Placeholder 13">
            <a:extLst>
              <a:ext uri="{FF2B5EF4-FFF2-40B4-BE49-F238E27FC236}">
                <a16:creationId xmlns:a16="http://schemas.microsoft.com/office/drawing/2014/main" id="{FE81FF60-68F9-3269-FFC8-E0A82E0ABE96}"/>
              </a:ext>
            </a:extLst>
          </p:cNvPr>
          <p:cNvSpPr>
            <a:spLocks noGrp="1"/>
          </p:cNvSpPr>
          <p:nvPr>
            <p:ph type="body" sz="quarter" idx="17" hasCustomPrompt="1"/>
          </p:nvPr>
        </p:nvSpPr>
        <p:spPr>
          <a:xfrm>
            <a:off x="272618" y="5688612"/>
            <a:ext cx="11648451" cy="523220"/>
          </a:xfrm>
        </p:spPr>
        <p:txBody>
          <a:bodyPr wrap="square" lIns="91440" rIns="91440" anchor="t">
            <a:spAutoFit/>
          </a:bodyPr>
          <a:lstStyle>
            <a:lvl1pPr marL="0" indent="0" algn="l">
              <a:lnSpc>
                <a:spcPct val="100000"/>
              </a:lnSpc>
              <a:buNone/>
              <a:tabLst/>
              <a:defRPr sz="1400">
                <a:solidFill>
                  <a:schemeClr val="accent3"/>
                </a:solidFill>
              </a:defRPr>
            </a:lvl1pPr>
          </a:lstStyle>
          <a:p>
            <a:pPr lvl="0"/>
            <a:r>
              <a:rPr lang="en-US"/>
              <a:t>Use this area for footnotes and other information. </a:t>
            </a:r>
            <a:br>
              <a:rPr lang="en-US"/>
            </a:br>
            <a:r>
              <a:rPr lang="en-US"/>
              <a:t>Alternatively, delete.</a:t>
            </a:r>
          </a:p>
        </p:txBody>
      </p:sp>
    </p:spTree>
    <p:extLst>
      <p:ext uri="{BB962C8B-B14F-4D97-AF65-F5344CB8AC3E}">
        <p14:creationId xmlns:p14="http://schemas.microsoft.com/office/powerpoint/2010/main" val="42676470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ts (1)">
    <p:bg>
      <p:bgRef idx="1001">
        <a:schemeClr val="bg1"/>
      </p:bgRef>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F92490BD-DDA3-8535-3AE3-863D9D80F7A5}"/>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23" name="Rectangle 22">
            <a:extLst>
              <a:ext uri="{FF2B5EF4-FFF2-40B4-BE49-F238E27FC236}">
                <a16:creationId xmlns:a16="http://schemas.microsoft.com/office/drawing/2014/main" id="{BC1EA664-2235-BA9D-544D-27BFBB163145}"/>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DE308AA-6E22-7DDA-7054-557ABBCEA329}"/>
              </a:ext>
            </a:extLst>
          </p:cNvPr>
          <p:cNvPicPr>
            <a:picLocks noChangeAspect="1"/>
          </p:cNvPicPr>
          <p:nvPr userDrawn="1"/>
        </p:nvPicPr>
        <p:blipFill>
          <a:blip r:embed="rId3"/>
          <a:srcRect l="1715" r="1715"/>
          <a:stretch/>
        </p:blipFill>
        <p:spPr>
          <a:xfrm>
            <a:off x="0" y="231492"/>
            <a:ext cx="12192000" cy="4713313"/>
          </a:xfrm>
          <a:prstGeom prst="rect">
            <a:avLst/>
          </a:prstGeom>
        </p:spPr>
      </p:pic>
      <p:pic>
        <p:nvPicPr>
          <p:cNvPr id="5" name="Picture 4">
            <a:extLst>
              <a:ext uri="{FF2B5EF4-FFF2-40B4-BE49-F238E27FC236}">
                <a16:creationId xmlns:a16="http://schemas.microsoft.com/office/drawing/2014/main" id="{843FAA0C-637C-7D83-F836-76B09DC47910}"/>
              </a:ext>
            </a:extLst>
          </p:cNvPr>
          <p:cNvPicPr>
            <a:picLocks noChangeAspect="1"/>
          </p:cNvPicPr>
          <p:nvPr userDrawn="1"/>
        </p:nvPicPr>
        <p:blipFill>
          <a:blip r:embed="rId4"/>
          <a:srcRect/>
          <a:stretch/>
        </p:blipFill>
        <p:spPr>
          <a:xfrm>
            <a:off x="10859344" y="6460948"/>
            <a:ext cx="958006" cy="152266"/>
          </a:xfrm>
          <a:prstGeom prst="rect">
            <a:avLst/>
          </a:prstGeom>
        </p:spPr>
      </p:pic>
      <p:sp>
        <p:nvSpPr>
          <p:cNvPr id="16" name="Text Placeholder 51">
            <a:extLst>
              <a:ext uri="{FF2B5EF4-FFF2-40B4-BE49-F238E27FC236}">
                <a16:creationId xmlns:a16="http://schemas.microsoft.com/office/drawing/2014/main" id="{22B899FD-05F2-2ABD-5809-8F7616E7ECAA}"/>
              </a:ext>
            </a:extLst>
          </p:cNvPr>
          <p:cNvSpPr>
            <a:spLocks noGrp="1"/>
          </p:cNvSpPr>
          <p:nvPr>
            <p:ph type="body" sz="quarter" idx="37" hasCustomPrompt="1"/>
          </p:nvPr>
        </p:nvSpPr>
        <p:spPr>
          <a:xfrm>
            <a:off x="4770573" y="1774357"/>
            <a:ext cx="2650853" cy="2667343"/>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17" name="Text Placeholder 13">
            <a:extLst>
              <a:ext uri="{FF2B5EF4-FFF2-40B4-BE49-F238E27FC236}">
                <a16:creationId xmlns:a16="http://schemas.microsoft.com/office/drawing/2014/main" id="{B2966F3A-AD20-4962-8C6E-04935B8EE2F4}"/>
              </a:ext>
            </a:extLst>
          </p:cNvPr>
          <p:cNvSpPr>
            <a:spLocks noGrp="1"/>
          </p:cNvSpPr>
          <p:nvPr>
            <p:ph type="body" sz="quarter" idx="18" hasCustomPrompt="1"/>
          </p:nvPr>
        </p:nvSpPr>
        <p:spPr>
          <a:xfrm>
            <a:off x="5021288" y="4122026"/>
            <a:ext cx="2312716" cy="230832"/>
          </a:xfrm>
        </p:spPr>
        <p:txBody>
          <a:bodyPr wrap="square" lIns="91440" rIns="91440" anchor="b">
            <a:spAutoFit/>
          </a:bodyPr>
          <a:lstStyle>
            <a:lvl1pPr marL="7938" indent="-7938"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18" name="Text Placeholder 51">
            <a:extLst>
              <a:ext uri="{FF2B5EF4-FFF2-40B4-BE49-F238E27FC236}">
                <a16:creationId xmlns:a16="http://schemas.microsoft.com/office/drawing/2014/main" id="{2063756C-C281-A8E6-053E-E2FC363C8945}"/>
              </a:ext>
            </a:extLst>
          </p:cNvPr>
          <p:cNvSpPr>
            <a:spLocks noGrp="1"/>
          </p:cNvSpPr>
          <p:nvPr>
            <p:ph type="body" sz="quarter" idx="38" hasCustomPrompt="1"/>
          </p:nvPr>
        </p:nvSpPr>
        <p:spPr>
          <a:xfrm>
            <a:off x="7732363" y="2036503"/>
            <a:ext cx="2650853" cy="2667343"/>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19" name="Text Placeholder 13">
            <a:extLst>
              <a:ext uri="{FF2B5EF4-FFF2-40B4-BE49-F238E27FC236}">
                <a16:creationId xmlns:a16="http://schemas.microsoft.com/office/drawing/2014/main" id="{457661D4-C7DE-57A8-7F5B-3BFF7A329DF5}"/>
              </a:ext>
            </a:extLst>
          </p:cNvPr>
          <p:cNvSpPr>
            <a:spLocks noGrp="1"/>
          </p:cNvSpPr>
          <p:nvPr>
            <p:ph type="body" sz="quarter" idx="39" hasCustomPrompt="1"/>
          </p:nvPr>
        </p:nvSpPr>
        <p:spPr>
          <a:xfrm>
            <a:off x="7983078" y="4384172"/>
            <a:ext cx="2312716" cy="230832"/>
          </a:xfrm>
        </p:spPr>
        <p:txBody>
          <a:bodyPr wrap="square" lIns="91440" rIns="91440" anchor="b">
            <a:spAutoFit/>
          </a:bodyPr>
          <a:lstStyle>
            <a:lvl1pPr marL="7938" indent="-7938"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20" name="Text Placeholder 51">
            <a:extLst>
              <a:ext uri="{FF2B5EF4-FFF2-40B4-BE49-F238E27FC236}">
                <a16:creationId xmlns:a16="http://schemas.microsoft.com/office/drawing/2014/main" id="{02F2F36E-F9B0-33BF-D767-F8C6A81E2C10}"/>
              </a:ext>
            </a:extLst>
          </p:cNvPr>
          <p:cNvSpPr>
            <a:spLocks noGrp="1"/>
          </p:cNvSpPr>
          <p:nvPr>
            <p:ph type="body" sz="quarter" idx="40" hasCustomPrompt="1"/>
          </p:nvPr>
        </p:nvSpPr>
        <p:spPr>
          <a:xfrm>
            <a:off x="1808783" y="2036503"/>
            <a:ext cx="2650853" cy="2667343"/>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22" name="Text Placeholder 13">
            <a:extLst>
              <a:ext uri="{FF2B5EF4-FFF2-40B4-BE49-F238E27FC236}">
                <a16:creationId xmlns:a16="http://schemas.microsoft.com/office/drawing/2014/main" id="{1D74794D-67E5-9B8A-543A-A8673BDD9D3D}"/>
              </a:ext>
            </a:extLst>
          </p:cNvPr>
          <p:cNvSpPr>
            <a:spLocks noGrp="1"/>
          </p:cNvSpPr>
          <p:nvPr>
            <p:ph type="body" sz="quarter" idx="41" hasCustomPrompt="1"/>
          </p:nvPr>
        </p:nvSpPr>
        <p:spPr>
          <a:xfrm>
            <a:off x="2059498" y="4384172"/>
            <a:ext cx="2312716" cy="230832"/>
          </a:xfrm>
        </p:spPr>
        <p:txBody>
          <a:bodyPr wrap="square" lIns="91440" rIns="91440" anchor="b">
            <a:spAutoFit/>
          </a:bodyPr>
          <a:lstStyle>
            <a:lvl1pPr marL="7938" indent="-7938"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2" name="Text Placeholder 13">
            <a:extLst>
              <a:ext uri="{FF2B5EF4-FFF2-40B4-BE49-F238E27FC236}">
                <a16:creationId xmlns:a16="http://schemas.microsoft.com/office/drawing/2014/main" id="{79B9E5D9-69AF-BD9C-B0B7-508497C22A8F}"/>
              </a:ext>
            </a:extLst>
          </p:cNvPr>
          <p:cNvSpPr>
            <a:spLocks noGrp="1"/>
          </p:cNvSpPr>
          <p:nvPr>
            <p:ph type="body" sz="quarter" idx="17" hasCustomPrompt="1"/>
          </p:nvPr>
        </p:nvSpPr>
        <p:spPr>
          <a:xfrm>
            <a:off x="268347" y="5688612"/>
            <a:ext cx="11649902" cy="523220"/>
          </a:xfrm>
        </p:spPr>
        <p:txBody>
          <a:bodyPr wrap="square" lIns="91440" rIns="0" anchor="t">
            <a:spAutoFit/>
          </a:bodyPr>
          <a:lstStyle>
            <a:lvl1pPr marL="0" indent="0" algn="l">
              <a:lnSpc>
                <a:spcPct val="100000"/>
              </a:lnSpc>
              <a:buNone/>
              <a:tabLst/>
              <a:defRPr sz="1400">
                <a:solidFill>
                  <a:schemeClr val="accent3"/>
                </a:solidFill>
              </a:defRPr>
            </a:lvl1pPr>
          </a:lstStyle>
          <a:p>
            <a:pPr lvl="0"/>
            <a:r>
              <a:rPr lang="en-US"/>
              <a:t>Use this area for footnotes and other information. </a:t>
            </a:r>
            <a:br>
              <a:rPr lang="en-US"/>
            </a:br>
            <a:r>
              <a:rPr lang="en-US"/>
              <a:t>Alternatively, delete.</a:t>
            </a:r>
          </a:p>
        </p:txBody>
      </p:sp>
      <p:sp>
        <p:nvSpPr>
          <p:cNvPr id="3" name="Title 1">
            <a:extLst>
              <a:ext uri="{FF2B5EF4-FFF2-40B4-BE49-F238E27FC236}">
                <a16:creationId xmlns:a16="http://schemas.microsoft.com/office/drawing/2014/main" id="{FC8112D3-D213-4F2F-2654-BC6BC031B0C6}"/>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accent3"/>
                </a:solidFill>
                <a:latin typeface="Tw Cen MT" panose="020B0602020104020603" pitchFamily="34" charset="77"/>
              </a:defRPr>
            </a:lvl1pPr>
          </a:lstStyle>
          <a:p>
            <a:r>
              <a:rPr lang="en-US"/>
              <a:t>Headline goes here.</a:t>
            </a:r>
          </a:p>
        </p:txBody>
      </p:sp>
      <p:sp>
        <p:nvSpPr>
          <p:cNvPr id="8" name="Text Placeholder 13">
            <a:extLst>
              <a:ext uri="{FF2B5EF4-FFF2-40B4-BE49-F238E27FC236}">
                <a16:creationId xmlns:a16="http://schemas.microsoft.com/office/drawing/2014/main" id="{6D47208B-5C6E-49E5-7B52-BD4A79E76F2D}"/>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accent3"/>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32427122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ts (2)">
    <p:bg>
      <p:bgRef idx="1001">
        <a:schemeClr val="bg1"/>
      </p:bgRef>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A47A9EF-671D-1568-BB01-BA195326EF0B}"/>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17" name="Rectangle 16">
            <a:extLst>
              <a:ext uri="{FF2B5EF4-FFF2-40B4-BE49-F238E27FC236}">
                <a16:creationId xmlns:a16="http://schemas.microsoft.com/office/drawing/2014/main" id="{FAC4B1F0-D024-15E7-E612-C7ED04B56328}"/>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99A67CB-E6EF-B49B-9E0D-16875997AEA0}"/>
              </a:ext>
            </a:extLst>
          </p:cNvPr>
          <p:cNvPicPr>
            <a:picLocks noChangeAspect="1"/>
          </p:cNvPicPr>
          <p:nvPr userDrawn="1"/>
        </p:nvPicPr>
        <p:blipFill>
          <a:blip r:embed="rId3"/>
          <a:srcRect l="1715" r="1715"/>
          <a:stretch/>
        </p:blipFill>
        <p:spPr>
          <a:xfrm>
            <a:off x="0" y="231492"/>
            <a:ext cx="12192000" cy="4713313"/>
          </a:xfrm>
          <a:prstGeom prst="rect">
            <a:avLst/>
          </a:prstGeom>
        </p:spPr>
      </p:pic>
      <p:sp>
        <p:nvSpPr>
          <p:cNvPr id="34" name="Text Placeholder 51">
            <a:extLst>
              <a:ext uri="{FF2B5EF4-FFF2-40B4-BE49-F238E27FC236}">
                <a16:creationId xmlns:a16="http://schemas.microsoft.com/office/drawing/2014/main" id="{41E820C1-C3DE-31B8-02C5-9AD7E44AAFD3}"/>
              </a:ext>
            </a:extLst>
          </p:cNvPr>
          <p:cNvSpPr>
            <a:spLocks noGrp="1"/>
          </p:cNvSpPr>
          <p:nvPr>
            <p:ph type="body" sz="quarter" idx="37" hasCustomPrompt="1"/>
          </p:nvPr>
        </p:nvSpPr>
        <p:spPr>
          <a:xfrm>
            <a:off x="391882" y="2030386"/>
            <a:ext cx="2650853" cy="2667343"/>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pic>
        <p:nvPicPr>
          <p:cNvPr id="5" name="Picture 4">
            <a:extLst>
              <a:ext uri="{FF2B5EF4-FFF2-40B4-BE49-F238E27FC236}">
                <a16:creationId xmlns:a16="http://schemas.microsoft.com/office/drawing/2014/main" id="{843FAA0C-637C-7D83-F836-76B09DC47910}"/>
              </a:ext>
            </a:extLst>
          </p:cNvPr>
          <p:cNvPicPr>
            <a:picLocks noChangeAspect="1"/>
          </p:cNvPicPr>
          <p:nvPr userDrawn="1"/>
        </p:nvPicPr>
        <p:blipFill>
          <a:blip r:embed="rId4"/>
          <a:srcRect/>
          <a:stretch/>
        </p:blipFill>
        <p:spPr>
          <a:xfrm>
            <a:off x="10859344" y="6460948"/>
            <a:ext cx="958006" cy="152266"/>
          </a:xfrm>
          <a:prstGeom prst="rect">
            <a:avLst/>
          </a:prstGeom>
        </p:spPr>
      </p:pic>
      <p:sp>
        <p:nvSpPr>
          <p:cNvPr id="3" name="Text Placeholder 13">
            <a:extLst>
              <a:ext uri="{FF2B5EF4-FFF2-40B4-BE49-F238E27FC236}">
                <a16:creationId xmlns:a16="http://schemas.microsoft.com/office/drawing/2014/main" id="{A0DAD37C-FBE2-1E3E-FD7A-FE820811042B}"/>
              </a:ext>
            </a:extLst>
          </p:cNvPr>
          <p:cNvSpPr>
            <a:spLocks noGrp="1"/>
          </p:cNvSpPr>
          <p:nvPr>
            <p:ph type="body" sz="quarter" idx="18" hasCustomPrompt="1"/>
          </p:nvPr>
        </p:nvSpPr>
        <p:spPr>
          <a:xfrm>
            <a:off x="642597" y="4378055"/>
            <a:ext cx="2312716" cy="230832"/>
          </a:xfrm>
        </p:spPr>
        <p:txBody>
          <a:bodyPr wrap="square" lIns="91440" rIns="91440" anchor="b">
            <a:spAutoFit/>
          </a:bodyPr>
          <a:lstStyle>
            <a:lvl1pPr marL="7938" indent="-7938"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38" name="Text Placeholder 51">
            <a:extLst>
              <a:ext uri="{FF2B5EF4-FFF2-40B4-BE49-F238E27FC236}">
                <a16:creationId xmlns:a16="http://schemas.microsoft.com/office/drawing/2014/main" id="{A6406513-B833-0C3C-DBA1-156A437327D0}"/>
              </a:ext>
            </a:extLst>
          </p:cNvPr>
          <p:cNvSpPr>
            <a:spLocks noGrp="1"/>
          </p:cNvSpPr>
          <p:nvPr>
            <p:ph type="body" sz="quarter" idx="38" hasCustomPrompt="1"/>
          </p:nvPr>
        </p:nvSpPr>
        <p:spPr>
          <a:xfrm>
            <a:off x="9147843" y="2030386"/>
            <a:ext cx="2650853" cy="2667343"/>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42" name="Text Placeholder 13">
            <a:extLst>
              <a:ext uri="{FF2B5EF4-FFF2-40B4-BE49-F238E27FC236}">
                <a16:creationId xmlns:a16="http://schemas.microsoft.com/office/drawing/2014/main" id="{63644B5E-B3AF-566D-4BF7-254ACEC24D7C}"/>
              </a:ext>
            </a:extLst>
          </p:cNvPr>
          <p:cNvSpPr>
            <a:spLocks noGrp="1"/>
          </p:cNvSpPr>
          <p:nvPr>
            <p:ph type="body" sz="quarter" idx="39" hasCustomPrompt="1"/>
          </p:nvPr>
        </p:nvSpPr>
        <p:spPr>
          <a:xfrm>
            <a:off x="9401223" y="4378055"/>
            <a:ext cx="2312716" cy="230832"/>
          </a:xfrm>
        </p:spPr>
        <p:txBody>
          <a:bodyPr wrap="square" lIns="91440" rIns="91440" anchor="b">
            <a:spAutoFit/>
          </a:bodyPr>
          <a:lstStyle>
            <a:lvl1pPr marL="7938" indent="-7938"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43" name="Text Placeholder 51">
            <a:extLst>
              <a:ext uri="{FF2B5EF4-FFF2-40B4-BE49-F238E27FC236}">
                <a16:creationId xmlns:a16="http://schemas.microsoft.com/office/drawing/2014/main" id="{9FF6882F-9214-9F75-1F52-66AD9E9A86E0}"/>
              </a:ext>
            </a:extLst>
          </p:cNvPr>
          <p:cNvSpPr>
            <a:spLocks noGrp="1"/>
          </p:cNvSpPr>
          <p:nvPr>
            <p:ph type="body" sz="quarter" idx="40" hasCustomPrompt="1"/>
          </p:nvPr>
        </p:nvSpPr>
        <p:spPr>
          <a:xfrm>
            <a:off x="3310536" y="2030386"/>
            <a:ext cx="2650853" cy="2667343"/>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44" name="Text Placeholder 13">
            <a:extLst>
              <a:ext uri="{FF2B5EF4-FFF2-40B4-BE49-F238E27FC236}">
                <a16:creationId xmlns:a16="http://schemas.microsoft.com/office/drawing/2014/main" id="{3A22EF71-D6B9-CAA7-D929-ED6E00BAB9E9}"/>
              </a:ext>
            </a:extLst>
          </p:cNvPr>
          <p:cNvSpPr>
            <a:spLocks noGrp="1"/>
          </p:cNvSpPr>
          <p:nvPr>
            <p:ph type="body" sz="quarter" idx="41" hasCustomPrompt="1"/>
          </p:nvPr>
        </p:nvSpPr>
        <p:spPr>
          <a:xfrm>
            <a:off x="3566501" y="4378055"/>
            <a:ext cx="2312716" cy="230832"/>
          </a:xfrm>
        </p:spPr>
        <p:txBody>
          <a:bodyPr wrap="square" lIns="91440" rIns="91440" anchor="b">
            <a:spAutoFit/>
          </a:bodyPr>
          <a:lstStyle>
            <a:lvl1pPr marL="9525" indent="0"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45" name="Text Placeholder 51">
            <a:extLst>
              <a:ext uri="{FF2B5EF4-FFF2-40B4-BE49-F238E27FC236}">
                <a16:creationId xmlns:a16="http://schemas.microsoft.com/office/drawing/2014/main" id="{A4421A51-B86D-629E-641C-1464091CEC29}"/>
              </a:ext>
            </a:extLst>
          </p:cNvPr>
          <p:cNvSpPr>
            <a:spLocks noGrp="1"/>
          </p:cNvSpPr>
          <p:nvPr>
            <p:ph type="body" sz="quarter" idx="42" hasCustomPrompt="1"/>
          </p:nvPr>
        </p:nvSpPr>
        <p:spPr>
          <a:xfrm>
            <a:off x="6229190" y="2030386"/>
            <a:ext cx="2650853" cy="2667343"/>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46" name="Text Placeholder 13">
            <a:extLst>
              <a:ext uri="{FF2B5EF4-FFF2-40B4-BE49-F238E27FC236}">
                <a16:creationId xmlns:a16="http://schemas.microsoft.com/office/drawing/2014/main" id="{CF177E09-8301-5048-7DC1-30DF5BDECA10}"/>
              </a:ext>
            </a:extLst>
          </p:cNvPr>
          <p:cNvSpPr>
            <a:spLocks noGrp="1"/>
          </p:cNvSpPr>
          <p:nvPr>
            <p:ph type="body" sz="quarter" idx="43" hasCustomPrompt="1"/>
          </p:nvPr>
        </p:nvSpPr>
        <p:spPr>
          <a:xfrm>
            <a:off x="6488885" y="4378055"/>
            <a:ext cx="2312716" cy="230832"/>
          </a:xfrm>
        </p:spPr>
        <p:txBody>
          <a:bodyPr wrap="square" lIns="91440" rIns="91440" anchor="b">
            <a:spAutoFit/>
          </a:bodyPr>
          <a:lstStyle>
            <a:lvl1pPr marL="7938" indent="0"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6" name="Text Placeholder 13">
            <a:extLst>
              <a:ext uri="{FF2B5EF4-FFF2-40B4-BE49-F238E27FC236}">
                <a16:creationId xmlns:a16="http://schemas.microsoft.com/office/drawing/2014/main" id="{C649B0B9-0072-AA17-7DC4-8FAFBD8C593D}"/>
              </a:ext>
            </a:extLst>
          </p:cNvPr>
          <p:cNvSpPr>
            <a:spLocks noGrp="1"/>
          </p:cNvSpPr>
          <p:nvPr>
            <p:ph type="body" sz="quarter" idx="17" hasCustomPrompt="1"/>
          </p:nvPr>
        </p:nvSpPr>
        <p:spPr>
          <a:xfrm>
            <a:off x="268347" y="5688612"/>
            <a:ext cx="11649902" cy="523220"/>
          </a:xfrm>
        </p:spPr>
        <p:txBody>
          <a:bodyPr wrap="square" lIns="91440" rIns="0" anchor="t">
            <a:spAutoFit/>
          </a:bodyPr>
          <a:lstStyle>
            <a:lvl1pPr marL="0" indent="0" algn="l">
              <a:lnSpc>
                <a:spcPct val="100000"/>
              </a:lnSpc>
              <a:buNone/>
              <a:tabLst/>
              <a:defRPr sz="1400">
                <a:solidFill>
                  <a:schemeClr val="accent3"/>
                </a:solidFill>
              </a:defRPr>
            </a:lvl1pPr>
          </a:lstStyle>
          <a:p>
            <a:pPr lvl="0"/>
            <a:r>
              <a:rPr lang="en-US"/>
              <a:t>Use this area for footnotes and other information. </a:t>
            </a:r>
            <a:br>
              <a:rPr lang="en-US"/>
            </a:br>
            <a:r>
              <a:rPr lang="en-US"/>
              <a:t>Alternatively, delete.</a:t>
            </a:r>
          </a:p>
        </p:txBody>
      </p:sp>
      <p:sp>
        <p:nvSpPr>
          <p:cNvPr id="7" name="Title 1">
            <a:extLst>
              <a:ext uri="{FF2B5EF4-FFF2-40B4-BE49-F238E27FC236}">
                <a16:creationId xmlns:a16="http://schemas.microsoft.com/office/drawing/2014/main" id="{C418CEA0-077B-35DF-BB8C-CC8D36E9D726}"/>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accent3"/>
                </a:solidFill>
                <a:latin typeface="Tw Cen MT" panose="020B0602020104020603" pitchFamily="34" charset="77"/>
              </a:defRPr>
            </a:lvl1pPr>
          </a:lstStyle>
          <a:p>
            <a:r>
              <a:rPr lang="en-US"/>
              <a:t>Headline goes here.</a:t>
            </a:r>
          </a:p>
        </p:txBody>
      </p:sp>
      <p:sp>
        <p:nvSpPr>
          <p:cNvPr id="8" name="Text Placeholder 13">
            <a:extLst>
              <a:ext uri="{FF2B5EF4-FFF2-40B4-BE49-F238E27FC236}">
                <a16:creationId xmlns:a16="http://schemas.microsoft.com/office/drawing/2014/main" id="{0413E1BA-4038-8692-9EC8-B3171B4480E0}"/>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accent3"/>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34923642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ts (3)">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F7A9E7A-7187-7C3C-3A88-7341E39B3E87}"/>
              </a:ext>
            </a:extLst>
          </p:cNvPr>
          <p:cNvPicPr>
            <a:picLocks noChangeAspect="1"/>
          </p:cNvPicPr>
          <p:nvPr userDrawn="1"/>
        </p:nvPicPr>
        <p:blipFill>
          <a:blip r:embed="rId2"/>
          <a:srcRect l="1715" r="1715"/>
          <a:stretch/>
        </p:blipFill>
        <p:spPr>
          <a:xfrm>
            <a:off x="0" y="231492"/>
            <a:ext cx="12192000" cy="4713313"/>
          </a:xfrm>
          <a:prstGeom prst="rect">
            <a:avLst/>
          </a:prstGeom>
        </p:spPr>
      </p:pic>
      <p:pic>
        <p:nvPicPr>
          <p:cNvPr id="14" name="Picture 13">
            <a:extLst>
              <a:ext uri="{FF2B5EF4-FFF2-40B4-BE49-F238E27FC236}">
                <a16:creationId xmlns:a16="http://schemas.microsoft.com/office/drawing/2014/main" id="{88ED38DE-76E0-B837-EC8F-02D2A92CF53A}"/>
              </a:ext>
            </a:extLst>
          </p:cNvPr>
          <p:cNvPicPr>
            <a:picLocks noChangeAspect="1"/>
          </p:cNvPicPr>
          <p:nvPr userDrawn="1"/>
        </p:nvPicPr>
        <p:blipFill>
          <a:blip r:embed="rId3"/>
          <a:srcRect l="10129" t="3419" r="10129" b="6082"/>
          <a:stretch>
            <a:fillRect/>
          </a:stretch>
        </p:blipFill>
        <p:spPr>
          <a:xfrm flipH="1">
            <a:off x="5332224" y="4039736"/>
            <a:ext cx="6859775" cy="2818263"/>
          </a:xfrm>
          <a:prstGeom prst="rect">
            <a:avLst/>
          </a:prstGeom>
        </p:spPr>
      </p:pic>
      <p:sp>
        <p:nvSpPr>
          <p:cNvPr id="15" name="Rectangle 14">
            <a:extLst>
              <a:ext uri="{FF2B5EF4-FFF2-40B4-BE49-F238E27FC236}">
                <a16:creationId xmlns:a16="http://schemas.microsoft.com/office/drawing/2014/main" id="{60405BD4-85FB-C3C5-AD30-F251ABBCD823}"/>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 Placeholder 51">
            <a:extLst>
              <a:ext uri="{FF2B5EF4-FFF2-40B4-BE49-F238E27FC236}">
                <a16:creationId xmlns:a16="http://schemas.microsoft.com/office/drawing/2014/main" id="{4F2C25F7-D948-B246-B321-813A7587BEF3}"/>
              </a:ext>
            </a:extLst>
          </p:cNvPr>
          <p:cNvSpPr>
            <a:spLocks noGrp="1"/>
          </p:cNvSpPr>
          <p:nvPr>
            <p:ph type="body" sz="quarter" idx="37" hasCustomPrompt="1"/>
          </p:nvPr>
        </p:nvSpPr>
        <p:spPr>
          <a:xfrm>
            <a:off x="775097" y="1090273"/>
            <a:ext cx="2312987" cy="2312988"/>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pic>
        <p:nvPicPr>
          <p:cNvPr id="5" name="Picture 4">
            <a:extLst>
              <a:ext uri="{FF2B5EF4-FFF2-40B4-BE49-F238E27FC236}">
                <a16:creationId xmlns:a16="http://schemas.microsoft.com/office/drawing/2014/main" id="{843FAA0C-637C-7D83-F836-76B09DC47910}"/>
              </a:ext>
            </a:extLst>
          </p:cNvPr>
          <p:cNvPicPr>
            <a:picLocks noChangeAspect="1"/>
          </p:cNvPicPr>
          <p:nvPr userDrawn="1"/>
        </p:nvPicPr>
        <p:blipFill>
          <a:blip r:embed="rId4"/>
          <a:srcRect/>
          <a:stretch/>
        </p:blipFill>
        <p:spPr>
          <a:xfrm>
            <a:off x="10859344" y="6460948"/>
            <a:ext cx="958006" cy="152266"/>
          </a:xfrm>
          <a:prstGeom prst="rect">
            <a:avLst/>
          </a:prstGeom>
        </p:spPr>
      </p:pic>
      <p:sp>
        <p:nvSpPr>
          <p:cNvPr id="3" name="Text Placeholder 13">
            <a:extLst>
              <a:ext uri="{FF2B5EF4-FFF2-40B4-BE49-F238E27FC236}">
                <a16:creationId xmlns:a16="http://schemas.microsoft.com/office/drawing/2014/main" id="{A0DAD37C-FBE2-1E3E-FD7A-FE820811042B}"/>
              </a:ext>
            </a:extLst>
          </p:cNvPr>
          <p:cNvSpPr>
            <a:spLocks noGrp="1"/>
          </p:cNvSpPr>
          <p:nvPr>
            <p:ph type="body" sz="quarter" idx="18" hasCustomPrompt="1"/>
          </p:nvPr>
        </p:nvSpPr>
        <p:spPr>
          <a:xfrm>
            <a:off x="978806" y="3084643"/>
            <a:ext cx="2028894" cy="230832"/>
          </a:xfrm>
        </p:spPr>
        <p:txBody>
          <a:bodyPr wrap="square" lIns="91440" rIns="91440" anchor="b">
            <a:spAutoFit/>
          </a:bodyPr>
          <a:lstStyle>
            <a:lvl1pPr marL="7938" indent="-7938"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53" name="Text Placeholder 51">
            <a:extLst>
              <a:ext uri="{FF2B5EF4-FFF2-40B4-BE49-F238E27FC236}">
                <a16:creationId xmlns:a16="http://schemas.microsoft.com/office/drawing/2014/main" id="{E7D873BD-563D-99AF-9D7B-53327F3CB2E7}"/>
              </a:ext>
            </a:extLst>
          </p:cNvPr>
          <p:cNvSpPr>
            <a:spLocks noGrp="1"/>
          </p:cNvSpPr>
          <p:nvPr>
            <p:ph type="body" sz="quarter" idx="38" hasCustomPrompt="1"/>
          </p:nvPr>
        </p:nvSpPr>
        <p:spPr>
          <a:xfrm>
            <a:off x="3540068" y="1090273"/>
            <a:ext cx="2312987" cy="2312988"/>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54" name="Text Placeholder 13">
            <a:extLst>
              <a:ext uri="{FF2B5EF4-FFF2-40B4-BE49-F238E27FC236}">
                <a16:creationId xmlns:a16="http://schemas.microsoft.com/office/drawing/2014/main" id="{46CD7437-9CBC-60C2-12F6-B596716F1F57}"/>
              </a:ext>
            </a:extLst>
          </p:cNvPr>
          <p:cNvSpPr>
            <a:spLocks noGrp="1"/>
          </p:cNvSpPr>
          <p:nvPr>
            <p:ph type="body" sz="quarter" idx="39" hasCustomPrompt="1"/>
          </p:nvPr>
        </p:nvSpPr>
        <p:spPr>
          <a:xfrm>
            <a:off x="3743777" y="3084643"/>
            <a:ext cx="2028894" cy="230832"/>
          </a:xfrm>
        </p:spPr>
        <p:txBody>
          <a:bodyPr wrap="square" lIns="91440" rIns="91440" anchor="b">
            <a:spAutoFit/>
          </a:bodyPr>
          <a:lstStyle>
            <a:lvl1pPr marL="7938" indent="-7938"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55" name="Text Placeholder 51">
            <a:extLst>
              <a:ext uri="{FF2B5EF4-FFF2-40B4-BE49-F238E27FC236}">
                <a16:creationId xmlns:a16="http://schemas.microsoft.com/office/drawing/2014/main" id="{59BDB085-EAF4-4487-E925-D25ACBA6D851}"/>
              </a:ext>
            </a:extLst>
          </p:cNvPr>
          <p:cNvSpPr>
            <a:spLocks noGrp="1"/>
          </p:cNvSpPr>
          <p:nvPr>
            <p:ph type="body" sz="quarter" idx="40" hasCustomPrompt="1"/>
          </p:nvPr>
        </p:nvSpPr>
        <p:spPr>
          <a:xfrm>
            <a:off x="6305039" y="1090273"/>
            <a:ext cx="2312987" cy="2312988"/>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56" name="Text Placeholder 13">
            <a:extLst>
              <a:ext uri="{FF2B5EF4-FFF2-40B4-BE49-F238E27FC236}">
                <a16:creationId xmlns:a16="http://schemas.microsoft.com/office/drawing/2014/main" id="{7BB3FC2E-881C-F891-C8DD-BBA2D6198618}"/>
              </a:ext>
            </a:extLst>
          </p:cNvPr>
          <p:cNvSpPr>
            <a:spLocks noGrp="1"/>
          </p:cNvSpPr>
          <p:nvPr>
            <p:ph type="body" sz="quarter" idx="41" hasCustomPrompt="1"/>
          </p:nvPr>
        </p:nvSpPr>
        <p:spPr>
          <a:xfrm>
            <a:off x="6508748" y="3084643"/>
            <a:ext cx="2028894" cy="230832"/>
          </a:xfrm>
        </p:spPr>
        <p:txBody>
          <a:bodyPr wrap="square" lIns="91440" rIns="91440" anchor="b">
            <a:spAutoFit/>
          </a:bodyPr>
          <a:lstStyle>
            <a:lvl1pPr marL="9525" indent="0"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57" name="Text Placeholder 51">
            <a:extLst>
              <a:ext uri="{FF2B5EF4-FFF2-40B4-BE49-F238E27FC236}">
                <a16:creationId xmlns:a16="http://schemas.microsoft.com/office/drawing/2014/main" id="{708209FA-D54E-B43F-80D6-59E81DBC9BB7}"/>
              </a:ext>
            </a:extLst>
          </p:cNvPr>
          <p:cNvSpPr>
            <a:spLocks noGrp="1"/>
          </p:cNvSpPr>
          <p:nvPr>
            <p:ph type="body" sz="quarter" idx="42" hasCustomPrompt="1"/>
          </p:nvPr>
        </p:nvSpPr>
        <p:spPr>
          <a:xfrm>
            <a:off x="9070010" y="1090273"/>
            <a:ext cx="2312987" cy="2312988"/>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58" name="Text Placeholder 13">
            <a:extLst>
              <a:ext uri="{FF2B5EF4-FFF2-40B4-BE49-F238E27FC236}">
                <a16:creationId xmlns:a16="http://schemas.microsoft.com/office/drawing/2014/main" id="{29D20CB5-FC0B-09B9-AFDC-AB7C57A15E2D}"/>
              </a:ext>
            </a:extLst>
          </p:cNvPr>
          <p:cNvSpPr>
            <a:spLocks noGrp="1"/>
          </p:cNvSpPr>
          <p:nvPr>
            <p:ph type="body" sz="quarter" idx="43" hasCustomPrompt="1"/>
          </p:nvPr>
        </p:nvSpPr>
        <p:spPr>
          <a:xfrm>
            <a:off x="9273719" y="3084643"/>
            <a:ext cx="2028894" cy="230832"/>
          </a:xfrm>
        </p:spPr>
        <p:txBody>
          <a:bodyPr wrap="square" lIns="91440" rIns="91440" anchor="b">
            <a:spAutoFit/>
          </a:bodyPr>
          <a:lstStyle>
            <a:lvl1pPr marL="7938" indent="0"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59" name="Text Placeholder 51">
            <a:extLst>
              <a:ext uri="{FF2B5EF4-FFF2-40B4-BE49-F238E27FC236}">
                <a16:creationId xmlns:a16="http://schemas.microsoft.com/office/drawing/2014/main" id="{180FE4B1-5521-5D58-7CBC-2C476755F09F}"/>
              </a:ext>
            </a:extLst>
          </p:cNvPr>
          <p:cNvSpPr>
            <a:spLocks noGrp="1"/>
          </p:cNvSpPr>
          <p:nvPr>
            <p:ph type="body" sz="quarter" idx="44" hasCustomPrompt="1"/>
          </p:nvPr>
        </p:nvSpPr>
        <p:spPr>
          <a:xfrm>
            <a:off x="775097" y="3788311"/>
            <a:ext cx="2312987" cy="2312988"/>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60" name="Text Placeholder 13">
            <a:extLst>
              <a:ext uri="{FF2B5EF4-FFF2-40B4-BE49-F238E27FC236}">
                <a16:creationId xmlns:a16="http://schemas.microsoft.com/office/drawing/2014/main" id="{BE7D2A28-40D4-BC8E-A970-D149DE061B3C}"/>
              </a:ext>
            </a:extLst>
          </p:cNvPr>
          <p:cNvSpPr>
            <a:spLocks noGrp="1"/>
          </p:cNvSpPr>
          <p:nvPr>
            <p:ph type="body" sz="quarter" idx="45" hasCustomPrompt="1"/>
          </p:nvPr>
        </p:nvSpPr>
        <p:spPr>
          <a:xfrm>
            <a:off x="978806" y="5782681"/>
            <a:ext cx="2028894" cy="230832"/>
          </a:xfrm>
        </p:spPr>
        <p:txBody>
          <a:bodyPr wrap="square" lIns="91440" rIns="91440" anchor="b">
            <a:spAutoFit/>
          </a:bodyPr>
          <a:lstStyle>
            <a:lvl1pPr marL="7938" indent="-7938"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61" name="Text Placeholder 51">
            <a:extLst>
              <a:ext uri="{FF2B5EF4-FFF2-40B4-BE49-F238E27FC236}">
                <a16:creationId xmlns:a16="http://schemas.microsoft.com/office/drawing/2014/main" id="{BB5608E2-DB87-0AD5-A042-74A02FAFD1DF}"/>
              </a:ext>
            </a:extLst>
          </p:cNvPr>
          <p:cNvSpPr>
            <a:spLocks noGrp="1"/>
          </p:cNvSpPr>
          <p:nvPr>
            <p:ph type="body" sz="quarter" idx="46" hasCustomPrompt="1"/>
          </p:nvPr>
        </p:nvSpPr>
        <p:spPr>
          <a:xfrm>
            <a:off x="3540068" y="3788311"/>
            <a:ext cx="2312987" cy="2312988"/>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62" name="Text Placeholder 13">
            <a:extLst>
              <a:ext uri="{FF2B5EF4-FFF2-40B4-BE49-F238E27FC236}">
                <a16:creationId xmlns:a16="http://schemas.microsoft.com/office/drawing/2014/main" id="{84FAE80A-FADF-57F8-B72B-93D8719E3364}"/>
              </a:ext>
            </a:extLst>
          </p:cNvPr>
          <p:cNvSpPr>
            <a:spLocks noGrp="1"/>
          </p:cNvSpPr>
          <p:nvPr>
            <p:ph type="body" sz="quarter" idx="47" hasCustomPrompt="1"/>
          </p:nvPr>
        </p:nvSpPr>
        <p:spPr>
          <a:xfrm>
            <a:off x="3743777" y="5782681"/>
            <a:ext cx="2028894" cy="230832"/>
          </a:xfrm>
        </p:spPr>
        <p:txBody>
          <a:bodyPr wrap="square" lIns="91440" rIns="91440" anchor="b">
            <a:spAutoFit/>
          </a:bodyPr>
          <a:lstStyle>
            <a:lvl1pPr marL="7938" indent="-7938"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63" name="Text Placeholder 51">
            <a:extLst>
              <a:ext uri="{FF2B5EF4-FFF2-40B4-BE49-F238E27FC236}">
                <a16:creationId xmlns:a16="http://schemas.microsoft.com/office/drawing/2014/main" id="{5D579D23-342D-E38A-1AF0-806A6FD53D3D}"/>
              </a:ext>
            </a:extLst>
          </p:cNvPr>
          <p:cNvSpPr>
            <a:spLocks noGrp="1"/>
          </p:cNvSpPr>
          <p:nvPr>
            <p:ph type="body" sz="quarter" idx="48" hasCustomPrompt="1"/>
          </p:nvPr>
        </p:nvSpPr>
        <p:spPr>
          <a:xfrm>
            <a:off x="6305039" y="3788311"/>
            <a:ext cx="2312987" cy="2312988"/>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64" name="Text Placeholder 13">
            <a:extLst>
              <a:ext uri="{FF2B5EF4-FFF2-40B4-BE49-F238E27FC236}">
                <a16:creationId xmlns:a16="http://schemas.microsoft.com/office/drawing/2014/main" id="{EF5FAC42-EF3D-7CDB-31F6-137B3503DFE0}"/>
              </a:ext>
            </a:extLst>
          </p:cNvPr>
          <p:cNvSpPr>
            <a:spLocks noGrp="1"/>
          </p:cNvSpPr>
          <p:nvPr>
            <p:ph type="body" sz="quarter" idx="49" hasCustomPrompt="1"/>
          </p:nvPr>
        </p:nvSpPr>
        <p:spPr>
          <a:xfrm>
            <a:off x="6508748" y="5782681"/>
            <a:ext cx="2028894" cy="230832"/>
          </a:xfrm>
        </p:spPr>
        <p:txBody>
          <a:bodyPr wrap="square" lIns="91440" rIns="91440" anchor="b">
            <a:spAutoFit/>
          </a:bodyPr>
          <a:lstStyle>
            <a:lvl1pPr marL="7938" indent="0"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65" name="Text Placeholder 51">
            <a:extLst>
              <a:ext uri="{FF2B5EF4-FFF2-40B4-BE49-F238E27FC236}">
                <a16:creationId xmlns:a16="http://schemas.microsoft.com/office/drawing/2014/main" id="{E23D02F2-B222-D093-7B0A-F8A0E9E24DB0}"/>
              </a:ext>
            </a:extLst>
          </p:cNvPr>
          <p:cNvSpPr>
            <a:spLocks noGrp="1"/>
          </p:cNvSpPr>
          <p:nvPr>
            <p:ph type="body" sz="quarter" idx="50" hasCustomPrompt="1"/>
          </p:nvPr>
        </p:nvSpPr>
        <p:spPr>
          <a:xfrm>
            <a:off x="9070010" y="3788311"/>
            <a:ext cx="2312987" cy="2312988"/>
          </a:xfrm>
          <a:solidFill>
            <a:schemeClr val="tx1">
              <a:alpha val="8000"/>
            </a:schemeClr>
          </a:solidFill>
        </p:spPr>
        <p:txBody>
          <a:bodyPr lIns="91440" tIns="91440" rIns="91440" bIns="91440">
            <a:normAutofit/>
          </a:bodyPr>
          <a:lstStyle>
            <a:lvl1pPr marL="9525" indent="-9525">
              <a:buNone/>
              <a:tabLst/>
              <a:defRPr sz="5400">
                <a:solidFill>
                  <a:schemeClr val="accent3"/>
                </a:solidFill>
              </a:defRPr>
            </a:lvl1pPr>
          </a:lstStyle>
          <a:p>
            <a:pPr lvl="0"/>
            <a:r>
              <a:rPr lang="en-US"/>
              <a:t>XX%</a:t>
            </a:r>
          </a:p>
        </p:txBody>
      </p:sp>
      <p:sp>
        <p:nvSpPr>
          <p:cNvPr id="66" name="Text Placeholder 13">
            <a:extLst>
              <a:ext uri="{FF2B5EF4-FFF2-40B4-BE49-F238E27FC236}">
                <a16:creationId xmlns:a16="http://schemas.microsoft.com/office/drawing/2014/main" id="{81B62084-3E2C-1631-EC69-CC1842FA326B}"/>
              </a:ext>
            </a:extLst>
          </p:cNvPr>
          <p:cNvSpPr>
            <a:spLocks noGrp="1"/>
          </p:cNvSpPr>
          <p:nvPr>
            <p:ph type="body" sz="quarter" idx="51" hasCustomPrompt="1"/>
          </p:nvPr>
        </p:nvSpPr>
        <p:spPr>
          <a:xfrm>
            <a:off x="9273719" y="5782681"/>
            <a:ext cx="2028894" cy="230832"/>
          </a:xfrm>
        </p:spPr>
        <p:txBody>
          <a:bodyPr wrap="square" lIns="91440" rIns="91440" anchor="b">
            <a:spAutoFit/>
          </a:bodyPr>
          <a:lstStyle>
            <a:lvl1pPr marL="7938" indent="-7938" algn="r">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7" name="Title 1">
            <a:extLst>
              <a:ext uri="{FF2B5EF4-FFF2-40B4-BE49-F238E27FC236}">
                <a16:creationId xmlns:a16="http://schemas.microsoft.com/office/drawing/2014/main" id="{32624E16-102D-D348-0B23-7E842FD31C9A}"/>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accent3"/>
                </a:solidFill>
                <a:latin typeface="Tw Cen MT" panose="020B0602020104020603" pitchFamily="34" charset="77"/>
              </a:defRPr>
            </a:lvl1pPr>
          </a:lstStyle>
          <a:p>
            <a:r>
              <a:rPr lang="en-US"/>
              <a:t>Headline goes here.</a:t>
            </a:r>
          </a:p>
        </p:txBody>
      </p:sp>
      <p:sp>
        <p:nvSpPr>
          <p:cNvPr id="8" name="Text Placeholder 13">
            <a:extLst>
              <a:ext uri="{FF2B5EF4-FFF2-40B4-BE49-F238E27FC236}">
                <a16:creationId xmlns:a16="http://schemas.microsoft.com/office/drawing/2014/main" id="{5D5DA274-ECB3-5EED-CD49-C8A98758A492}"/>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accent3"/>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30263649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s with tex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1BF80200-3136-5FD4-F3E1-03E817A2BCB6}"/>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20" name="Rectangle 19">
            <a:extLst>
              <a:ext uri="{FF2B5EF4-FFF2-40B4-BE49-F238E27FC236}">
                <a16:creationId xmlns:a16="http://schemas.microsoft.com/office/drawing/2014/main" id="{554ABB86-4C78-579B-5479-72A30248E22D}"/>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874811E-723E-0243-9186-54969D0B8D33}"/>
              </a:ext>
            </a:extLst>
          </p:cNvPr>
          <p:cNvPicPr>
            <a:picLocks noChangeAspect="1"/>
          </p:cNvPicPr>
          <p:nvPr userDrawn="1"/>
        </p:nvPicPr>
        <p:blipFill>
          <a:blip r:embed="rId3"/>
          <a:srcRect l="1715" r="1715"/>
          <a:stretch/>
        </p:blipFill>
        <p:spPr>
          <a:xfrm>
            <a:off x="0" y="231492"/>
            <a:ext cx="12192000" cy="4713313"/>
          </a:xfrm>
          <a:prstGeom prst="rect">
            <a:avLst/>
          </a:prstGeom>
        </p:spPr>
      </p:pic>
      <p:pic>
        <p:nvPicPr>
          <p:cNvPr id="5" name="Picture 4">
            <a:extLst>
              <a:ext uri="{FF2B5EF4-FFF2-40B4-BE49-F238E27FC236}">
                <a16:creationId xmlns:a16="http://schemas.microsoft.com/office/drawing/2014/main" id="{843FAA0C-637C-7D83-F836-76B09DC47910}"/>
              </a:ext>
            </a:extLst>
          </p:cNvPr>
          <p:cNvPicPr>
            <a:picLocks noChangeAspect="1"/>
          </p:cNvPicPr>
          <p:nvPr userDrawn="1"/>
        </p:nvPicPr>
        <p:blipFill>
          <a:blip r:embed="rId4"/>
          <a:srcRect/>
          <a:stretch/>
        </p:blipFill>
        <p:spPr>
          <a:xfrm>
            <a:off x="10859344" y="6460948"/>
            <a:ext cx="958006" cy="152266"/>
          </a:xfrm>
          <a:prstGeom prst="rect">
            <a:avLst/>
          </a:prstGeom>
        </p:spPr>
      </p:pic>
      <p:sp>
        <p:nvSpPr>
          <p:cNvPr id="55" name="Text Placeholder 51">
            <a:extLst>
              <a:ext uri="{FF2B5EF4-FFF2-40B4-BE49-F238E27FC236}">
                <a16:creationId xmlns:a16="http://schemas.microsoft.com/office/drawing/2014/main" id="{59BDB085-EAF4-4487-E925-D25ACBA6D851}"/>
              </a:ext>
            </a:extLst>
          </p:cNvPr>
          <p:cNvSpPr>
            <a:spLocks noGrp="1"/>
          </p:cNvSpPr>
          <p:nvPr>
            <p:ph type="body" sz="quarter" idx="40" hasCustomPrompt="1"/>
          </p:nvPr>
        </p:nvSpPr>
        <p:spPr>
          <a:xfrm>
            <a:off x="6440977" y="1897232"/>
            <a:ext cx="5477272" cy="888854"/>
          </a:xfrm>
          <a:solidFill>
            <a:schemeClr val="tx1">
              <a:alpha val="8000"/>
            </a:schemeClr>
          </a:solidFill>
        </p:spPr>
        <p:txBody>
          <a:bodyPr lIns="91440" tIns="91440" rIns="91440" bIns="91440" anchor="ctr">
            <a:noAutofit/>
          </a:bodyPr>
          <a:lstStyle>
            <a:lvl1pPr>
              <a:buNone/>
              <a:defRPr sz="4800">
                <a:solidFill>
                  <a:schemeClr val="accent3"/>
                </a:solidFill>
              </a:defRPr>
            </a:lvl1pPr>
          </a:lstStyle>
          <a:p>
            <a:pPr lvl="0"/>
            <a:r>
              <a:rPr lang="en-US"/>
              <a:t>XX%</a:t>
            </a:r>
          </a:p>
        </p:txBody>
      </p:sp>
      <p:sp>
        <p:nvSpPr>
          <p:cNvPr id="56" name="Text Placeholder 13">
            <a:extLst>
              <a:ext uri="{FF2B5EF4-FFF2-40B4-BE49-F238E27FC236}">
                <a16:creationId xmlns:a16="http://schemas.microsoft.com/office/drawing/2014/main" id="{7BB3FC2E-881C-F891-C8DD-BBA2D6198618}"/>
              </a:ext>
            </a:extLst>
          </p:cNvPr>
          <p:cNvSpPr>
            <a:spLocks noGrp="1"/>
          </p:cNvSpPr>
          <p:nvPr>
            <p:ph type="body" sz="quarter" idx="41" hasCustomPrompt="1"/>
          </p:nvPr>
        </p:nvSpPr>
        <p:spPr>
          <a:xfrm>
            <a:off x="7900808" y="2239151"/>
            <a:ext cx="3751929" cy="230832"/>
          </a:xfrm>
        </p:spPr>
        <p:txBody>
          <a:bodyPr wrap="square" lIns="91440" rIns="91440" anchor="b">
            <a:spAutoFit/>
          </a:bodyPr>
          <a:lstStyle>
            <a:lvl1pPr marL="12700" indent="-12700" algn="l">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3" name="Text Placeholder 51">
            <a:extLst>
              <a:ext uri="{FF2B5EF4-FFF2-40B4-BE49-F238E27FC236}">
                <a16:creationId xmlns:a16="http://schemas.microsoft.com/office/drawing/2014/main" id="{B0DAE625-B8B6-B1A9-378B-C3638FD48BB0}"/>
              </a:ext>
            </a:extLst>
          </p:cNvPr>
          <p:cNvSpPr>
            <a:spLocks noGrp="1"/>
          </p:cNvSpPr>
          <p:nvPr>
            <p:ph type="body" sz="quarter" idx="42" hasCustomPrompt="1"/>
          </p:nvPr>
        </p:nvSpPr>
        <p:spPr>
          <a:xfrm>
            <a:off x="6440977" y="3009148"/>
            <a:ext cx="5477272" cy="888854"/>
          </a:xfrm>
          <a:solidFill>
            <a:schemeClr val="tx1">
              <a:alpha val="8000"/>
            </a:schemeClr>
          </a:solidFill>
        </p:spPr>
        <p:txBody>
          <a:bodyPr lIns="91440" tIns="91440" rIns="91440" bIns="91440" anchor="ctr">
            <a:noAutofit/>
          </a:bodyPr>
          <a:lstStyle>
            <a:lvl1pPr>
              <a:buNone/>
              <a:defRPr sz="4800">
                <a:solidFill>
                  <a:schemeClr val="accent3"/>
                </a:solidFill>
              </a:defRPr>
            </a:lvl1pPr>
          </a:lstStyle>
          <a:p>
            <a:pPr lvl="0"/>
            <a:r>
              <a:rPr lang="en-US"/>
              <a:t>XX%</a:t>
            </a:r>
          </a:p>
        </p:txBody>
      </p:sp>
      <p:sp>
        <p:nvSpPr>
          <p:cNvPr id="6" name="Text Placeholder 13">
            <a:extLst>
              <a:ext uri="{FF2B5EF4-FFF2-40B4-BE49-F238E27FC236}">
                <a16:creationId xmlns:a16="http://schemas.microsoft.com/office/drawing/2014/main" id="{80B74518-06DC-648F-66F3-EA8CB6845FF9}"/>
              </a:ext>
            </a:extLst>
          </p:cNvPr>
          <p:cNvSpPr>
            <a:spLocks noGrp="1"/>
          </p:cNvSpPr>
          <p:nvPr>
            <p:ph type="body" sz="quarter" idx="43" hasCustomPrompt="1"/>
          </p:nvPr>
        </p:nvSpPr>
        <p:spPr>
          <a:xfrm>
            <a:off x="7900808" y="3351067"/>
            <a:ext cx="3751929" cy="230832"/>
          </a:xfrm>
        </p:spPr>
        <p:txBody>
          <a:bodyPr wrap="square" lIns="91440" rIns="91440" anchor="b">
            <a:spAutoFit/>
          </a:bodyPr>
          <a:lstStyle>
            <a:lvl1pPr marL="12700" indent="-12700" algn="l">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8" name="Text Placeholder 51">
            <a:extLst>
              <a:ext uri="{FF2B5EF4-FFF2-40B4-BE49-F238E27FC236}">
                <a16:creationId xmlns:a16="http://schemas.microsoft.com/office/drawing/2014/main" id="{7C35FD30-13CD-4603-0901-BBEE99F2046D}"/>
              </a:ext>
            </a:extLst>
          </p:cNvPr>
          <p:cNvSpPr>
            <a:spLocks noGrp="1"/>
          </p:cNvSpPr>
          <p:nvPr>
            <p:ph type="body" sz="quarter" idx="44" hasCustomPrompt="1"/>
          </p:nvPr>
        </p:nvSpPr>
        <p:spPr>
          <a:xfrm>
            <a:off x="6440977" y="4121064"/>
            <a:ext cx="5477272" cy="888854"/>
          </a:xfrm>
          <a:solidFill>
            <a:schemeClr val="tx1">
              <a:alpha val="8000"/>
            </a:schemeClr>
          </a:solidFill>
        </p:spPr>
        <p:txBody>
          <a:bodyPr lIns="91440" tIns="91440" rIns="91440" bIns="91440" anchor="ctr">
            <a:noAutofit/>
          </a:bodyPr>
          <a:lstStyle>
            <a:lvl1pPr>
              <a:buNone/>
              <a:defRPr sz="4800">
                <a:solidFill>
                  <a:schemeClr val="accent3"/>
                </a:solidFill>
              </a:defRPr>
            </a:lvl1pPr>
          </a:lstStyle>
          <a:p>
            <a:pPr lvl="0"/>
            <a:r>
              <a:rPr lang="en-US"/>
              <a:t>XX%</a:t>
            </a:r>
          </a:p>
        </p:txBody>
      </p:sp>
      <p:sp>
        <p:nvSpPr>
          <p:cNvPr id="9" name="Text Placeholder 13">
            <a:extLst>
              <a:ext uri="{FF2B5EF4-FFF2-40B4-BE49-F238E27FC236}">
                <a16:creationId xmlns:a16="http://schemas.microsoft.com/office/drawing/2014/main" id="{D33D1AA5-52FD-84CF-45E7-3EB6E13089C5}"/>
              </a:ext>
            </a:extLst>
          </p:cNvPr>
          <p:cNvSpPr>
            <a:spLocks noGrp="1"/>
          </p:cNvSpPr>
          <p:nvPr>
            <p:ph type="body" sz="quarter" idx="45" hasCustomPrompt="1"/>
          </p:nvPr>
        </p:nvSpPr>
        <p:spPr>
          <a:xfrm>
            <a:off x="7900808" y="4462983"/>
            <a:ext cx="3751929" cy="230832"/>
          </a:xfrm>
        </p:spPr>
        <p:txBody>
          <a:bodyPr wrap="square" lIns="91440" rIns="91440" anchor="b">
            <a:spAutoFit/>
          </a:bodyPr>
          <a:lstStyle>
            <a:lvl1pPr marL="12700" indent="-12700" algn="l">
              <a:buNone/>
              <a:tabLst/>
              <a:defRPr sz="1000" b="0" i="0" spc="300">
                <a:solidFill>
                  <a:schemeClr val="accent3"/>
                </a:solidFill>
                <a:latin typeface="Consolas" panose="020B0609020204030204" pitchFamily="49" charset="0"/>
                <a:cs typeface="Consolas" panose="020B0609020204030204" pitchFamily="49" charset="0"/>
              </a:defRPr>
            </a:lvl1pPr>
          </a:lstStyle>
          <a:p>
            <a:pPr lvl="0"/>
            <a:r>
              <a:rPr lang="en-US"/>
              <a:t>CLICK TO ADD TEXT</a:t>
            </a:r>
          </a:p>
        </p:txBody>
      </p:sp>
      <p:sp>
        <p:nvSpPr>
          <p:cNvPr id="10" name="Text Placeholder 13">
            <a:extLst>
              <a:ext uri="{FF2B5EF4-FFF2-40B4-BE49-F238E27FC236}">
                <a16:creationId xmlns:a16="http://schemas.microsoft.com/office/drawing/2014/main" id="{E979904A-2E20-15AE-64ED-F565CB69F789}"/>
              </a:ext>
            </a:extLst>
          </p:cNvPr>
          <p:cNvSpPr>
            <a:spLocks noGrp="1"/>
          </p:cNvSpPr>
          <p:nvPr>
            <p:ph type="body" sz="quarter" idx="18" hasCustomPrompt="1"/>
          </p:nvPr>
        </p:nvSpPr>
        <p:spPr>
          <a:xfrm>
            <a:off x="268347" y="2226242"/>
            <a:ext cx="5780745" cy="2783675"/>
          </a:xfrm>
        </p:spPr>
        <p:txBody>
          <a:bodyPr wrap="square" lIns="91440" rIns="91440" anchor="t">
            <a:noAutofit/>
          </a:bodyPr>
          <a:lstStyle>
            <a:lvl1pPr marL="12700" indent="-12700" algn="l">
              <a:buNone/>
              <a:tabLst/>
              <a:defRPr sz="1600">
                <a:solidFill>
                  <a:schemeClr val="accent3"/>
                </a:solidFill>
              </a:defRPr>
            </a:lvl1pPr>
          </a:lstStyle>
          <a:p>
            <a:pPr lvl="0"/>
            <a:r>
              <a:rPr lang="en-US"/>
              <a:t>Click to add text.</a:t>
            </a:r>
          </a:p>
        </p:txBody>
      </p:sp>
      <p:sp>
        <p:nvSpPr>
          <p:cNvPr id="11" name="Text Placeholder 9">
            <a:extLst>
              <a:ext uri="{FF2B5EF4-FFF2-40B4-BE49-F238E27FC236}">
                <a16:creationId xmlns:a16="http://schemas.microsoft.com/office/drawing/2014/main" id="{F25F9A71-17D0-0F45-51F7-8B293110A117}"/>
              </a:ext>
            </a:extLst>
          </p:cNvPr>
          <p:cNvSpPr>
            <a:spLocks noGrp="1"/>
          </p:cNvSpPr>
          <p:nvPr>
            <p:ph type="body" sz="quarter" idx="21" hasCustomPrompt="1"/>
          </p:nvPr>
        </p:nvSpPr>
        <p:spPr>
          <a:xfrm>
            <a:off x="268345" y="1895467"/>
            <a:ext cx="5780745" cy="236540"/>
          </a:xfrm>
          <a:noFill/>
        </p:spPr>
        <p:txBody>
          <a:bodyPr wrap="squar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15" name="Text Placeholder 13">
            <a:extLst>
              <a:ext uri="{FF2B5EF4-FFF2-40B4-BE49-F238E27FC236}">
                <a16:creationId xmlns:a16="http://schemas.microsoft.com/office/drawing/2014/main" id="{2817513F-9454-B490-0FDB-D76A587DD962}"/>
              </a:ext>
            </a:extLst>
          </p:cNvPr>
          <p:cNvSpPr>
            <a:spLocks noGrp="1"/>
          </p:cNvSpPr>
          <p:nvPr>
            <p:ph type="body" sz="quarter" idx="17" hasCustomPrompt="1"/>
          </p:nvPr>
        </p:nvSpPr>
        <p:spPr>
          <a:xfrm>
            <a:off x="268347" y="5688612"/>
            <a:ext cx="11649902" cy="523220"/>
          </a:xfrm>
        </p:spPr>
        <p:txBody>
          <a:bodyPr wrap="square" lIns="91440" rIns="0" anchor="t">
            <a:spAutoFit/>
          </a:bodyPr>
          <a:lstStyle>
            <a:lvl1pPr marL="0" indent="0" algn="l">
              <a:lnSpc>
                <a:spcPct val="100000"/>
              </a:lnSpc>
              <a:buNone/>
              <a:tabLst/>
              <a:defRPr sz="1400">
                <a:solidFill>
                  <a:schemeClr val="accent3"/>
                </a:solidFill>
              </a:defRPr>
            </a:lvl1pPr>
          </a:lstStyle>
          <a:p>
            <a:pPr lvl="0"/>
            <a:r>
              <a:rPr lang="en-US"/>
              <a:t>Use this area for footnotes and other information. </a:t>
            </a:r>
            <a:br>
              <a:rPr lang="en-US"/>
            </a:br>
            <a:r>
              <a:rPr lang="en-US"/>
              <a:t>Alternatively, delete.</a:t>
            </a:r>
          </a:p>
        </p:txBody>
      </p:sp>
      <p:sp>
        <p:nvSpPr>
          <p:cNvPr id="16" name="Title 1">
            <a:extLst>
              <a:ext uri="{FF2B5EF4-FFF2-40B4-BE49-F238E27FC236}">
                <a16:creationId xmlns:a16="http://schemas.microsoft.com/office/drawing/2014/main" id="{9FD40893-936F-1D6E-DD03-BD724ADBD2C4}"/>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accent3"/>
                </a:solidFill>
                <a:latin typeface="Tw Cen MT" panose="020B0602020104020603" pitchFamily="34" charset="77"/>
              </a:defRPr>
            </a:lvl1pPr>
          </a:lstStyle>
          <a:p>
            <a:r>
              <a:rPr lang="en-US"/>
              <a:t>Headline goes here.</a:t>
            </a:r>
          </a:p>
        </p:txBody>
      </p:sp>
      <p:sp>
        <p:nvSpPr>
          <p:cNvPr id="21" name="Text Placeholder 13">
            <a:extLst>
              <a:ext uri="{FF2B5EF4-FFF2-40B4-BE49-F238E27FC236}">
                <a16:creationId xmlns:a16="http://schemas.microsoft.com/office/drawing/2014/main" id="{79D49804-432E-E591-7B80-BF6F5F312C90}"/>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accent3"/>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38984974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width content (1)">
    <p:bg>
      <p:bgPr>
        <a:solidFill>
          <a:srgbClr val="EDECE8"/>
        </a:solidFill>
        <a:effectLst/>
      </p:bgPr>
    </p:bg>
    <p:spTree>
      <p:nvGrpSpPr>
        <p:cNvPr id="1" name=""/>
        <p:cNvGrpSpPr/>
        <p:nvPr/>
      </p:nvGrpSpPr>
      <p:grpSpPr>
        <a:xfrm>
          <a:off x="0" y="0"/>
          <a:ext cx="0" cy="0"/>
          <a:chOff x="0" y="0"/>
          <a:chExt cx="0" cy="0"/>
        </a:xfrm>
      </p:grpSpPr>
      <p:pic>
        <p:nvPicPr>
          <p:cNvPr id="9" name="Picture 8" descr="A black and white background with white dots&#10;&#10;AI-generated content may be incorrect.">
            <a:extLst>
              <a:ext uri="{FF2B5EF4-FFF2-40B4-BE49-F238E27FC236}">
                <a16:creationId xmlns:a16="http://schemas.microsoft.com/office/drawing/2014/main" id="{E69AAE08-2E52-E8FB-2C98-30F84CD94C92}"/>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10" name="Picture 9" descr="A black and white background with white dots&#10;&#10;AI-generated content may be incorrect.">
            <a:extLst>
              <a:ext uri="{FF2B5EF4-FFF2-40B4-BE49-F238E27FC236}">
                <a16:creationId xmlns:a16="http://schemas.microsoft.com/office/drawing/2014/main" id="{01389158-2969-AE81-2327-E8F6238E5956}"/>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11" name="Picture 10" descr="A black and white background with white dots&#10;&#10;AI-generated content may be incorrect.">
            <a:extLst>
              <a:ext uri="{FF2B5EF4-FFF2-40B4-BE49-F238E27FC236}">
                <a16:creationId xmlns:a16="http://schemas.microsoft.com/office/drawing/2014/main" id="{18CD17A2-FA0A-33A4-EE11-B282FDDB090D}"/>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
        <p:nvSpPr>
          <p:cNvPr id="2" name="Text Placeholder 13">
            <a:extLst>
              <a:ext uri="{FF2B5EF4-FFF2-40B4-BE49-F238E27FC236}">
                <a16:creationId xmlns:a16="http://schemas.microsoft.com/office/drawing/2014/main" id="{B3208023-5202-BB25-BA20-AB60DD67650F}"/>
              </a:ext>
            </a:extLst>
          </p:cNvPr>
          <p:cNvSpPr>
            <a:spLocks noGrp="1"/>
          </p:cNvSpPr>
          <p:nvPr>
            <p:ph type="body" sz="quarter" idx="18" hasCustomPrompt="1"/>
          </p:nvPr>
        </p:nvSpPr>
        <p:spPr>
          <a:xfrm>
            <a:off x="268347" y="1128156"/>
            <a:ext cx="11645630" cy="4917044"/>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14" name="Title 1">
            <a:extLst>
              <a:ext uri="{FF2B5EF4-FFF2-40B4-BE49-F238E27FC236}">
                <a16:creationId xmlns:a16="http://schemas.microsoft.com/office/drawing/2014/main" id="{E7B3E75C-D803-38D5-2D34-DA40283E1A31}"/>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tx1"/>
                </a:solidFill>
                <a:latin typeface="Tw Cen MT" panose="020B0602020104020603" pitchFamily="34" charset="77"/>
              </a:defRPr>
            </a:lvl1pPr>
          </a:lstStyle>
          <a:p>
            <a:r>
              <a:rPr lang="en-US"/>
              <a:t>Headline goes here.</a:t>
            </a:r>
          </a:p>
        </p:txBody>
      </p:sp>
      <p:sp>
        <p:nvSpPr>
          <p:cNvPr id="15" name="Text Placeholder 13">
            <a:extLst>
              <a:ext uri="{FF2B5EF4-FFF2-40B4-BE49-F238E27FC236}">
                <a16:creationId xmlns:a16="http://schemas.microsoft.com/office/drawing/2014/main" id="{A0514B31-37D8-B730-EF65-A2261D1D9CBD}"/>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tx1"/>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417253234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ull width content (2)">
    <p:bg>
      <p:bgPr>
        <a:solidFill>
          <a:srgbClr val="FFFFFF"/>
        </a:solidFill>
        <a:effectLst/>
      </p:bgPr>
    </p:bg>
    <p:spTree>
      <p:nvGrpSpPr>
        <p:cNvPr id="1" name=""/>
        <p:cNvGrpSpPr/>
        <p:nvPr/>
      </p:nvGrpSpPr>
      <p:grpSpPr>
        <a:xfrm>
          <a:off x="0" y="0"/>
          <a:ext cx="0" cy="0"/>
          <a:chOff x="0" y="0"/>
          <a:chExt cx="0" cy="0"/>
        </a:xfrm>
      </p:grpSpPr>
      <p:pic>
        <p:nvPicPr>
          <p:cNvPr id="10" name="Picture 9" descr="A black and white background with white dots&#10;&#10;AI-generated content may be incorrect.">
            <a:extLst>
              <a:ext uri="{FF2B5EF4-FFF2-40B4-BE49-F238E27FC236}">
                <a16:creationId xmlns:a16="http://schemas.microsoft.com/office/drawing/2014/main" id="{F02EE1B1-0A64-2022-E067-9FD305A66918}"/>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11" name="Picture 10" descr="A black and white background with white dots&#10;&#10;AI-generated content may be incorrect.">
            <a:extLst>
              <a:ext uri="{FF2B5EF4-FFF2-40B4-BE49-F238E27FC236}">
                <a16:creationId xmlns:a16="http://schemas.microsoft.com/office/drawing/2014/main" id="{513D98A2-41BC-C59A-A0D1-4A9E3B364B9A}"/>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12" name="Picture 11" descr="A black and white background with white dots&#10;&#10;AI-generated content may be incorrect.">
            <a:extLst>
              <a:ext uri="{FF2B5EF4-FFF2-40B4-BE49-F238E27FC236}">
                <a16:creationId xmlns:a16="http://schemas.microsoft.com/office/drawing/2014/main" id="{B183948E-5C30-2757-8108-C3F778B1F287}"/>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
        <p:nvSpPr>
          <p:cNvPr id="15" name="Text Placeholder 13">
            <a:extLst>
              <a:ext uri="{FF2B5EF4-FFF2-40B4-BE49-F238E27FC236}">
                <a16:creationId xmlns:a16="http://schemas.microsoft.com/office/drawing/2014/main" id="{3222CBAF-EC6F-4B59-996F-D0AA0BDCFC76}"/>
              </a:ext>
            </a:extLst>
          </p:cNvPr>
          <p:cNvSpPr>
            <a:spLocks noGrp="1"/>
          </p:cNvSpPr>
          <p:nvPr>
            <p:ph type="body" sz="quarter" idx="18" hasCustomPrompt="1"/>
          </p:nvPr>
        </p:nvSpPr>
        <p:spPr>
          <a:xfrm>
            <a:off x="268347" y="1128156"/>
            <a:ext cx="11645630" cy="4917044"/>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16" name="Title 1">
            <a:extLst>
              <a:ext uri="{FF2B5EF4-FFF2-40B4-BE49-F238E27FC236}">
                <a16:creationId xmlns:a16="http://schemas.microsoft.com/office/drawing/2014/main" id="{E9F223D3-82BA-0462-6FDD-3D99FA30CD72}"/>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tx1"/>
                </a:solidFill>
                <a:latin typeface="Tw Cen MT" panose="020B0602020104020603" pitchFamily="34" charset="77"/>
              </a:defRPr>
            </a:lvl1pPr>
          </a:lstStyle>
          <a:p>
            <a:r>
              <a:rPr lang="en-US"/>
              <a:t>Headline goes here.</a:t>
            </a:r>
          </a:p>
        </p:txBody>
      </p:sp>
      <p:sp>
        <p:nvSpPr>
          <p:cNvPr id="17" name="Text Placeholder 13">
            <a:extLst>
              <a:ext uri="{FF2B5EF4-FFF2-40B4-BE49-F238E27FC236}">
                <a16:creationId xmlns:a16="http://schemas.microsoft.com/office/drawing/2014/main" id="{37D2DFFE-B4E8-95F6-3E63-EBD10A4A4453}"/>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tx1"/>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2462612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ull width content (3)">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B9CB8F2-DC18-0505-FEF3-FAFE6A6E5703}"/>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12" name="Rectangle 11">
            <a:extLst>
              <a:ext uri="{FF2B5EF4-FFF2-40B4-BE49-F238E27FC236}">
                <a16:creationId xmlns:a16="http://schemas.microsoft.com/office/drawing/2014/main" id="{4CC6AEA2-AFF9-2588-D986-867F86536624}"/>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260FF91-28F4-478D-6159-BA1EA76C0708}"/>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13" name="Text Placeholder 13">
            <a:extLst>
              <a:ext uri="{FF2B5EF4-FFF2-40B4-BE49-F238E27FC236}">
                <a16:creationId xmlns:a16="http://schemas.microsoft.com/office/drawing/2014/main" id="{2D35E5DA-1E47-E93D-6F02-3BDBE1469050}"/>
              </a:ext>
            </a:extLst>
          </p:cNvPr>
          <p:cNvSpPr>
            <a:spLocks noGrp="1"/>
          </p:cNvSpPr>
          <p:nvPr>
            <p:ph type="body" sz="quarter" idx="18" hasCustomPrompt="1"/>
          </p:nvPr>
        </p:nvSpPr>
        <p:spPr>
          <a:xfrm>
            <a:off x="268347" y="1128156"/>
            <a:ext cx="11645630" cy="4917044"/>
          </a:xfrm>
        </p:spPr>
        <p:txBody>
          <a:bodyPr wrap="square" lIns="91440" rIns="91440" anchor="t">
            <a:noAutofit/>
          </a:bodyPr>
          <a:lstStyle>
            <a:lvl1pPr marL="7938" indent="-7938" algn="l">
              <a:buNone/>
              <a:tabLst/>
              <a:defRPr sz="1600">
                <a:solidFill>
                  <a:schemeClr val="accent3"/>
                </a:solidFill>
              </a:defRPr>
            </a:lvl1pPr>
          </a:lstStyle>
          <a:p>
            <a:pPr lvl="0"/>
            <a:r>
              <a:rPr lang="en-US"/>
              <a:t>Click to add text.</a:t>
            </a:r>
          </a:p>
        </p:txBody>
      </p:sp>
      <p:sp>
        <p:nvSpPr>
          <p:cNvPr id="14" name="Title 1">
            <a:extLst>
              <a:ext uri="{FF2B5EF4-FFF2-40B4-BE49-F238E27FC236}">
                <a16:creationId xmlns:a16="http://schemas.microsoft.com/office/drawing/2014/main" id="{49FBCB66-EEA0-E0EF-F3AA-620C33EC28CF}"/>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accent3"/>
                </a:solidFill>
                <a:latin typeface="Tw Cen MT" panose="020B0602020104020603" pitchFamily="34" charset="77"/>
              </a:defRPr>
            </a:lvl1pPr>
          </a:lstStyle>
          <a:p>
            <a:r>
              <a:rPr lang="en-US"/>
              <a:t>Headline goes here.</a:t>
            </a:r>
          </a:p>
        </p:txBody>
      </p:sp>
      <p:sp>
        <p:nvSpPr>
          <p:cNvPr id="15" name="Text Placeholder 13">
            <a:extLst>
              <a:ext uri="{FF2B5EF4-FFF2-40B4-BE49-F238E27FC236}">
                <a16:creationId xmlns:a16="http://schemas.microsoft.com/office/drawing/2014/main" id="{E5DEC889-C681-3DA9-1D49-75096F1FE907}"/>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accent3"/>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10397692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 content (1)">
    <p:bg>
      <p:bgPr>
        <a:solidFill>
          <a:srgbClr val="EDECE8"/>
        </a:solidFill>
        <a:effectLst/>
      </p:bgPr>
    </p:bg>
    <p:spTree>
      <p:nvGrpSpPr>
        <p:cNvPr id="1" name=""/>
        <p:cNvGrpSpPr/>
        <p:nvPr/>
      </p:nvGrpSpPr>
      <p:grpSpPr>
        <a:xfrm>
          <a:off x="0" y="0"/>
          <a:ext cx="0" cy="0"/>
          <a:chOff x="0" y="0"/>
          <a:chExt cx="0" cy="0"/>
        </a:xfrm>
      </p:grpSpPr>
      <p:sp>
        <p:nvSpPr>
          <p:cNvPr id="9" name="Text Placeholder 13">
            <a:extLst>
              <a:ext uri="{FF2B5EF4-FFF2-40B4-BE49-F238E27FC236}">
                <a16:creationId xmlns:a16="http://schemas.microsoft.com/office/drawing/2014/main" id="{8F8AED5B-1C98-BC11-3579-2F173D73605E}"/>
              </a:ext>
            </a:extLst>
          </p:cNvPr>
          <p:cNvSpPr>
            <a:spLocks noGrp="1"/>
          </p:cNvSpPr>
          <p:nvPr>
            <p:ph type="body" sz="quarter" idx="18" hasCustomPrompt="1"/>
          </p:nvPr>
        </p:nvSpPr>
        <p:spPr>
          <a:xfrm>
            <a:off x="272616" y="1485900"/>
            <a:ext cx="5635816" cy="4559300"/>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10" name="Text Placeholder 13">
            <a:extLst>
              <a:ext uri="{FF2B5EF4-FFF2-40B4-BE49-F238E27FC236}">
                <a16:creationId xmlns:a16="http://schemas.microsoft.com/office/drawing/2014/main" id="{1C8B7E52-5988-012C-909D-39FBD8921006}"/>
              </a:ext>
            </a:extLst>
          </p:cNvPr>
          <p:cNvSpPr>
            <a:spLocks noGrp="1"/>
          </p:cNvSpPr>
          <p:nvPr>
            <p:ph type="body" sz="quarter" idx="19" hasCustomPrompt="1"/>
          </p:nvPr>
        </p:nvSpPr>
        <p:spPr>
          <a:xfrm>
            <a:off x="6283569" y="1485900"/>
            <a:ext cx="5634680" cy="4559300"/>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11" name="Text Placeholder 9">
            <a:extLst>
              <a:ext uri="{FF2B5EF4-FFF2-40B4-BE49-F238E27FC236}">
                <a16:creationId xmlns:a16="http://schemas.microsoft.com/office/drawing/2014/main" id="{31E745B3-5A47-48B5-743F-1569E0D57FE8}"/>
              </a:ext>
            </a:extLst>
          </p:cNvPr>
          <p:cNvSpPr>
            <a:spLocks noGrp="1"/>
          </p:cNvSpPr>
          <p:nvPr>
            <p:ph type="body" sz="quarter" idx="21" hasCustomPrompt="1"/>
          </p:nvPr>
        </p:nvSpPr>
        <p:spPr>
          <a:xfrm>
            <a:off x="272614" y="1128155"/>
            <a:ext cx="5635816"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12" name="Text Placeholder 9">
            <a:extLst>
              <a:ext uri="{FF2B5EF4-FFF2-40B4-BE49-F238E27FC236}">
                <a16:creationId xmlns:a16="http://schemas.microsoft.com/office/drawing/2014/main" id="{3B8039BF-1676-6079-B553-A9922B7C8445}"/>
              </a:ext>
            </a:extLst>
          </p:cNvPr>
          <p:cNvSpPr>
            <a:spLocks noGrp="1"/>
          </p:cNvSpPr>
          <p:nvPr>
            <p:ph type="body" sz="quarter" idx="22" hasCustomPrompt="1"/>
          </p:nvPr>
        </p:nvSpPr>
        <p:spPr>
          <a:xfrm>
            <a:off x="6283568" y="1128155"/>
            <a:ext cx="5634680"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pic>
        <p:nvPicPr>
          <p:cNvPr id="13" name="Picture 12" descr="A black and white background with white dots&#10;&#10;AI-generated content may be incorrect.">
            <a:extLst>
              <a:ext uri="{FF2B5EF4-FFF2-40B4-BE49-F238E27FC236}">
                <a16:creationId xmlns:a16="http://schemas.microsoft.com/office/drawing/2014/main" id="{E1B428D0-CF47-0611-9AA2-3C4FE8EE3767}"/>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14" name="Picture 13" descr="A black and white background with white dots&#10;&#10;AI-generated content may be incorrect.">
            <a:extLst>
              <a:ext uri="{FF2B5EF4-FFF2-40B4-BE49-F238E27FC236}">
                <a16:creationId xmlns:a16="http://schemas.microsoft.com/office/drawing/2014/main" id="{ABC5F085-21C3-899F-699A-6D4DE3DD79B6}"/>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15" name="Picture 14" descr="A black and white background with white dots&#10;&#10;AI-generated content may be incorrect.">
            <a:extLst>
              <a:ext uri="{FF2B5EF4-FFF2-40B4-BE49-F238E27FC236}">
                <a16:creationId xmlns:a16="http://schemas.microsoft.com/office/drawing/2014/main" id="{74277D36-B1FF-2A46-9592-8796D4422DB9}"/>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
        <p:nvSpPr>
          <p:cNvPr id="6" name="Title 1">
            <a:extLst>
              <a:ext uri="{FF2B5EF4-FFF2-40B4-BE49-F238E27FC236}">
                <a16:creationId xmlns:a16="http://schemas.microsoft.com/office/drawing/2014/main" id="{BC5332C2-9DA5-8859-BBAF-FFAF22F86460}"/>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tx1"/>
                </a:solidFill>
                <a:latin typeface="Tw Cen MT" panose="020B0602020104020603" pitchFamily="34" charset="77"/>
              </a:defRPr>
            </a:lvl1pPr>
          </a:lstStyle>
          <a:p>
            <a:r>
              <a:rPr lang="en-US"/>
              <a:t>Headline goes here.</a:t>
            </a:r>
          </a:p>
        </p:txBody>
      </p:sp>
      <p:sp>
        <p:nvSpPr>
          <p:cNvPr id="7" name="Text Placeholder 13">
            <a:extLst>
              <a:ext uri="{FF2B5EF4-FFF2-40B4-BE49-F238E27FC236}">
                <a16:creationId xmlns:a16="http://schemas.microsoft.com/office/drawing/2014/main" id="{27FBA84B-519C-A605-C964-28E60D6D8C8B}"/>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tx1"/>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10693685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column content (2)">
    <p:bg>
      <p:bgPr>
        <a:solidFill>
          <a:srgbClr val="FFFFFF"/>
        </a:solidFill>
        <a:effectLst/>
      </p:bgPr>
    </p:bg>
    <p:spTree>
      <p:nvGrpSpPr>
        <p:cNvPr id="1" name=""/>
        <p:cNvGrpSpPr/>
        <p:nvPr/>
      </p:nvGrpSpPr>
      <p:grpSpPr>
        <a:xfrm>
          <a:off x="0" y="0"/>
          <a:ext cx="0" cy="0"/>
          <a:chOff x="0" y="0"/>
          <a:chExt cx="0" cy="0"/>
        </a:xfrm>
      </p:grpSpPr>
      <p:pic>
        <p:nvPicPr>
          <p:cNvPr id="9" name="Picture 8" descr="A black and white background with white dots&#10;&#10;AI-generated content may be incorrect.">
            <a:extLst>
              <a:ext uri="{FF2B5EF4-FFF2-40B4-BE49-F238E27FC236}">
                <a16:creationId xmlns:a16="http://schemas.microsoft.com/office/drawing/2014/main" id="{7C054385-AC61-574F-8E3E-29AD7DB62A26}"/>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10" name="Picture 9" descr="A black and white background with white dots&#10;&#10;AI-generated content may be incorrect.">
            <a:extLst>
              <a:ext uri="{FF2B5EF4-FFF2-40B4-BE49-F238E27FC236}">
                <a16:creationId xmlns:a16="http://schemas.microsoft.com/office/drawing/2014/main" id="{00580DAE-8F3A-7FD6-6E9D-2CA7EE1A9394}"/>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11" name="Picture 10" descr="A black and white background with white dots&#10;&#10;AI-generated content may be incorrect.">
            <a:extLst>
              <a:ext uri="{FF2B5EF4-FFF2-40B4-BE49-F238E27FC236}">
                <a16:creationId xmlns:a16="http://schemas.microsoft.com/office/drawing/2014/main" id="{B6CFC953-D9FA-0FBA-51CD-0BEACE91314B}"/>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
        <p:nvSpPr>
          <p:cNvPr id="7" name="Text Placeholder 13">
            <a:extLst>
              <a:ext uri="{FF2B5EF4-FFF2-40B4-BE49-F238E27FC236}">
                <a16:creationId xmlns:a16="http://schemas.microsoft.com/office/drawing/2014/main" id="{B6591D3B-E0C0-4301-B5E0-6920BF14F1D2}"/>
              </a:ext>
            </a:extLst>
          </p:cNvPr>
          <p:cNvSpPr>
            <a:spLocks noGrp="1"/>
          </p:cNvSpPr>
          <p:nvPr>
            <p:ph type="body" sz="quarter" idx="18" hasCustomPrompt="1"/>
          </p:nvPr>
        </p:nvSpPr>
        <p:spPr>
          <a:xfrm>
            <a:off x="272616" y="1485900"/>
            <a:ext cx="5635816" cy="4559300"/>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12" name="Text Placeholder 13">
            <a:extLst>
              <a:ext uri="{FF2B5EF4-FFF2-40B4-BE49-F238E27FC236}">
                <a16:creationId xmlns:a16="http://schemas.microsoft.com/office/drawing/2014/main" id="{A07AC30C-68B6-8A3A-6D2B-A4E87917F5B0}"/>
              </a:ext>
            </a:extLst>
          </p:cNvPr>
          <p:cNvSpPr>
            <a:spLocks noGrp="1"/>
          </p:cNvSpPr>
          <p:nvPr>
            <p:ph type="body" sz="quarter" idx="19" hasCustomPrompt="1"/>
          </p:nvPr>
        </p:nvSpPr>
        <p:spPr>
          <a:xfrm>
            <a:off x="6283569" y="1485900"/>
            <a:ext cx="5634680" cy="4559300"/>
          </a:xfrm>
        </p:spPr>
        <p:txBody>
          <a:bodyPr wrap="square" lIns="91440" rIns="91440" anchor="t">
            <a:noAutofit/>
          </a:bodyPr>
          <a:lstStyle>
            <a:lvl1pPr marL="9525" indent="-9525" algn="l">
              <a:buNone/>
              <a:tabLst/>
              <a:defRPr sz="1600">
                <a:solidFill>
                  <a:schemeClr val="tx1"/>
                </a:solidFill>
              </a:defRPr>
            </a:lvl1pPr>
          </a:lstStyle>
          <a:p>
            <a:pPr lvl="0"/>
            <a:r>
              <a:rPr lang="en-US"/>
              <a:t>Click to add text.</a:t>
            </a:r>
          </a:p>
        </p:txBody>
      </p:sp>
      <p:sp>
        <p:nvSpPr>
          <p:cNvPr id="13" name="Text Placeholder 9">
            <a:extLst>
              <a:ext uri="{FF2B5EF4-FFF2-40B4-BE49-F238E27FC236}">
                <a16:creationId xmlns:a16="http://schemas.microsoft.com/office/drawing/2014/main" id="{E280807D-3C1C-94E8-59B2-D0C572B1C6C8}"/>
              </a:ext>
            </a:extLst>
          </p:cNvPr>
          <p:cNvSpPr>
            <a:spLocks noGrp="1"/>
          </p:cNvSpPr>
          <p:nvPr>
            <p:ph type="body" sz="quarter" idx="21" hasCustomPrompt="1"/>
          </p:nvPr>
        </p:nvSpPr>
        <p:spPr>
          <a:xfrm>
            <a:off x="272614" y="1128155"/>
            <a:ext cx="5635816"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16" name="Text Placeholder 9">
            <a:extLst>
              <a:ext uri="{FF2B5EF4-FFF2-40B4-BE49-F238E27FC236}">
                <a16:creationId xmlns:a16="http://schemas.microsoft.com/office/drawing/2014/main" id="{F1F3947F-0188-A48B-A675-A6FAA82169B6}"/>
              </a:ext>
            </a:extLst>
          </p:cNvPr>
          <p:cNvSpPr>
            <a:spLocks noGrp="1"/>
          </p:cNvSpPr>
          <p:nvPr>
            <p:ph type="body" sz="quarter" idx="22" hasCustomPrompt="1"/>
          </p:nvPr>
        </p:nvSpPr>
        <p:spPr>
          <a:xfrm>
            <a:off x="6283568" y="1128155"/>
            <a:ext cx="5634680"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17" name="Title 1">
            <a:extLst>
              <a:ext uri="{FF2B5EF4-FFF2-40B4-BE49-F238E27FC236}">
                <a16:creationId xmlns:a16="http://schemas.microsoft.com/office/drawing/2014/main" id="{03F2F32F-400A-6EA1-061C-24BC1FA0E035}"/>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tx1"/>
                </a:solidFill>
                <a:latin typeface="Tw Cen MT" panose="020B0602020104020603" pitchFamily="34" charset="77"/>
              </a:defRPr>
            </a:lvl1pPr>
          </a:lstStyle>
          <a:p>
            <a:r>
              <a:rPr lang="en-US"/>
              <a:t>Headline goes here.</a:t>
            </a:r>
          </a:p>
        </p:txBody>
      </p:sp>
      <p:sp>
        <p:nvSpPr>
          <p:cNvPr id="18" name="Text Placeholder 13">
            <a:extLst>
              <a:ext uri="{FF2B5EF4-FFF2-40B4-BE49-F238E27FC236}">
                <a16:creationId xmlns:a16="http://schemas.microsoft.com/office/drawing/2014/main" id="{8AA3EE91-3B8A-6BC1-045A-A22F9DE0626B}"/>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tx1"/>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9398904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content (3)">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8BEA082-AFE4-28A7-A60D-0AEA139A8ECE}"/>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15" name="Rectangle 14">
            <a:extLst>
              <a:ext uri="{FF2B5EF4-FFF2-40B4-BE49-F238E27FC236}">
                <a16:creationId xmlns:a16="http://schemas.microsoft.com/office/drawing/2014/main" id="{516ED822-7447-940A-B3BF-E28BA6231D5E}"/>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260FF91-28F4-478D-6159-BA1EA76C0708}"/>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10" name="Text Placeholder 13">
            <a:extLst>
              <a:ext uri="{FF2B5EF4-FFF2-40B4-BE49-F238E27FC236}">
                <a16:creationId xmlns:a16="http://schemas.microsoft.com/office/drawing/2014/main" id="{04FB4D87-0D13-1D8C-47A7-D227539BFE1A}"/>
              </a:ext>
            </a:extLst>
          </p:cNvPr>
          <p:cNvSpPr>
            <a:spLocks noGrp="1"/>
          </p:cNvSpPr>
          <p:nvPr>
            <p:ph type="body" sz="quarter" idx="18" hasCustomPrompt="1"/>
          </p:nvPr>
        </p:nvSpPr>
        <p:spPr>
          <a:xfrm>
            <a:off x="272616" y="1485900"/>
            <a:ext cx="5635816" cy="4559300"/>
          </a:xfrm>
        </p:spPr>
        <p:txBody>
          <a:bodyPr wrap="square" lIns="91440" rIns="91440" anchor="t">
            <a:noAutofit/>
          </a:bodyPr>
          <a:lstStyle>
            <a:lvl1pPr marL="7938" indent="-7938" algn="l">
              <a:buNone/>
              <a:tabLst/>
              <a:defRPr sz="1600">
                <a:solidFill>
                  <a:schemeClr val="accent3"/>
                </a:solidFill>
              </a:defRPr>
            </a:lvl1pPr>
          </a:lstStyle>
          <a:p>
            <a:pPr lvl="0"/>
            <a:r>
              <a:rPr lang="en-US"/>
              <a:t>Click to add text.</a:t>
            </a:r>
          </a:p>
        </p:txBody>
      </p:sp>
      <p:sp>
        <p:nvSpPr>
          <p:cNvPr id="11" name="Text Placeholder 13">
            <a:extLst>
              <a:ext uri="{FF2B5EF4-FFF2-40B4-BE49-F238E27FC236}">
                <a16:creationId xmlns:a16="http://schemas.microsoft.com/office/drawing/2014/main" id="{F828C28F-30BD-35A1-83E0-A373EB0462BF}"/>
              </a:ext>
            </a:extLst>
          </p:cNvPr>
          <p:cNvSpPr>
            <a:spLocks noGrp="1"/>
          </p:cNvSpPr>
          <p:nvPr>
            <p:ph type="body" sz="quarter" idx="19" hasCustomPrompt="1"/>
          </p:nvPr>
        </p:nvSpPr>
        <p:spPr>
          <a:xfrm>
            <a:off x="6283569" y="1485900"/>
            <a:ext cx="5634680" cy="4559300"/>
          </a:xfrm>
        </p:spPr>
        <p:txBody>
          <a:bodyPr wrap="square" lIns="91440" rIns="91440" anchor="t">
            <a:noAutofit/>
          </a:bodyPr>
          <a:lstStyle>
            <a:lvl1pPr marL="7938" indent="0" algn="l">
              <a:buNone/>
              <a:tabLst/>
              <a:defRPr sz="1600">
                <a:solidFill>
                  <a:schemeClr val="accent3"/>
                </a:solidFill>
              </a:defRPr>
            </a:lvl1pPr>
          </a:lstStyle>
          <a:p>
            <a:pPr lvl="0"/>
            <a:r>
              <a:rPr lang="en-US"/>
              <a:t>Click to add text.</a:t>
            </a:r>
          </a:p>
        </p:txBody>
      </p:sp>
      <p:sp>
        <p:nvSpPr>
          <p:cNvPr id="12" name="Text Placeholder 9">
            <a:extLst>
              <a:ext uri="{FF2B5EF4-FFF2-40B4-BE49-F238E27FC236}">
                <a16:creationId xmlns:a16="http://schemas.microsoft.com/office/drawing/2014/main" id="{27508CE8-1EC0-EB85-0958-F88D152F5EE4}"/>
              </a:ext>
            </a:extLst>
          </p:cNvPr>
          <p:cNvSpPr>
            <a:spLocks noGrp="1"/>
          </p:cNvSpPr>
          <p:nvPr>
            <p:ph type="body" sz="quarter" idx="21" hasCustomPrompt="1"/>
          </p:nvPr>
        </p:nvSpPr>
        <p:spPr>
          <a:xfrm>
            <a:off x="272614" y="1128155"/>
            <a:ext cx="5635816" cy="236540"/>
          </a:xfrm>
          <a:noFill/>
        </p:spPr>
        <p:txBody>
          <a:bodyPr wrap="squar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16" name="Text Placeholder 9">
            <a:extLst>
              <a:ext uri="{FF2B5EF4-FFF2-40B4-BE49-F238E27FC236}">
                <a16:creationId xmlns:a16="http://schemas.microsoft.com/office/drawing/2014/main" id="{C7A0E915-4956-6E8A-5443-4C07DCC48E7D}"/>
              </a:ext>
            </a:extLst>
          </p:cNvPr>
          <p:cNvSpPr>
            <a:spLocks noGrp="1"/>
          </p:cNvSpPr>
          <p:nvPr>
            <p:ph type="body" sz="quarter" idx="22" hasCustomPrompt="1"/>
          </p:nvPr>
        </p:nvSpPr>
        <p:spPr>
          <a:xfrm>
            <a:off x="6283568" y="1128155"/>
            <a:ext cx="5634680" cy="236540"/>
          </a:xfrm>
          <a:noFill/>
        </p:spPr>
        <p:txBody>
          <a:bodyPr wrap="squar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17" name="Title 1">
            <a:extLst>
              <a:ext uri="{FF2B5EF4-FFF2-40B4-BE49-F238E27FC236}">
                <a16:creationId xmlns:a16="http://schemas.microsoft.com/office/drawing/2014/main" id="{D12CE674-CDB4-C156-7C26-E44F04948497}"/>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accent3"/>
                </a:solidFill>
                <a:latin typeface="Tw Cen MT" panose="020B0602020104020603" pitchFamily="34" charset="77"/>
              </a:defRPr>
            </a:lvl1pPr>
          </a:lstStyle>
          <a:p>
            <a:r>
              <a:rPr lang="en-US"/>
              <a:t>Headline goes here.</a:t>
            </a:r>
          </a:p>
        </p:txBody>
      </p:sp>
      <p:sp>
        <p:nvSpPr>
          <p:cNvPr id="18" name="Text Placeholder 13">
            <a:extLst>
              <a:ext uri="{FF2B5EF4-FFF2-40B4-BE49-F238E27FC236}">
                <a16:creationId xmlns:a16="http://schemas.microsoft.com/office/drawing/2014/main" id="{A0BBFDD5-3150-BA39-C44A-8A972A09EBCD}"/>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accent3"/>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41247898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content (1)">
    <p:bg>
      <p:bgPr>
        <a:solidFill>
          <a:srgbClr val="EDECE8"/>
        </a:solidFill>
        <a:effectLst/>
      </p:bgPr>
    </p:bg>
    <p:spTree>
      <p:nvGrpSpPr>
        <p:cNvPr id="1" name=""/>
        <p:cNvGrpSpPr/>
        <p:nvPr/>
      </p:nvGrpSpPr>
      <p:grpSpPr>
        <a:xfrm>
          <a:off x="0" y="0"/>
          <a:ext cx="0" cy="0"/>
          <a:chOff x="0" y="0"/>
          <a:chExt cx="0" cy="0"/>
        </a:xfrm>
      </p:grpSpPr>
      <p:sp>
        <p:nvSpPr>
          <p:cNvPr id="9" name="Text Placeholder 13">
            <a:extLst>
              <a:ext uri="{FF2B5EF4-FFF2-40B4-BE49-F238E27FC236}">
                <a16:creationId xmlns:a16="http://schemas.microsoft.com/office/drawing/2014/main" id="{8F8AED5B-1C98-BC11-3579-2F173D73605E}"/>
              </a:ext>
            </a:extLst>
          </p:cNvPr>
          <p:cNvSpPr>
            <a:spLocks noGrp="1"/>
          </p:cNvSpPr>
          <p:nvPr>
            <p:ph type="body" sz="quarter" idx="18" hasCustomPrompt="1"/>
          </p:nvPr>
        </p:nvSpPr>
        <p:spPr>
          <a:xfrm>
            <a:off x="272615" y="1485900"/>
            <a:ext cx="3700672" cy="4559300"/>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11" name="Text Placeholder 9">
            <a:extLst>
              <a:ext uri="{FF2B5EF4-FFF2-40B4-BE49-F238E27FC236}">
                <a16:creationId xmlns:a16="http://schemas.microsoft.com/office/drawing/2014/main" id="{31E745B3-5A47-48B5-743F-1569E0D57FE8}"/>
              </a:ext>
            </a:extLst>
          </p:cNvPr>
          <p:cNvSpPr>
            <a:spLocks noGrp="1"/>
          </p:cNvSpPr>
          <p:nvPr>
            <p:ph type="body" sz="quarter" idx="21" hasCustomPrompt="1"/>
          </p:nvPr>
        </p:nvSpPr>
        <p:spPr>
          <a:xfrm>
            <a:off x="272613" y="1128155"/>
            <a:ext cx="3700672"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2" name="Text Placeholder 13">
            <a:extLst>
              <a:ext uri="{FF2B5EF4-FFF2-40B4-BE49-F238E27FC236}">
                <a16:creationId xmlns:a16="http://schemas.microsoft.com/office/drawing/2014/main" id="{2DCCDCF7-D24F-0E6F-2AD0-5BC585F301F2}"/>
              </a:ext>
            </a:extLst>
          </p:cNvPr>
          <p:cNvSpPr>
            <a:spLocks noGrp="1"/>
          </p:cNvSpPr>
          <p:nvPr>
            <p:ph type="body" sz="quarter" idx="22" hasCustomPrompt="1"/>
          </p:nvPr>
        </p:nvSpPr>
        <p:spPr>
          <a:xfrm>
            <a:off x="4246233" y="1485900"/>
            <a:ext cx="3699532" cy="4559300"/>
          </a:xfrm>
        </p:spPr>
        <p:txBody>
          <a:bodyPr wrap="square" lIns="91440" rIns="91440" anchor="t">
            <a:noAutofit/>
          </a:bodyPr>
          <a:lstStyle>
            <a:lvl1pPr marL="7938" indent="0" algn="l">
              <a:buNone/>
              <a:tabLst/>
              <a:defRPr sz="1600">
                <a:solidFill>
                  <a:schemeClr val="tx1"/>
                </a:solidFill>
              </a:defRPr>
            </a:lvl1pPr>
          </a:lstStyle>
          <a:p>
            <a:pPr lvl="0"/>
            <a:r>
              <a:rPr lang="en-US"/>
              <a:t>Click to add text.</a:t>
            </a:r>
          </a:p>
        </p:txBody>
      </p:sp>
      <p:sp>
        <p:nvSpPr>
          <p:cNvPr id="3" name="Text Placeholder 9">
            <a:extLst>
              <a:ext uri="{FF2B5EF4-FFF2-40B4-BE49-F238E27FC236}">
                <a16:creationId xmlns:a16="http://schemas.microsoft.com/office/drawing/2014/main" id="{0333354E-C61C-350D-6341-105BAF04C02A}"/>
              </a:ext>
            </a:extLst>
          </p:cNvPr>
          <p:cNvSpPr>
            <a:spLocks noGrp="1"/>
          </p:cNvSpPr>
          <p:nvPr>
            <p:ph type="body" sz="quarter" idx="23" hasCustomPrompt="1"/>
          </p:nvPr>
        </p:nvSpPr>
        <p:spPr>
          <a:xfrm>
            <a:off x="4246231" y="1128155"/>
            <a:ext cx="3699532"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8" name="Text Placeholder 13">
            <a:extLst>
              <a:ext uri="{FF2B5EF4-FFF2-40B4-BE49-F238E27FC236}">
                <a16:creationId xmlns:a16="http://schemas.microsoft.com/office/drawing/2014/main" id="{05BEEE1F-89DA-4D4E-1AEB-33185CC2E669}"/>
              </a:ext>
            </a:extLst>
          </p:cNvPr>
          <p:cNvSpPr>
            <a:spLocks noGrp="1"/>
          </p:cNvSpPr>
          <p:nvPr>
            <p:ph type="body" sz="quarter" idx="24" hasCustomPrompt="1"/>
          </p:nvPr>
        </p:nvSpPr>
        <p:spPr>
          <a:xfrm>
            <a:off x="8218717" y="1485900"/>
            <a:ext cx="3699532" cy="4559300"/>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13" name="Text Placeholder 9">
            <a:extLst>
              <a:ext uri="{FF2B5EF4-FFF2-40B4-BE49-F238E27FC236}">
                <a16:creationId xmlns:a16="http://schemas.microsoft.com/office/drawing/2014/main" id="{DD4ECD8F-8BC3-1E7B-F8FA-BF08935E8D18}"/>
              </a:ext>
            </a:extLst>
          </p:cNvPr>
          <p:cNvSpPr>
            <a:spLocks noGrp="1"/>
          </p:cNvSpPr>
          <p:nvPr>
            <p:ph type="body" sz="quarter" idx="25" hasCustomPrompt="1"/>
          </p:nvPr>
        </p:nvSpPr>
        <p:spPr>
          <a:xfrm>
            <a:off x="8218715" y="1128155"/>
            <a:ext cx="3699532"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pic>
        <p:nvPicPr>
          <p:cNvPr id="6" name="Picture 5" descr="A black and white background with white dots&#10;&#10;AI-generated content may be incorrect.">
            <a:extLst>
              <a:ext uri="{FF2B5EF4-FFF2-40B4-BE49-F238E27FC236}">
                <a16:creationId xmlns:a16="http://schemas.microsoft.com/office/drawing/2014/main" id="{460B1899-ECCC-3F09-51AC-1BB36400847B}"/>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10" name="Picture 9" descr="A black and white background with white dots&#10;&#10;AI-generated content may be incorrect.">
            <a:extLst>
              <a:ext uri="{FF2B5EF4-FFF2-40B4-BE49-F238E27FC236}">
                <a16:creationId xmlns:a16="http://schemas.microsoft.com/office/drawing/2014/main" id="{889896AB-D491-0B44-4908-6AD5D22C2C67}"/>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12" name="Picture 11" descr="A black and white background with white dots&#10;&#10;AI-generated content may be incorrect.">
            <a:extLst>
              <a:ext uri="{FF2B5EF4-FFF2-40B4-BE49-F238E27FC236}">
                <a16:creationId xmlns:a16="http://schemas.microsoft.com/office/drawing/2014/main" id="{E42DE6B8-0D0C-BF81-DE6A-DE919237EF71}"/>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
        <p:nvSpPr>
          <p:cNvPr id="19" name="Title 1">
            <a:extLst>
              <a:ext uri="{FF2B5EF4-FFF2-40B4-BE49-F238E27FC236}">
                <a16:creationId xmlns:a16="http://schemas.microsoft.com/office/drawing/2014/main" id="{EFACB2B0-C31A-9BCF-30CA-29BACE02BE4D}"/>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tx1"/>
                </a:solidFill>
                <a:latin typeface="Tw Cen MT" panose="020B0602020104020603" pitchFamily="34" charset="77"/>
              </a:defRPr>
            </a:lvl1pPr>
          </a:lstStyle>
          <a:p>
            <a:r>
              <a:rPr lang="en-US"/>
              <a:t>Headline goes here.</a:t>
            </a:r>
          </a:p>
        </p:txBody>
      </p:sp>
      <p:sp>
        <p:nvSpPr>
          <p:cNvPr id="20" name="Text Placeholder 13">
            <a:extLst>
              <a:ext uri="{FF2B5EF4-FFF2-40B4-BE49-F238E27FC236}">
                <a16:creationId xmlns:a16="http://schemas.microsoft.com/office/drawing/2014/main" id="{33A397A5-B778-FFB2-8C3F-E9A129D1C138}"/>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tx1"/>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145190166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column content (2)">
    <p:bg>
      <p:bgPr>
        <a:solidFill>
          <a:srgbClr val="FFFFFF"/>
        </a:solidFill>
        <a:effectLst/>
      </p:bgPr>
    </p:bg>
    <p:spTree>
      <p:nvGrpSpPr>
        <p:cNvPr id="1" name=""/>
        <p:cNvGrpSpPr/>
        <p:nvPr/>
      </p:nvGrpSpPr>
      <p:grpSpPr>
        <a:xfrm>
          <a:off x="0" y="0"/>
          <a:ext cx="0" cy="0"/>
          <a:chOff x="0" y="0"/>
          <a:chExt cx="0" cy="0"/>
        </a:xfrm>
      </p:grpSpPr>
      <p:pic>
        <p:nvPicPr>
          <p:cNvPr id="14" name="Picture 13" descr="A black and white background with white dots&#10;&#10;AI-generated content may be incorrect.">
            <a:extLst>
              <a:ext uri="{FF2B5EF4-FFF2-40B4-BE49-F238E27FC236}">
                <a16:creationId xmlns:a16="http://schemas.microsoft.com/office/drawing/2014/main" id="{CAA22EB4-7C54-86E7-EED9-96F4DE76A714}"/>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15" name="Picture 14" descr="A black and white background with white dots&#10;&#10;AI-generated content may be incorrect.">
            <a:extLst>
              <a:ext uri="{FF2B5EF4-FFF2-40B4-BE49-F238E27FC236}">
                <a16:creationId xmlns:a16="http://schemas.microsoft.com/office/drawing/2014/main" id="{9992A798-8C68-90BC-A7DF-DE774D74EBFC}"/>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16" name="Picture 15" descr="A black and white background with white dots&#10;&#10;AI-generated content may be incorrect.">
            <a:extLst>
              <a:ext uri="{FF2B5EF4-FFF2-40B4-BE49-F238E27FC236}">
                <a16:creationId xmlns:a16="http://schemas.microsoft.com/office/drawing/2014/main" id="{0313F08C-3FF6-9397-2E37-8CDD57891DE0}"/>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
        <p:nvSpPr>
          <p:cNvPr id="8" name="Text Placeholder 9">
            <a:extLst>
              <a:ext uri="{FF2B5EF4-FFF2-40B4-BE49-F238E27FC236}">
                <a16:creationId xmlns:a16="http://schemas.microsoft.com/office/drawing/2014/main" id="{FFEF43CB-FFE9-38DD-5EFC-55A63684592D}"/>
              </a:ext>
            </a:extLst>
          </p:cNvPr>
          <p:cNvSpPr>
            <a:spLocks noGrp="1"/>
          </p:cNvSpPr>
          <p:nvPr>
            <p:ph type="body" sz="quarter" idx="21" hasCustomPrompt="1"/>
          </p:nvPr>
        </p:nvSpPr>
        <p:spPr>
          <a:xfrm>
            <a:off x="272613" y="1128155"/>
            <a:ext cx="3700672"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18" name="Text Placeholder 9">
            <a:extLst>
              <a:ext uri="{FF2B5EF4-FFF2-40B4-BE49-F238E27FC236}">
                <a16:creationId xmlns:a16="http://schemas.microsoft.com/office/drawing/2014/main" id="{E246D50E-627F-75C2-827C-EAD402418E44}"/>
              </a:ext>
            </a:extLst>
          </p:cNvPr>
          <p:cNvSpPr>
            <a:spLocks noGrp="1"/>
          </p:cNvSpPr>
          <p:nvPr>
            <p:ph type="body" sz="quarter" idx="23" hasCustomPrompt="1"/>
          </p:nvPr>
        </p:nvSpPr>
        <p:spPr>
          <a:xfrm>
            <a:off x="4246231" y="1128155"/>
            <a:ext cx="3699532"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20" name="Text Placeholder 9">
            <a:extLst>
              <a:ext uri="{FF2B5EF4-FFF2-40B4-BE49-F238E27FC236}">
                <a16:creationId xmlns:a16="http://schemas.microsoft.com/office/drawing/2014/main" id="{E4565CC2-5603-35CD-7DF7-48E1AE8DE57A}"/>
              </a:ext>
            </a:extLst>
          </p:cNvPr>
          <p:cNvSpPr>
            <a:spLocks noGrp="1"/>
          </p:cNvSpPr>
          <p:nvPr>
            <p:ph type="body" sz="quarter" idx="25" hasCustomPrompt="1"/>
          </p:nvPr>
        </p:nvSpPr>
        <p:spPr>
          <a:xfrm>
            <a:off x="8218715" y="1128155"/>
            <a:ext cx="3699532" cy="236540"/>
          </a:xfrm>
          <a:noFill/>
        </p:spPr>
        <p:txBody>
          <a:bodyPr wrap="squar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SECTION HEADER</a:t>
            </a:r>
          </a:p>
        </p:txBody>
      </p:sp>
      <p:sp>
        <p:nvSpPr>
          <p:cNvPr id="21" name="Title 1">
            <a:extLst>
              <a:ext uri="{FF2B5EF4-FFF2-40B4-BE49-F238E27FC236}">
                <a16:creationId xmlns:a16="http://schemas.microsoft.com/office/drawing/2014/main" id="{C4D78963-6BC8-C996-9B96-17B296FAFEA2}"/>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tx1"/>
                </a:solidFill>
                <a:latin typeface="Tw Cen MT" panose="020B0602020104020603" pitchFamily="34" charset="77"/>
              </a:defRPr>
            </a:lvl1pPr>
          </a:lstStyle>
          <a:p>
            <a:r>
              <a:rPr lang="en-US"/>
              <a:t>Headline goes here.</a:t>
            </a:r>
          </a:p>
        </p:txBody>
      </p:sp>
      <p:sp>
        <p:nvSpPr>
          <p:cNvPr id="22" name="Text Placeholder 13">
            <a:extLst>
              <a:ext uri="{FF2B5EF4-FFF2-40B4-BE49-F238E27FC236}">
                <a16:creationId xmlns:a16="http://schemas.microsoft.com/office/drawing/2014/main" id="{E53A7B29-FD08-04F8-E430-80EA06A923F5}"/>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tx1"/>
                </a:solidFill>
              </a:defRPr>
            </a:lvl1pPr>
          </a:lstStyle>
          <a:p>
            <a:pPr lvl="0"/>
            <a:r>
              <a:rPr lang="en-US"/>
              <a:t>Use this section as a description for subheads or further information.</a:t>
            </a:r>
          </a:p>
        </p:txBody>
      </p:sp>
      <p:sp>
        <p:nvSpPr>
          <p:cNvPr id="3" name="Text Placeholder 13">
            <a:extLst>
              <a:ext uri="{FF2B5EF4-FFF2-40B4-BE49-F238E27FC236}">
                <a16:creationId xmlns:a16="http://schemas.microsoft.com/office/drawing/2014/main" id="{E2FBC0B0-ADF7-6522-67A0-ED8DB71149D2}"/>
              </a:ext>
            </a:extLst>
          </p:cNvPr>
          <p:cNvSpPr>
            <a:spLocks noGrp="1"/>
          </p:cNvSpPr>
          <p:nvPr>
            <p:ph type="body" sz="quarter" idx="18" hasCustomPrompt="1"/>
          </p:nvPr>
        </p:nvSpPr>
        <p:spPr>
          <a:xfrm>
            <a:off x="272615" y="1485900"/>
            <a:ext cx="3700672" cy="4559300"/>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4" name="Text Placeholder 13">
            <a:extLst>
              <a:ext uri="{FF2B5EF4-FFF2-40B4-BE49-F238E27FC236}">
                <a16:creationId xmlns:a16="http://schemas.microsoft.com/office/drawing/2014/main" id="{7700D214-A2E1-202B-F187-E5523A7459B3}"/>
              </a:ext>
            </a:extLst>
          </p:cNvPr>
          <p:cNvSpPr>
            <a:spLocks noGrp="1"/>
          </p:cNvSpPr>
          <p:nvPr>
            <p:ph type="body" sz="quarter" idx="22" hasCustomPrompt="1"/>
          </p:nvPr>
        </p:nvSpPr>
        <p:spPr>
          <a:xfrm>
            <a:off x="4246233" y="1485900"/>
            <a:ext cx="3699532" cy="4559300"/>
          </a:xfrm>
        </p:spPr>
        <p:txBody>
          <a:bodyPr wrap="square" lIns="91440" rIns="91440" anchor="t">
            <a:noAutofit/>
          </a:bodyPr>
          <a:lstStyle>
            <a:lvl1pPr marL="7938" indent="0" algn="l">
              <a:buNone/>
              <a:tabLst/>
              <a:defRPr sz="1600">
                <a:solidFill>
                  <a:schemeClr val="tx1"/>
                </a:solidFill>
              </a:defRPr>
            </a:lvl1pPr>
          </a:lstStyle>
          <a:p>
            <a:pPr lvl="0"/>
            <a:r>
              <a:rPr lang="en-US"/>
              <a:t>Click to add text.</a:t>
            </a:r>
          </a:p>
        </p:txBody>
      </p:sp>
      <p:sp>
        <p:nvSpPr>
          <p:cNvPr id="5" name="Text Placeholder 13">
            <a:extLst>
              <a:ext uri="{FF2B5EF4-FFF2-40B4-BE49-F238E27FC236}">
                <a16:creationId xmlns:a16="http://schemas.microsoft.com/office/drawing/2014/main" id="{D9A882C0-6ADB-12DC-36FF-B21137B3D769}"/>
              </a:ext>
            </a:extLst>
          </p:cNvPr>
          <p:cNvSpPr>
            <a:spLocks noGrp="1"/>
          </p:cNvSpPr>
          <p:nvPr>
            <p:ph type="body" sz="quarter" idx="24" hasCustomPrompt="1"/>
          </p:nvPr>
        </p:nvSpPr>
        <p:spPr>
          <a:xfrm>
            <a:off x="8218717" y="1485900"/>
            <a:ext cx="3699532" cy="4559300"/>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Tree>
    <p:extLst>
      <p:ext uri="{BB962C8B-B14F-4D97-AF65-F5344CB8AC3E}">
        <p14:creationId xmlns:p14="http://schemas.microsoft.com/office/powerpoint/2010/main" val="28289322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column content (3)">
    <p:bg>
      <p:bgRef idx="1001">
        <a:schemeClr val="bg1"/>
      </p:bgRef>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432837E-8FF7-C2D1-E339-89BA4DFEC0C6}"/>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17" name="Rectangle 16">
            <a:extLst>
              <a:ext uri="{FF2B5EF4-FFF2-40B4-BE49-F238E27FC236}">
                <a16:creationId xmlns:a16="http://schemas.microsoft.com/office/drawing/2014/main" id="{AA0ED22F-014B-37C5-A92A-23F354E0B19C}"/>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260FF91-28F4-478D-6159-BA1EA76C0708}"/>
              </a:ext>
            </a:extLst>
          </p:cNvPr>
          <p:cNvPicPr>
            <a:picLocks noChangeAspect="1"/>
          </p:cNvPicPr>
          <p:nvPr userDrawn="1"/>
        </p:nvPicPr>
        <p:blipFill>
          <a:blip r:embed="rId3"/>
          <a:srcRect/>
          <a:stretch/>
        </p:blipFill>
        <p:spPr>
          <a:xfrm>
            <a:off x="10859344" y="6460948"/>
            <a:ext cx="958006" cy="152266"/>
          </a:xfrm>
          <a:prstGeom prst="rect">
            <a:avLst/>
          </a:prstGeom>
        </p:spPr>
      </p:pic>
      <p:sp>
        <p:nvSpPr>
          <p:cNvPr id="4" name="Text Placeholder 9">
            <a:extLst>
              <a:ext uri="{FF2B5EF4-FFF2-40B4-BE49-F238E27FC236}">
                <a16:creationId xmlns:a16="http://schemas.microsoft.com/office/drawing/2014/main" id="{0404B65E-314A-6E98-BC67-911749CBC803}"/>
              </a:ext>
            </a:extLst>
          </p:cNvPr>
          <p:cNvSpPr>
            <a:spLocks noGrp="1"/>
          </p:cNvSpPr>
          <p:nvPr>
            <p:ph type="body" sz="quarter" idx="21" hasCustomPrompt="1"/>
          </p:nvPr>
        </p:nvSpPr>
        <p:spPr>
          <a:xfrm>
            <a:off x="272613" y="1128155"/>
            <a:ext cx="3700672" cy="236540"/>
          </a:xfrm>
          <a:noFill/>
        </p:spPr>
        <p:txBody>
          <a:bodyPr wrap="squar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18" name="Text Placeholder 9">
            <a:extLst>
              <a:ext uri="{FF2B5EF4-FFF2-40B4-BE49-F238E27FC236}">
                <a16:creationId xmlns:a16="http://schemas.microsoft.com/office/drawing/2014/main" id="{6B0003D2-4B5E-4210-7DCD-53B33FA4ABB0}"/>
              </a:ext>
            </a:extLst>
          </p:cNvPr>
          <p:cNvSpPr>
            <a:spLocks noGrp="1"/>
          </p:cNvSpPr>
          <p:nvPr>
            <p:ph type="body" sz="quarter" idx="23" hasCustomPrompt="1"/>
          </p:nvPr>
        </p:nvSpPr>
        <p:spPr>
          <a:xfrm>
            <a:off x="4246231" y="1128155"/>
            <a:ext cx="3699532" cy="236540"/>
          </a:xfrm>
          <a:noFill/>
        </p:spPr>
        <p:txBody>
          <a:bodyPr wrap="squar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20" name="Text Placeholder 9">
            <a:extLst>
              <a:ext uri="{FF2B5EF4-FFF2-40B4-BE49-F238E27FC236}">
                <a16:creationId xmlns:a16="http://schemas.microsoft.com/office/drawing/2014/main" id="{9AFECF6D-8BDF-EF8F-DB4A-054537802971}"/>
              </a:ext>
            </a:extLst>
          </p:cNvPr>
          <p:cNvSpPr>
            <a:spLocks noGrp="1"/>
          </p:cNvSpPr>
          <p:nvPr>
            <p:ph type="body" sz="quarter" idx="25" hasCustomPrompt="1"/>
          </p:nvPr>
        </p:nvSpPr>
        <p:spPr>
          <a:xfrm>
            <a:off x="8218715" y="1128155"/>
            <a:ext cx="3699532" cy="236540"/>
          </a:xfrm>
          <a:noFill/>
        </p:spPr>
        <p:txBody>
          <a:bodyPr wrap="square" lIns="91440" rIns="91440" anchor="t">
            <a:spAutoFit/>
          </a:bodyPr>
          <a:lstStyle>
            <a:lvl1pPr marL="0" indent="0" algn="l">
              <a:lnSpc>
                <a:spcPct val="85000"/>
              </a:lnSpc>
              <a:buNone/>
              <a:tabLst/>
              <a:defRPr sz="1100" spc="300">
                <a:solidFill>
                  <a:schemeClr val="accent3"/>
                </a:solidFill>
                <a:latin typeface="Consolas" panose="020B0609020204030204" pitchFamily="49" charset="0"/>
                <a:cs typeface="Consolas" panose="020B0609020204030204" pitchFamily="49" charset="0"/>
              </a:defRPr>
            </a:lvl1pPr>
          </a:lstStyle>
          <a:p>
            <a:pPr lvl="0"/>
            <a:r>
              <a:rPr lang="en-US"/>
              <a:t>SECTION HEADER</a:t>
            </a:r>
          </a:p>
        </p:txBody>
      </p:sp>
      <p:sp>
        <p:nvSpPr>
          <p:cNvPr id="21" name="Title 1">
            <a:extLst>
              <a:ext uri="{FF2B5EF4-FFF2-40B4-BE49-F238E27FC236}">
                <a16:creationId xmlns:a16="http://schemas.microsoft.com/office/drawing/2014/main" id="{55363CFD-5290-A0CA-56EF-00B84A6BEA7C}"/>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accent3"/>
                </a:solidFill>
                <a:latin typeface="Tw Cen MT" panose="020B0602020104020603" pitchFamily="34" charset="77"/>
              </a:defRPr>
            </a:lvl1pPr>
          </a:lstStyle>
          <a:p>
            <a:r>
              <a:rPr lang="en-US"/>
              <a:t>Headline goes here.</a:t>
            </a:r>
          </a:p>
        </p:txBody>
      </p:sp>
      <p:sp>
        <p:nvSpPr>
          <p:cNvPr id="22" name="Text Placeholder 13">
            <a:extLst>
              <a:ext uri="{FF2B5EF4-FFF2-40B4-BE49-F238E27FC236}">
                <a16:creationId xmlns:a16="http://schemas.microsoft.com/office/drawing/2014/main" id="{A3FE294D-84D8-1F61-8148-5E496529801D}"/>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accent3"/>
                </a:solidFill>
              </a:defRPr>
            </a:lvl1pPr>
          </a:lstStyle>
          <a:p>
            <a:pPr lvl="0"/>
            <a:r>
              <a:rPr lang="en-US"/>
              <a:t>Use this section as a description for subheads or further information.</a:t>
            </a:r>
          </a:p>
        </p:txBody>
      </p:sp>
      <p:sp>
        <p:nvSpPr>
          <p:cNvPr id="3" name="Text Placeholder 13">
            <a:extLst>
              <a:ext uri="{FF2B5EF4-FFF2-40B4-BE49-F238E27FC236}">
                <a16:creationId xmlns:a16="http://schemas.microsoft.com/office/drawing/2014/main" id="{65D59EE1-6BFD-8B7B-6EBF-F4188C3FEF5B}"/>
              </a:ext>
            </a:extLst>
          </p:cNvPr>
          <p:cNvSpPr>
            <a:spLocks noGrp="1"/>
          </p:cNvSpPr>
          <p:nvPr>
            <p:ph type="body" sz="quarter" idx="18" hasCustomPrompt="1"/>
          </p:nvPr>
        </p:nvSpPr>
        <p:spPr>
          <a:xfrm>
            <a:off x="272615" y="1485900"/>
            <a:ext cx="3700672" cy="4559300"/>
          </a:xfrm>
        </p:spPr>
        <p:txBody>
          <a:bodyPr wrap="square" lIns="91440" rIns="91440" anchor="t">
            <a:noAutofit/>
          </a:bodyPr>
          <a:lstStyle>
            <a:lvl1pPr marL="7938" indent="-7938" algn="l">
              <a:buNone/>
              <a:tabLst/>
              <a:defRPr sz="1600">
                <a:solidFill>
                  <a:schemeClr val="accent3"/>
                </a:solidFill>
              </a:defRPr>
            </a:lvl1pPr>
          </a:lstStyle>
          <a:p>
            <a:pPr lvl="0"/>
            <a:r>
              <a:rPr lang="en-US"/>
              <a:t>Click to add text.</a:t>
            </a:r>
          </a:p>
        </p:txBody>
      </p:sp>
      <p:sp>
        <p:nvSpPr>
          <p:cNvPr id="6" name="Text Placeholder 13">
            <a:extLst>
              <a:ext uri="{FF2B5EF4-FFF2-40B4-BE49-F238E27FC236}">
                <a16:creationId xmlns:a16="http://schemas.microsoft.com/office/drawing/2014/main" id="{039BF4A3-0304-AFB8-716C-C5BF0BB42AC3}"/>
              </a:ext>
            </a:extLst>
          </p:cNvPr>
          <p:cNvSpPr>
            <a:spLocks noGrp="1"/>
          </p:cNvSpPr>
          <p:nvPr>
            <p:ph type="body" sz="quarter" idx="22" hasCustomPrompt="1"/>
          </p:nvPr>
        </p:nvSpPr>
        <p:spPr>
          <a:xfrm>
            <a:off x="4246233" y="1485900"/>
            <a:ext cx="3699532" cy="4559300"/>
          </a:xfrm>
        </p:spPr>
        <p:txBody>
          <a:bodyPr wrap="square" lIns="91440" rIns="91440" anchor="t">
            <a:noAutofit/>
          </a:bodyPr>
          <a:lstStyle>
            <a:lvl1pPr marL="7938" indent="0" algn="l">
              <a:buNone/>
              <a:tabLst/>
              <a:defRPr sz="1600">
                <a:solidFill>
                  <a:schemeClr val="accent3"/>
                </a:solidFill>
              </a:defRPr>
            </a:lvl1pPr>
          </a:lstStyle>
          <a:p>
            <a:pPr lvl="0"/>
            <a:r>
              <a:rPr lang="en-US"/>
              <a:t>Click to add text.</a:t>
            </a:r>
          </a:p>
        </p:txBody>
      </p:sp>
      <p:sp>
        <p:nvSpPr>
          <p:cNvPr id="7" name="Text Placeholder 13">
            <a:extLst>
              <a:ext uri="{FF2B5EF4-FFF2-40B4-BE49-F238E27FC236}">
                <a16:creationId xmlns:a16="http://schemas.microsoft.com/office/drawing/2014/main" id="{EA586B6D-1E94-0B79-7CC8-8EDD0161A437}"/>
              </a:ext>
            </a:extLst>
          </p:cNvPr>
          <p:cNvSpPr>
            <a:spLocks noGrp="1"/>
          </p:cNvSpPr>
          <p:nvPr>
            <p:ph type="body" sz="quarter" idx="24" hasCustomPrompt="1"/>
          </p:nvPr>
        </p:nvSpPr>
        <p:spPr>
          <a:xfrm>
            <a:off x="8218717" y="1485900"/>
            <a:ext cx="3699532" cy="4559300"/>
          </a:xfrm>
        </p:spPr>
        <p:txBody>
          <a:bodyPr wrap="square" lIns="91440" rIns="91440" anchor="t">
            <a:noAutofit/>
          </a:bodyPr>
          <a:lstStyle>
            <a:lvl1pPr marL="7938" indent="-7938" algn="l">
              <a:buNone/>
              <a:tabLst/>
              <a:defRPr sz="1600">
                <a:solidFill>
                  <a:schemeClr val="accent3"/>
                </a:solidFill>
              </a:defRPr>
            </a:lvl1pPr>
          </a:lstStyle>
          <a:p>
            <a:pPr lvl="0"/>
            <a:r>
              <a:rPr lang="en-US"/>
              <a:t>Click to add text.</a:t>
            </a:r>
          </a:p>
        </p:txBody>
      </p:sp>
    </p:spTree>
    <p:extLst>
      <p:ext uri="{BB962C8B-B14F-4D97-AF65-F5344CB8AC3E}">
        <p14:creationId xmlns:p14="http://schemas.microsoft.com/office/powerpoint/2010/main" val="22780791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slide (1)">
    <p:bg>
      <p:bgRef idx="1001">
        <a:schemeClr val="bg2"/>
      </p:bgRef>
    </p:bg>
    <p:spTree>
      <p:nvGrpSpPr>
        <p:cNvPr id="1" name=""/>
        <p:cNvGrpSpPr/>
        <p:nvPr/>
      </p:nvGrpSpPr>
      <p:grpSpPr>
        <a:xfrm>
          <a:off x="0" y="0"/>
          <a:ext cx="0" cy="0"/>
          <a:chOff x="0" y="0"/>
          <a:chExt cx="0" cy="0"/>
        </a:xfrm>
      </p:grpSpPr>
      <p:pic>
        <p:nvPicPr>
          <p:cNvPr id="7" name="Picture 6" descr="A black and white background with white dots&#10;&#10;AI-generated content may be incorrect.">
            <a:extLst>
              <a:ext uri="{FF2B5EF4-FFF2-40B4-BE49-F238E27FC236}">
                <a16:creationId xmlns:a16="http://schemas.microsoft.com/office/drawing/2014/main" id="{16E82274-AFBC-0CBA-F9BC-398EB344E68B}"/>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9" name="Picture 8" descr="A black and white background with white dots&#10;&#10;AI-generated content may be incorrect.">
            <a:extLst>
              <a:ext uri="{FF2B5EF4-FFF2-40B4-BE49-F238E27FC236}">
                <a16:creationId xmlns:a16="http://schemas.microsoft.com/office/drawing/2014/main" id="{65F03B4A-7366-389B-CB00-083D2BE03871}"/>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10" name="Picture 9" descr="A black and white background with white dots&#10;&#10;AI-generated content may be incorrect.">
            <a:extLst>
              <a:ext uri="{FF2B5EF4-FFF2-40B4-BE49-F238E27FC236}">
                <a16:creationId xmlns:a16="http://schemas.microsoft.com/office/drawing/2014/main" id="{FA529B6F-C891-C31A-D532-F91036CAEEF5}"/>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Tree>
    <p:extLst>
      <p:ext uri="{BB962C8B-B14F-4D97-AF65-F5344CB8AC3E}">
        <p14:creationId xmlns:p14="http://schemas.microsoft.com/office/powerpoint/2010/main" val="11103412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slide (2)">
    <p:bg>
      <p:bgPr>
        <a:solidFill>
          <a:srgbClr val="FFFFFF"/>
        </a:solidFill>
        <a:effectLst/>
      </p:bgPr>
    </p:bg>
    <p:spTree>
      <p:nvGrpSpPr>
        <p:cNvPr id="1" name=""/>
        <p:cNvGrpSpPr/>
        <p:nvPr/>
      </p:nvGrpSpPr>
      <p:grpSpPr>
        <a:xfrm>
          <a:off x="0" y="0"/>
          <a:ext cx="0" cy="0"/>
          <a:chOff x="0" y="0"/>
          <a:chExt cx="0" cy="0"/>
        </a:xfrm>
      </p:grpSpPr>
      <p:pic>
        <p:nvPicPr>
          <p:cNvPr id="7" name="Picture 6" descr="A black and white background with white dots&#10;&#10;AI-generated content may be incorrect.">
            <a:extLst>
              <a:ext uri="{FF2B5EF4-FFF2-40B4-BE49-F238E27FC236}">
                <a16:creationId xmlns:a16="http://schemas.microsoft.com/office/drawing/2014/main" id="{16E82274-AFBC-0CBA-F9BC-398EB344E68B}"/>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9" name="Picture 8" descr="A black and white background with white dots&#10;&#10;AI-generated content may be incorrect.">
            <a:extLst>
              <a:ext uri="{FF2B5EF4-FFF2-40B4-BE49-F238E27FC236}">
                <a16:creationId xmlns:a16="http://schemas.microsoft.com/office/drawing/2014/main" id="{65F03B4A-7366-389B-CB00-083D2BE03871}"/>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10" name="Picture 9" descr="A black and white background with white dots&#10;&#10;AI-generated content may be incorrect.">
            <a:extLst>
              <a:ext uri="{FF2B5EF4-FFF2-40B4-BE49-F238E27FC236}">
                <a16:creationId xmlns:a16="http://schemas.microsoft.com/office/drawing/2014/main" id="{FA529B6F-C891-C31A-D532-F91036CAEEF5}"/>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Tree>
    <p:extLst>
      <p:ext uri="{BB962C8B-B14F-4D97-AF65-F5344CB8AC3E}">
        <p14:creationId xmlns:p14="http://schemas.microsoft.com/office/powerpoint/2010/main" val="22990017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slide (3)">
    <p:bg>
      <p:bgRef idx="1001">
        <a:schemeClr val="bg1"/>
      </p:bgRef>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432837E-8FF7-C2D1-E339-89BA4DFEC0C6}"/>
              </a:ext>
            </a:extLst>
          </p:cNvPr>
          <p:cNvPicPr>
            <a:picLocks noChangeAspect="1"/>
          </p:cNvPicPr>
          <p:nvPr userDrawn="1"/>
        </p:nvPicPr>
        <p:blipFill>
          <a:blip r:embed="rId2"/>
          <a:srcRect l="10129" t="3419" r="10129" b="6082"/>
          <a:stretch>
            <a:fillRect/>
          </a:stretch>
        </p:blipFill>
        <p:spPr>
          <a:xfrm flipH="1">
            <a:off x="5332224" y="4039736"/>
            <a:ext cx="6859775" cy="2818263"/>
          </a:xfrm>
          <a:prstGeom prst="rect">
            <a:avLst/>
          </a:prstGeom>
        </p:spPr>
      </p:pic>
      <p:sp>
        <p:nvSpPr>
          <p:cNvPr id="17" name="Rectangle 16">
            <a:extLst>
              <a:ext uri="{FF2B5EF4-FFF2-40B4-BE49-F238E27FC236}">
                <a16:creationId xmlns:a16="http://schemas.microsoft.com/office/drawing/2014/main" id="{AA0ED22F-014B-37C5-A92A-23F354E0B19C}"/>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260FF91-28F4-478D-6159-BA1EA76C0708}"/>
              </a:ext>
            </a:extLst>
          </p:cNvPr>
          <p:cNvPicPr>
            <a:picLocks noChangeAspect="1"/>
          </p:cNvPicPr>
          <p:nvPr userDrawn="1"/>
        </p:nvPicPr>
        <p:blipFill>
          <a:blip r:embed="rId3"/>
          <a:srcRect/>
          <a:stretch/>
        </p:blipFill>
        <p:spPr>
          <a:xfrm>
            <a:off x="10859344" y="6460948"/>
            <a:ext cx="958006" cy="152266"/>
          </a:xfrm>
          <a:prstGeom prst="rect">
            <a:avLst/>
          </a:prstGeom>
        </p:spPr>
      </p:pic>
    </p:spTree>
    <p:extLst>
      <p:ext uri="{BB962C8B-B14F-4D97-AF65-F5344CB8AC3E}">
        <p14:creationId xmlns:p14="http://schemas.microsoft.com/office/powerpoint/2010/main" val="3689115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low chart slide ">
    <p:bg>
      <p:bgRef idx="1001">
        <a:schemeClr val="bg1"/>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A0ED22F-014B-37C5-A92A-23F354E0B19C}"/>
              </a:ext>
            </a:extLst>
          </p:cNvPr>
          <p:cNvSpPr/>
          <p:nvPr userDrawn="1"/>
        </p:nvSpPr>
        <p:spPr>
          <a:xfrm>
            <a:off x="5332222" y="4039736"/>
            <a:ext cx="2246757" cy="2818264"/>
          </a:xfrm>
          <a:prstGeom prst="rect">
            <a:avLst/>
          </a:prstGeom>
          <a:gradFill>
            <a:gsLst>
              <a:gs pos="100000">
                <a:schemeClr val="bg1">
                  <a:alpha val="0"/>
                </a:schemeClr>
              </a:gs>
              <a:gs pos="3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260FF91-28F4-478D-6159-BA1EA76C0708}"/>
              </a:ext>
            </a:extLst>
          </p:cNvPr>
          <p:cNvPicPr>
            <a:picLocks noChangeAspect="1"/>
          </p:cNvPicPr>
          <p:nvPr userDrawn="1"/>
        </p:nvPicPr>
        <p:blipFill>
          <a:blip r:embed="rId2"/>
          <a:srcRect/>
          <a:stretch/>
        </p:blipFill>
        <p:spPr>
          <a:xfrm>
            <a:off x="10859344" y="6460948"/>
            <a:ext cx="958006" cy="152266"/>
          </a:xfrm>
          <a:prstGeom prst="rect">
            <a:avLst/>
          </a:prstGeom>
        </p:spPr>
      </p:pic>
      <p:sp>
        <p:nvSpPr>
          <p:cNvPr id="2" name="Title 1">
            <a:extLst>
              <a:ext uri="{FF2B5EF4-FFF2-40B4-BE49-F238E27FC236}">
                <a16:creationId xmlns:a16="http://schemas.microsoft.com/office/drawing/2014/main" id="{A808A1FC-8A31-BAB0-6C6D-A8F4D904F539}"/>
              </a:ext>
            </a:extLst>
          </p:cNvPr>
          <p:cNvSpPr>
            <a:spLocks noGrp="1"/>
          </p:cNvSpPr>
          <p:nvPr>
            <p:ph type="ctrTitle" hasCustomPrompt="1"/>
          </p:nvPr>
        </p:nvSpPr>
        <p:spPr>
          <a:xfrm>
            <a:off x="272618" y="231493"/>
            <a:ext cx="11645631" cy="523220"/>
          </a:xfrm>
          <a:prstGeom prst="rect">
            <a:avLst/>
          </a:prstGeom>
        </p:spPr>
        <p:txBody>
          <a:bodyPr lIns="91440" rIns="91440" anchor="t">
            <a:normAutofit/>
          </a:bodyPr>
          <a:lstStyle>
            <a:lvl1pPr algn="l">
              <a:lnSpc>
                <a:spcPct val="80000"/>
              </a:lnSpc>
              <a:defRPr sz="2800" b="0" i="0">
                <a:solidFill>
                  <a:schemeClr val="accent3"/>
                </a:solidFill>
                <a:latin typeface="Tw Cen MT" panose="020B0602020104020603" pitchFamily="34" charset="77"/>
              </a:defRPr>
            </a:lvl1pPr>
          </a:lstStyle>
          <a:p>
            <a:r>
              <a:rPr lang="en-US"/>
              <a:t>Headline goes here.</a:t>
            </a:r>
          </a:p>
        </p:txBody>
      </p:sp>
      <p:sp>
        <p:nvSpPr>
          <p:cNvPr id="3" name="Text Placeholder 13">
            <a:extLst>
              <a:ext uri="{FF2B5EF4-FFF2-40B4-BE49-F238E27FC236}">
                <a16:creationId xmlns:a16="http://schemas.microsoft.com/office/drawing/2014/main" id="{BD6CA28E-B66D-E65C-9F52-9091F05CF547}"/>
              </a:ext>
            </a:extLst>
          </p:cNvPr>
          <p:cNvSpPr>
            <a:spLocks noGrp="1"/>
          </p:cNvSpPr>
          <p:nvPr>
            <p:ph type="body" sz="quarter" idx="14" hasCustomPrompt="1"/>
          </p:nvPr>
        </p:nvSpPr>
        <p:spPr>
          <a:xfrm>
            <a:off x="272615" y="623566"/>
            <a:ext cx="11649902" cy="330721"/>
          </a:xfrm>
        </p:spPr>
        <p:txBody>
          <a:bodyPr lIns="91440" rIns="91440" anchor="t">
            <a:noAutofit/>
          </a:bodyPr>
          <a:lstStyle>
            <a:lvl1pPr marL="0" indent="0" algn="l">
              <a:buNone/>
              <a:tabLst/>
              <a:defRPr sz="1400">
                <a:solidFill>
                  <a:schemeClr val="accent3"/>
                </a:solidFill>
              </a:defRPr>
            </a:lvl1pPr>
          </a:lstStyle>
          <a:p>
            <a:pPr lvl="0"/>
            <a:r>
              <a:rPr lang="en-US"/>
              <a:t>Use this section as a description for subheads or further information.</a:t>
            </a:r>
          </a:p>
        </p:txBody>
      </p:sp>
    </p:spTree>
    <p:extLst>
      <p:ext uri="{BB962C8B-B14F-4D97-AF65-F5344CB8AC3E}">
        <p14:creationId xmlns:p14="http://schemas.microsoft.com/office/powerpoint/2010/main" val="22344415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Simple case study">
    <p:bg>
      <p:bgPr>
        <a:solidFill>
          <a:srgbClr val="EDECE8"/>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28BB73A-6B7C-E4CE-AC28-E4757711566D}"/>
              </a:ext>
            </a:extLst>
          </p:cNvPr>
          <p:cNvPicPr>
            <a:picLocks noChangeAspect="1"/>
          </p:cNvPicPr>
          <p:nvPr userDrawn="1"/>
        </p:nvPicPr>
        <p:blipFill>
          <a:blip r:embed="rId2"/>
          <a:srcRect t="742" b="24258"/>
          <a:stretch>
            <a:fillRect/>
          </a:stretch>
        </p:blipFill>
        <p:spPr>
          <a:xfrm>
            <a:off x="6095998" y="0"/>
            <a:ext cx="6096000" cy="6858000"/>
          </a:xfrm>
          <a:prstGeom prst="rect">
            <a:avLst/>
          </a:prstGeom>
        </p:spPr>
      </p:pic>
      <p:pic>
        <p:nvPicPr>
          <p:cNvPr id="13" name="Picture 12" descr="A black and white background with white dots&#10;&#10;AI-generated content may be incorrect.">
            <a:extLst>
              <a:ext uri="{FF2B5EF4-FFF2-40B4-BE49-F238E27FC236}">
                <a16:creationId xmlns:a16="http://schemas.microsoft.com/office/drawing/2014/main" id="{E7777A03-F592-09F5-238F-4043FFA64D9E}"/>
              </a:ext>
            </a:extLst>
          </p:cNvPr>
          <p:cNvPicPr>
            <a:picLocks noChangeAspect="1"/>
          </p:cNvPicPr>
          <p:nvPr userDrawn="1"/>
        </p:nvPicPr>
        <p:blipFill>
          <a:blip r:embed="rId3">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3568337" y="5680857"/>
            <a:ext cx="1158421" cy="1142105"/>
          </a:xfrm>
          <a:prstGeom prst="rect">
            <a:avLst/>
          </a:prstGeom>
        </p:spPr>
      </p:pic>
      <p:pic>
        <p:nvPicPr>
          <p:cNvPr id="15" name="Picture 14" descr="A black and white background with white dots&#10;&#10;AI-generated content may be incorrect.">
            <a:extLst>
              <a:ext uri="{FF2B5EF4-FFF2-40B4-BE49-F238E27FC236}">
                <a16:creationId xmlns:a16="http://schemas.microsoft.com/office/drawing/2014/main" id="{794FAF9D-695B-9EB8-D119-CE83B87C0172}"/>
              </a:ext>
            </a:extLst>
          </p:cNvPr>
          <p:cNvPicPr>
            <a:picLocks noChangeAspect="1"/>
          </p:cNvPicPr>
          <p:nvPr userDrawn="1"/>
        </p:nvPicPr>
        <p:blipFill>
          <a:blip r:embed="rId3">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4945077" y="4274844"/>
            <a:ext cx="1158421" cy="1142105"/>
          </a:xfrm>
          <a:prstGeom prst="rect">
            <a:avLst/>
          </a:prstGeom>
        </p:spPr>
      </p:pic>
      <p:pic>
        <p:nvPicPr>
          <p:cNvPr id="16" name="Picture 15" descr="A black and white background with white dots&#10;&#10;AI-generated content may be incorrect.">
            <a:extLst>
              <a:ext uri="{FF2B5EF4-FFF2-40B4-BE49-F238E27FC236}">
                <a16:creationId xmlns:a16="http://schemas.microsoft.com/office/drawing/2014/main" id="{98F241C1-4469-FD29-2351-31B02EEA594D}"/>
              </a:ext>
            </a:extLst>
          </p:cNvPr>
          <p:cNvPicPr>
            <a:picLocks noChangeAspect="1"/>
          </p:cNvPicPr>
          <p:nvPr userDrawn="1"/>
        </p:nvPicPr>
        <p:blipFill>
          <a:blip r:embed="rId3">
            <a:alphaModFix amt="5000"/>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rot="13500000">
            <a:off x="4945076" y="5680858"/>
            <a:ext cx="1158421" cy="1142105"/>
          </a:xfrm>
          <a:prstGeom prst="rect">
            <a:avLst/>
          </a:prstGeom>
        </p:spPr>
      </p:pic>
      <p:sp>
        <p:nvSpPr>
          <p:cNvPr id="11" name="Title 1">
            <a:extLst>
              <a:ext uri="{FF2B5EF4-FFF2-40B4-BE49-F238E27FC236}">
                <a16:creationId xmlns:a16="http://schemas.microsoft.com/office/drawing/2014/main" id="{F688A738-010A-4D5F-1C3A-6448BD3EDA23}"/>
              </a:ext>
            </a:extLst>
          </p:cNvPr>
          <p:cNvSpPr>
            <a:spLocks noGrp="1"/>
          </p:cNvSpPr>
          <p:nvPr>
            <p:ph type="ctrTitle" hasCustomPrompt="1"/>
          </p:nvPr>
        </p:nvSpPr>
        <p:spPr>
          <a:xfrm>
            <a:off x="272615" y="231493"/>
            <a:ext cx="5461975" cy="523220"/>
          </a:xfrm>
          <a:prstGeom prst="rect">
            <a:avLst/>
          </a:prstGeom>
        </p:spPr>
        <p:txBody>
          <a:bodyPr lIns="91440" rIns="91440" anchor="t">
            <a:normAutofit/>
          </a:bodyPr>
          <a:lstStyle>
            <a:lvl1pPr algn="l">
              <a:lnSpc>
                <a:spcPct val="80000"/>
              </a:lnSpc>
              <a:defRPr sz="2800" b="0" i="0">
                <a:solidFill>
                  <a:schemeClr val="tx1"/>
                </a:solidFill>
                <a:latin typeface="Tw Cen MT" panose="020B0602020104020603" pitchFamily="34" charset="77"/>
              </a:defRPr>
            </a:lvl1pPr>
          </a:lstStyle>
          <a:p>
            <a:r>
              <a:rPr lang="en-US"/>
              <a:t>Simple case study</a:t>
            </a:r>
          </a:p>
        </p:txBody>
      </p:sp>
      <p:sp>
        <p:nvSpPr>
          <p:cNvPr id="14" name="Picture Placeholder 18">
            <a:extLst>
              <a:ext uri="{FF2B5EF4-FFF2-40B4-BE49-F238E27FC236}">
                <a16:creationId xmlns:a16="http://schemas.microsoft.com/office/drawing/2014/main" id="{4AD65B0A-5775-0642-587B-CB31D077CFAE}"/>
              </a:ext>
            </a:extLst>
          </p:cNvPr>
          <p:cNvSpPr>
            <a:spLocks noGrp="1"/>
          </p:cNvSpPr>
          <p:nvPr>
            <p:ph type="pic" sz="quarter" idx="15" hasCustomPrompt="1"/>
          </p:nvPr>
        </p:nvSpPr>
        <p:spPr>
          <a:xfrm>
            <a:off x="10154526" y="231493"/>
            <a:ext cx="1567989" cy="523220"/>
          </a:xfrm>
        </p:spPr>
        <p:txBody>
          <a:bodyPr anchor="ctr"/>
          <a:lstStyle>
            <a:lvl1pPr algn="ctr">
              <a:defRPr/>
            </a:lvl1pPr>
          </a:lstStyle>
          <a:p>
            <a:r>
              <a:rPr lang="en-US"/>
              <a:t>Add logo</a:t>
            </a:r>
          </a:p>
        </p:txBody>
      </p:sp>
      <p:sp>
        <p:nvSpPr>
          <p:cNvPr id="17" name="Text Placeholder 13">
            <a:extLst>
              <a:ext uri="{FF2B5EF4-FFF2-40B4-BE49-F238E27FC236}">
                <a16:creationId xmlns:a16="http://schemas.microsoft.com/office/drawing/2014/main" id="{315C3F22-FF35-5A64-3034-16BDE1114F5D}"/>
              </a:ext>
            </a:extLst>
          </p:cNvPr>
          <p:cNvSpPr>
            <a:spLocks noGrp="1"/>
          </p:cNvSpPr>
          <p:nvPr>
            <p:ph type="body" sz="quarter" idx="26" hasCustomPrompt="1"/>
          </p:nvPr>
        </p:nvSpPr>
        <p:spPr>
          <a:xfrm>
            <a:off x="272615" y="1666812"/>
            <a:ext cx="5461973" cy="959711"/>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19" name="Text Placeholder 13">
            <a:extLst>
              <a:ext uri="{FF2B5EF4-FFF2-40B4-BE49-F238E27FC236}">
                <a16:creationId xmlns:a16="http://schemas.microsoft.com/office/drawing/2014/main" id="{7F171D18-DB4E-5DD5-A262-747A89571A4B}"/>
              </a:ext>
            </a:extLst>
          </p:cNvPr>
          <p:cNvSpPr>
            <a:spLocks noGrp="1"/>
          </p:cNvSpPr>
          <p:nvPr>
            <p:ph type="body" sz="quarter" idx="22" hasCustomPrompt="1"/>
          </p:nvPr>
        </p:nvSpPr>
        <p:spPr>
          <a:xfrm>
            <a:off x="272615" y="3165196"/>
            <a:ext cx="5461973" cy="1003400"/>
          </a:xfrm>
        </p:spPr>
        <p:txBody>
          <a:bodyPr wrap="square" lIns="91440" rIns="91440" anchor="t">
            <a:noAutofit/>
          </a:bodyPr>
          <a:lstStyle>
            <a:lvl1pPr marL="9525" indent="0" algn="l">
              <a:buNone/>
              <a:tabLst/>
              <a:defRPr sz="1600">
                <a:solidFill>
                  <a:schemeClr val="tx1"/>
                </a:solidFill>
              </a:defRPr>
            </a:lvl1pPr>
          </a:lstStyle>
          <a:p>
            <a:pPr lvl="0"/>
            <a:r>
              <a:rPr lang="en-US"/>
              <a:t>Click to add text.</a:t>
            </a:r>
          </a:p>
        </p:txBody>
      </p:sp>
      <p:sp>
        <p:nvSpPr>
          <p:cNvPr id="21" name="Text Placeholder 51">
            <a:extLst>
              <a:ext uri="{FF2B5EF4-FFF2-40B4-BE49-F238E27FC236}">
                <a16:creationId xmlns:a16="http://schemas.microsoft.com/office/drawing/2014/main" id="{45B8A1E2-C7C2-1189-012A-38BD638454F0}"/>
              </a:ext>
            </a:extLst>
          </p:cNvPr>
          <p:cNvSpPr>
            <a:spLocks noGrp="1"/>
          </p:cNvSpPr>
          <p:nvPr>
            <p:ph type="body" sz="quarter" idx="37" hasCustomPrompt="1"/>
          </p:nvPr>
        </p:nvSpPr>
        <p:spPr>
          <a:xfrm>
            <a:off x="272615" y="4723364"/>
            <a:ext cx="1745986" cy="521043"/>
          </a:xfrm>
          <a:noFill/>
        </p:spPr>
        <p:txBody>
          <a:bodyPr lIns="91440" tIns="9144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22" name="Text Placeholder 51">
            <a:extLst>
              <a:ext uri="{FF2B5EF4-FFF2-40B4-BE49-F238E27FC236}">
                <a16:creationId xmlns:a16="http://schemas.microsoft.com/office/drawing/2014/main" id="{C1EA8F79-2654-D2FC-C4F8-0CFA87615B71}"/>
              </a:ext>
            </a:extLst>
          </p:cNvPr>
          <p:cNvSpPr>
            <a:spLocks noGrp="1"/>
          </p:cNvSpPr>
          <p:nvPr>
            <p:ph type="body" sz="quarter" idx="38" hasCustomPrompt="1"/>
          </p:nvPr>
        </p:nvSpPr>
        <p:spPr>
          <a:xfrm>
            <a:off x="2249874" y="4720838"/>
            <a:ext cx="1626719" cy="521043"/>
          </a:xfrm>
          <a:noFill/>
        </p:spPr>
        <p:txBody>
          <a:bodyPr lIns="91440" tIns="9144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23" name="Text Placeholder 51">
            <a:extLst>
              <a:ext uri="{FF2B5EF4-FFF2-40B4-BE49-F238E27FC236}">
                <a16:creationId xmlns:a16="http://schemas.microsoft.com/office/drawing/2014/main" id="{F588221B-6169-3934-75A1-2409E38FC652}"/>
              </a:ext>
            </a:extLst>
          </p:cNvPr>
          <p:cNvSpPr>
            <a:spLocks noGrp="1"/>
          </p:cNvSpPr>
          <p:nvPr>
            <p:ph type="body" sz="quarter" idx="39" hasCustomPrompt="1"/>
          </p:nvPr>
        </p:nvSpPr>
        <p:spPr>
          <a:xfrm>
            <a:off x="4107869" y="4720838"/>
            <a:ext cx="1626719" cy="521043"/>
          </a:xfrm>
          <a:noFill/>
        </p:spPr>
        <p:txBody>
          <a:bodyPr lIns="91440" tIns="9144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24" name="Text Placeholder 13">
            <a:extLst>
              <a:ext uri="{FF2B5EF4-FFF2-40B4-BE49-F238E27FC236}">
                <a16:creationId xmlns:a16="http://schemas.microsoft.com/office/drawing/2014/main" id="{C3D5082C-15B6-BB81-6C1B-19978306AAA1}"/>
              </a:ext>
            </a:extLst>
          </p:cNvPr>
          <p:cNvSpPr>
            <a:spLocks noGrp="1"/>
          </p:cNvSpPr>
          <p:nvPr>
            <p:ph type="body" sz="quarter" idx="18" hasCustomPrompt="1"/>
          </p:nvPr>
        </p:nvSpPr>
        <p:spPr>
          <a:xfrm>
            <a:off x="264973" y="5195072"/>
            <a:ext cx="1753627" cy="244682"/>
          </a:xfrm>
        </p:spPr>
        <p:txBody>
          <a:bodyPr wrap="square" lIns="91440" rIns="91440" anchor="t">
            <a:spAutoFit/>
          </a:bodyPr>
          <a:lstStyle>
            <a:lvl1pPr marL="7938" indent="0" algn="l">
              <a:buNone/>
              <a:tabLst/>
              <a:defRPr sz="1100" b="0" i="0" spc="0">
                <a:solidFill>
                  <a:schemeClr val="tx1"/>
                </a:solidFill>
                <a:latin typeface="+mj-lt"/>
                <a:cs typeface="Consolas" panose="020B0609020204030204" pitchFamily="49" charset="0"/>
              </a:defRPr>
            </a:lvl1pPr>
          </a:lstStyle>
          <a:p>
            <a:pPr lvl="0"/>
            <a:r>
              <a:rPr lang="en-US"/>
              <a:t>add text</a:t>
            </a:r>
          </a:p>
        </p:txBody>
      </p:sp>
      <p:sp>
        <p:nvSpPr>
          <p:cNvPr id="28" name="TextBox 27">
            <a:extLst>
              <a:ext uri="{FF2B5EF4-FFF2-40B4-BE49-F238E27FC236}">
                <a16:creationId xmlns:a16="http://schemas.microsoft.com/office/drawing/2014/main" id="{24B3C41D-8D27-AFD6-682F-186E83C272C9}"/>
              </a:ext>
            </a:extLst>
          </p:cNvPr>
          <p:cNvSpPr txBox="1"/>
          <p:nvPr userDrawn="1"/>
        </p:nvSpPr>
        <p:spPr>
          <a:xfrm>
            <a:off x="272615" y="691378"/>
            <a:ext cx="1656122" cy="261610"/>
          </a:xfrm>
          <a:prstGeom prst="rect">
            <a:avLst/>
          </a:prstGeom>
          <a:noFill/>
        </p:spPr>
        <p:txBody>
          <a:bodyPr wrap="square" lIns="91440" rIns="91440" rtlCol="0">
            <a:spAutoFit/>
          </a:bodyPr>
          <a:lstStyle/>
          <a:p>
            <a:r>
              <a:rPr lang="en-US" sz="1100" spc="300">
                <a:latin typeface="Consolas" panose="020B0609020204030204" pitchFamily="49" charset="0"/>
                <a:cs typeface="Consolas" panose="020B0609020204030204" pitchFamily="49" charset="0"/>
              </a:rPr>
              <a:t>CASE STUDY /</a:t>
            </a:r>
          </a:p>
        </p:txBody>
      </p:sp>
      <p:sp>
        <p:nvSpPr>
          <p:cNvPr id="29" name="Text Placeholder 13">
            <a:extLst>
              <a:ext uri="{FF2B5EF4-FFF2-40B4-BE49-F238E27FC236}">
                <a16:creationId xmlns:a16="http://schemas.microsoft.com/office/drawing/2014/main" id="{6B87AA88-ADFF-6138-34BE-0712EDA5D025}"/>
              </a:ext>
            </a:extLst>
          </p:cNvPr>
          <p:cNvSpPr>
            <a:spLocks noGrp="1"/>
          </p:cNvSpPr>
          <p:nvPr>
            <p:ph type="body" sz="quarter" idx="40" hasCustomPrompt="1"/>
          </p:nvPr>
        </p:nvSpPr>
        <p:spPr>
          <a:xfrm>
            <a:off x="2246314" y="5195072"/>
            <a:ext cx="1633838" cy="244682"/>
          </a:xfrm>
        </p:spPr>
        <p:txBody>
          <a:bodyPr wrap="square" lIns="91440" rIns="91440" anchor="t">
            <a:spAutoFit/>
          </a:bodyPr>
          <a:lstStyle>
            <a:lvl1pPr marL="7938" indent="0" algn="l">
              <a:buNone/>
              <a:tabLst/>
              <a:defRPr sz="1100" b="0" i="0" spc="0">
                <a:solidFill>
                  <a:schemeClr val="tx1"/>
                </a:solidFill>
                <a:latin typeface="+mj-lt"/>
                <a:cs typeface="Consolas" panose="020B0609020204030204" pitchFamily="49" charset="0"/>
              </a:defRPr>
            </a:lvl1pPr>
          </a:lstStyle>
          <a:p>
            <a:pPr lvl="0"/>
            <a:r>
              <a:rPr lang="en-US"/>
              <a:t>add text</a:t>
            </a:r>
          </a:p>
        </p:txBody>
      </p:sp>
      <p:sp>
        <p:nvSpPr>
          <p:cNvPr id="30" name="Text Placeholder 13">
            <a:extLst>
              <a:ext uri="{FF2B5EF4-FFF2-40B4-BE49-F238E27FC236}">
                <a16:creationId xmlns:a16="http://schemas.microsoft.com/office/drawing/2014/main" id="{1FD44489-21FF-37F4-FCA1-CF73CE81FD6C}"/>
              </a:ext>
            </a:extLst>
          </p:cNvPr>
          <p:cNvSpPr>
            <a:spLocks noGrp="1"/>
          </p:cNvSpPr>
          <p:nvPr>
            <p:ph type="body" sz="quarter" idx="41" hasCustomPrompt="1"/>
          </p:nvPr>
        </p:nvSpPr>
        <p:spPr>
          <a:xfrm>
            <a:off x="4107866" y="5208096"/>
            <a:ext cx="1633838" cy="244682"/>
          </a:xfrm>
        </p:spPr>
        <p:txBody>
          <a:bodyPr wrap="square" lIns="91440" rIns="91440" anchor="t">
            <a:spAutoFit/>
          </a:bodyPr>
          <a:lstStyle>
            <a:lvl1pPr marL="7938" indent="0" algn="l">
              <a:buNone/>
              <a:tabLst/>
              <a:defRPr sz="1100" b="0" i="0" spc="0">
                <a:solidFill>
                  <a:schemeClr val="tx1"/>
                </a:solidFill>
                <a:latin typeface="+mj-lt"/>
                <a:cs typeface="Consolas" panose="020B0609020204030204" pitchFamily="49" charset="0"/>
              </a:defRPr>
            </a:lvl1pPr>
          </a:lstStyle>
          <a:p>
            <a:pPr lvl="0"/>
            <a:r>
              <a:rPr lang="en-US"/>
              <a:t>add text</a:t>
            </a:r>
          </a:p>
        </p:txBody>
      </p:sp>
      <p:sp>
        <p:nvSpPr>
          <p:cNvPr id="2" name="TextBox 1">
            <a:extLst>
              <a:ext uri="{FF2B5EF4-FFF2-40B4-BE49-F238E27FC236}">
                <a16:creationId xmlns:a16="http://schemas.microsoft.com/office/drawing/2014/main" id="{A0492007-297D-F375-98EB-41C90DBAD466}"/>
              </a:ext>
            </a:extLst>
          </p:cNvPr>
          <p:cNvSpPr txBox="1"/>
          <p:nvPr userDrawn="1"/>
        </p:nvSpPr>
        <p:spPr>
          <a:xfrm>
            <a:off x="272615" y="1317953"/>
            <a:ext cx="2194663"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THE CHALLENGE</a:t>
            </a:r>
          </a:p>
        </p:txBody>
      </p:sp>
      <p:sp>
        <p:nvSpPr>
          <p:cNvPr id="4" name="TextBox 3">
            <a:extLst>
              <a:ext uri="{FF2B5EF4-FFF2-40B4-BE49-F238E27FC236}">
                <a16:creationId xmlns:a16="http://schemas.microsoft.com/office/drawing/2014/main" id="{68A0EE6D-C178-7967-287B-171BA1E82BE6}"/>
              </a:ext>
            </a:extLst>
          </p:cNvPr>
          <p:cNvSpPr txBox="1"/>
          <p:nvPr userDrawn="1"/>
        </p:nvSpPr>
        <p:spPr>
          <a:xfrm>
            <a:off x="272615" y="2833615"/>
            <a:ext cx="1663031"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OUR APPROACH</a:t>
            </a:r>
          </a:p>
        </p:txBody>
      </p:sp>
      <p:sp>
        <p:nvSpPr>
          <p:cNvPr id="5" name="TextBox 4">
            <a:extLst>
              <a:ext uri="{FF2B5EF4-FFF2-40B4-BE49-F238E27FC236}">
                <a16:creationId xmlns:a16="http://schemas.microsoft.com/office/drawing/2014/main" id="{6A80C30C-C3A5-8E18-B0E6-71148FFB8576}"/>
              </a:ext>
            </a:extLst>
          </p:cNvPr>
          <p:cNvSpPr txBox="1"/>
          <p:nvPr userDrawn="1"/>
        </p:nvSpPr>
        <p:spPr>
          <a:xfrm>
            <a:off x="272615" y="4377201"/>
            <a:ext cx="1663031"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THE RESULTS</a:t>
            </a:r>
          </a:p>
        </p:txBody>
      </p:sp>
      <p:sp>
        <p:nvSpPr>
          <p:cNvPr id="10" name="Text Placeholder 9">
            <a:extLst>
              <a:ext uri="{FF2B5EF4-FFF2-40B4-BE49-F238E27FC236}">
                <a16:creationId xmlns:a16="http://schemas.microsoft.com/office/drawing/2014/main" id="{0E09FBF4-6E20-163F-1E67-398B716BA380}"/>
              </a:ext>
            </a:extLst>
          </p:cNvPr>
          <p:cNvSpPr>
            <a:spLocks noGrp="1"/>
          </p:cNvSpPr>
          <p:nvPr>
            <p:ph type="body" sz="quarter" idx="21" hasCustomPrompt="1"/>
          </p:nvPr>
        </p:nvSpPr>
        <p:spPr>
          <a:xfrm>
            <a:off x="1729851" y="708108"/>
            <a:ext cx="2146742" cy="236540"/>
          </a:xfrm>
          <a:noFill/>
        </p:spPr>
        <p:txBody>
          <a:bodyPr wrap="non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INDUSTRY/VERTICAL</a:t>
            </a:r>
          </a:p>
        </p:txBody>
      </p:sp>
      <p:pic>
        <p:nvPicPr>
          <p:cNvPr id="7" name="Picture 6">
            <a:extLst>
              <a:ext uri="{FF2B5EF4-FFF2-40B4-BE49-F238E27FC236}">
                <a16:creationId xmlns:a16="http://schemas.microsoft.com/office/drawing/2014/main" id="{0D0F476F-B7D0-AC96-A601-2E0A0C069E2A}"/>
              </a:ext>
            </a:extLst>
          </p:cNvPr>
          <p:cNvPicPr>
            <a:picLocks noChangeAspect="1"/>
          </p:cNvPicPr>
          <p:nvPr userDrawn="1"/>
        </p:nvPicPr>
        <p:blipFill>
          <a:blip r:embed="rId7"/>
          <a:srcRect/>
          <a:stretch/>
        </p:blipFill>
        <p:spPr>
          <a:xfrm>
            <a:off x="10859344" y="6460948"/>
            <a:ext cx="958006" cy="152266"/>
          </a:xfrm>
          <a:prstGeom prst="rect">
            <a:avLst/>
          </a:prstGeom>
        </p:spPr>
      </p:pic>
    </p:spTree>
    <p:extLst>
      <p:ext uri="{BB962C8B-B14F-4D97-AF65-F5344CB8AC3E}">
        <p14:creationId xmlns:p14="http://schemas.microsoft.com/office/powerpoint/2010/main" val="248796101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mple case study">
    <p:bg>
      <p:bgPr>
        <a:solidFill>
          <a:srgbClr val="EDECE8"/>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9A25DC3-C28B-1AE4-00A8-519152BC63A6}"/>
              </a:ext>
            </a:extLst>
          </p:cNvPr>
          <p:cNvSpPr>
            <a:spLocks noGrp="1"/>
          </p:cNvSpPr>
          <p:nvPr>
            <p:ph type="pic" sz="quarter" idx="17"/>
          </p:nvPr>
        </p:nvSpPr>
        <p:spPr>
          <a:xfrm>
            <a:off x="6096000" y="0"/>
            <a:ext cx="6096000" cy="6858000"/>
          </a:xfrm>
        </p:spPr>
        <p:txBody>
          <a:bodyPr/>
          <a:lstStyle>
            <a:lvl1pPr>
              <a:buNone/>
              <a:defRPr/>
            </a:lvl1pPr>
          </a:lstStyle>
          <a:p>
            <a:endParaRPr lang="en-US"/>
          </a:p>
        </p:txBody>
      </p:sp>
      <p:pic>
        <p:nvPicPr>
          <p:cNvPr id="13" name="Picture 12" descr="A black and white background with white dots&#10;&#10;AI-generated content may be incorrect.">
            <a:extLst>
              <a:ext uri="{FF2B5EF4-FFF2-40B4-BE49-F238E27FC236}">
                <a16:creationId xmlns:a16="http://schemas.microsoft.com/office/drawing/2014/main" id="{E7777A03-F592-09F5-238F-4043FFA64D9E}"/>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3568337" y="5680857"/>
            <a:ext cx="1158421" cy="1142105"/>
          </a:xfrm>
          <a:prstGeom prst="rect">
            <a:avLst/>
          </a:prstGeom>
        </p:spPr>
      </p:pic>
      <p:pic>
        <p:nvPicPr>
          <p:cNvPr id="15" name="Picture 14" descr="A black and white background with white dots&#10;&#10;AI-generated content may be incorrect.">
            <a:extLst>
              <a:ext uri="{FF2B5EF4-FFF2-40B4-BE49-F238E27FC236}">
                <a16:creationId xmlns:a16="http://schemas.microsoft.com/office/drawing/2014/main" id="{794FAF9D-695B-9EB8-D119-CE83B87C0172}"/>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4945077" y="4274844"/>
            <a:ext cx="1158421" cy="1142105"/>
          </a:xfrm>
          <a:prstGeom prst="rect">
            <a:avLst/>
          </a:prstGeom>
        </p:spPr>
      </p:pic>
      <p:pic>
        <p:nvPicPr>
          <p:cNvPr id="16" name="Picture 15" descr="A black and white background with white dots&#10;&#10;AI-generated content may be incorrect.">
            <a:extLst>
              <a:ext uri="{FF2B5EF4-FFF2-40B4-BE49-F238E27FC236}">
                <a16:creationId xmlns:a16="http://schemas.microsoft.com/office/drawing/2014/main" id="{98F241C1-4469-FD29-2351-31B02EEA594D}"/>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4945076" y="5680858"/>
            <a:ext cx="1158421" cy="1142105"/>
          </a:xfrm>
          <a:prstGeom prst="rect">
            <a:avLst/>
          </a:prstGeom>
        </p:spPr>
      </p:pic>
      <p:sp>
        <p:nvSpPr>
          <p:cNvPr id="11" name="Title 1">
            <a:extLst>
              <a:ext uri="{FF2B5EF4-FFF2-40B4-BE49-F238E27FC236}">
                <a16:creationId xmlns:a16="http://schemas.microsoft.com/office/drawing/2014/main" id="{F688A738-010A-4D5F-1C3A-6448BD3EDA23}"/>
              </a:ext>
            </a:extLst>
          </p:cNvPr>
          <p:cNvSpPr>
            <a:spLocks noGrp="1"/>
          </p:cNvSpPr>
          <p:nvPr>
            <p:ph type="ctrTitle" hasCustomPrompt="1"/>
          </p:nvPr>
        </p:nvSpPr>
        <p:spPr>
          <a:xfrm>
            <a:off x="272615" y="231493"/>
            <a:ext cx="5461975" cy="523220"/>
          </a:xfrm>
          <a:prstGeom prst="rect">
            <a:avLst/>
          </a:prstGeom>
        </p:spPr>
        <p:txBody>
          <a:bodyPr lIns="91440" rIns="91440" anchor="t">
            <a:normAutofit/>
          </a:bodyPr>
          <a:lstStyle>
            <a:lvl1pPr algn="l">
              <a:lnSpc>
                <a:spcPct val="80000"/>
              </a:lnSpc>
              <a:defRPr sz="2800" b="0" i="0">
                <a:solidFill>
                  <a:schemeClr val="tx1"/>
                </a:solidFill>
                <a:latin typeface="Tw Cen MT" panose="020B0602020104020603" pitchFamily="34" charset="77"/>
              </a:defRPr>
            </a:lvl1pPr>
          </a:lstStyle>
          <a:p>
            <a:r>
              <a:rPr lang="en-US"/>
              <a:t>Simple case study</a:t>
            </a:r>
          </a:p>
        </p:txBody>
      </p:sp>
      <p:sp>
        <p:nvSpPr>
          <p:cNvPr id="14" name="Picture Placeholder 18">
            <a:extLst>
              <a:ext uri="{FF2B5EF4-FFF2-40B4-BE49-F238E27FC236}">
                <a16:creationId xmlns:a16="http://schemas.microsoft.com/office/drawing/2014/main" id="{4AD65B0A-5775-0642-587B-CB31D077CFAE}"/>
              </a:ext>
            </a:extLst>
          </p:cNvPr>
          <p:cNvSpPr>
            <a:spLocks noGrp="1"/>
          </p:cNvSpPr>
          <p:nvPr>
            <p:ph type="pic" sz="quarter" idx="15" hasCustomPrompt="1"/>
          </p:nvPr>
        </p:nvSpPr>
        <p:spPr>
          <a:xfrm>
            <a:off x="10154526" y="231493"/>
            <a:ext cx="1567989" cy="523220"/>
          </a:xfrm>
        </p:spPr>
        <p:txBody>
          <a:bodyPr anchor="ctr"/>
          <a:lstStyle>
            <a:lvl1pPr algn="ctr">
              <a:defRPr/>
            </a:lvl1pPr>
          </a:lstStyle>
          <a:p>
            <a:r>
              <a:rPr lang="en-US"/>
              <a:t>Add logo</a:t>
            </a:r>
          </a:p>
        </p:txBody>
      </p:sp>
      <p:sp>
        <p:nvSpPr>
          <p:cNvPr id="17" name="Text Placeholder 13">
            <a:extLst>
              <a:ext uri="{FF2B5EF4-FFF2-40B4-BE49-F238E27FC236}">
                <a16:creationId xmlns:a16="http://schemas.microsoft.com/office/drawing/2014/main" id="{315C3F22-FF35-5A64-3034-16BDE1114F5D}"/>
              </a:ext>
            </a:extLst>
          </p:cNvPr>
          <p:cNvSpPr>
            <a:spLocks noGrp="1"/>
          </p:cNvSpPr>
          <p:nvPr>
            <p:ph type="body" sz="quarter" idx="26" hasCustomPrompt="1"/>
          </p:nvPr>
        </p:nvSpPr>
        <p:spPr>
          <a:xfrm>
            <a:off x="272615" y="1666812"/>
            <a:ext cx="5461973" cy="959711"/>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19" name="Text Placeholder 13">
            <a:extLst>
              <a:ext uri="{FF2B5EF4-FFF2-40B4-BE49-F238E27FC236}">
                <a16:creationId xmlns:a16="http://schemas.microsoft.com/office/drawing/2014/main" id="{7F171D18-DB4E-5DD5-A262-747A89571A4B}"/>
              </a:ext>
            </a:extLst>
          </p:cNvPr>
          <p:cNvSpPr>
            <a:spLocks noGrp="1"/>
          </p:cNvSpPr>
          <p:nvPr>
            <p:ph type="body" sz="quarter" idx="22" hasCustomPrompt="1"/>
          </p:nvPr>
        </p:nvSpPr>
        <p:spPr>
          <a:xfrm>
            <a:off x="272615" y="3165196"/>
            <a:ext cx="5461973" cy="1003400"/>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21" name="Text Placeholder 51">
            <a:extLst>
              <a:ext uri="{FF2B5EF4-FFF2-40B4-BE49-F238E27FC236}">
                <a16:creationId xmlns:a16="http://schemas.microsoft.com/office/drawing/2014/main" id="{45B8A1E2-C7C2-1189-012A-38BD638454F0}"/>
              </a:ext>
            </a:extLst>
          </p:cNvPr>
          <p:cNvSpPr>
            <a:spLocks noGrp="1"/>
          </p:cNvSpPr>
          <p:nvPr>
            <p:ph type="body" sz="quarter" idx="37" hasCustomPrompt="1"/>
          </p:nvPr>
        </p:nvSpPr>
        <p:spPr>
          <a:xfrm>
            <a:off x="272615" y="4723364"/>
            <a:ext cx="1745986" cy="521043"/>
          </a:xfrm>
          <a:noFill/>
        </p:spPr>
        <p:txBody>
          <a:bodyPr lIns="91440" tIns="9144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22" name="Text Placeholder 51">
            <a:extLst>
              <a:ext uri="{FF2B5EF4-FFF2-40B4-BE49-F238E27FC236}">
                <a16:creationId xmlns:a16="http://schemas.microsoft.com/office/drawing/2014/main" id="{C1EA8F79-2654-D2FC-C4F8-0CFA87615B71}"/>
              </a:ext>
            </a:extLst>
          </p:cNvPr>
          <p:cNvSpPr>
            <a:spLocks noGrp="1"/>
          </p:cNvSpPr>
          <p:nvPr>
            <p:ph type="body" sz="quarter" idx="38" hasCustomPrompt="1"/>
          </p:nvPr>
        </p:nvSpPr>
        <p:spPr>
          <a:xfrm>
            <a:off x="2249874" y="4720838"/>
            <a:ext cx="1626719" cy="521043"/>
          </a:xfrm>
          <a:noFill/>
        </p:spPr>
        <p:txBody>
          <a:bodyPr lIns="91440" tIns="9144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23" name="Text Placeholder 51">
            <a:extLst>
              <a:ext uri="{FF2B5EF4-FFF2-40B4-BE49-F238E27FC236}">
                <a16:creationId xmlns:a16="http://schemas.microsoft.com/office/drawing/2014/main" id="{F588221B-6169-3934-75A1-2409E38FC652}"/>
              </a:ext>
            </a:extLst>
          </p:cNvPr>
          <p:cNvSpPr>
            <a:spLocks noGrp="1"/>
          </p:cNvSpPr>
          <p:nvPr>
            <p:ph type="body" sz="quarter" idx="39" hasCustomPrompt="1"/>
          </p:nvPr>
        </p:nvSpPr>
        <p:spPr>
          <a:xfrm>
            <a:off x="4107869" y="4720838"/>
            <a:ext cx="1626719" cy="521043"/>
          </a:xfrm>
          <a:noFill/>
        </p:spPr>
        <p:txBody>
          <a:bodyPr lIns="91440" tIns="9144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24" name="Text Placeholder 13">
            <a:extLst>
              <a:ext uri="{FF2B5EF4-FFF2-40B4-BE49-F238E27FC236}">
                <a16:creationId xmlns:a16="http://schemas.microsoft.com/office/drawing/2014/main" id="{C3D5082C-15B6-BB81-6C1B-19978306AAA1}"/>
              </a:ext>
            </a:extLst>
          </p:cNvPr>
          <p:cNvSpPr>
            <a:spLocks noGrp="1"/>
          </p:cNvSpPr>
          <p:nvPr>
            <p:ph type="body" sz="quarter" idx="18" hasCustomPrompt="1"/>
          </p:nvPr>
        </p:nvSpPr>
        <p:spPr>
          <a:xfrm>
            <a:off x="264973" y="5195072"/>
            <a:ext cx="1753627" cy="244682"/>
          </a:xfrm>
        </p:spPr>
        <p:txBody>
          <a:bodyPr wrap="square" lIns="91440" rIns="91440" anchor="t">
            <a:spAutoFit/>
          </a:bodyPr>
          <a:lstStyle>
            <a:lvl1pPr marL="7938" indent="0" algn="l">
              <a:buNone/>
              <a:tabLst/>
              <a:defRPr sz="1100" b="0" i="0" spc="0">
                <a:solidFill>
                  <a:schemeClr val="tx1"/>
                </a:solidFill>
                <a:latin typeface="+mj-lt"/>
                <a:cs typeface="Consolas" panose="020B0609020204030204" pitchFamily="49" charset="0"/>
              </a:defRPr>
            </a:lvl1pPr>
          </a:lstStyle>
          <a:p>
            <a:pPr lvl="0"/>
            <a:r>
              <a:rPr lang="en-US"/>
              <a:t>add text</a:t>
            </a:r>
          </a:p>
        </p:txBody>
      </p:sp>
      <p:sp>
        <p:nvSpPr>
          <p:cNvPr id="28" name="TextBox 27">
            <a:extLst>
              <a:ext uri="{FF2B5EF4-FFF2-40B4-BE49-F238E27FC236}">
                <a16:creationId xmlns:a16="http://schemas.microsoft.com/office/drawing/2014/main" id="{24B3C41D-8D27-AFD6-682F-186E83C272C9}"/>
              </a:ext>
            </a:extLst>
          </p:cNvPr>
          <p:cNvSpPr txBox="1"/>
          <p:nvPr userDrawn="1"/>
        </p:nvSpPr>
        <p:spPr>
          <a:xfrm>
            <a:off x="272615" y="691378"/>
            <a:ext cx="1656122" cy="261610"/>
          </a:xfrm>
          <a:prstGeom prst="rect">
            <a:avLst/>
          </a:prstGeom>
          <a:noFill/>
        </p:spPr>
        <p:txBody>
          <a:bodyPr wrap="square" lIns="91440" rIns="91440" rtlCol="0">
            <a:spAutoFit/>
          </a:bodyPr>
          <a:lstStyle/>
          <a:p>
            <a:r>
              <a:rPr lang="en-US" sz="1100" spc="300">
                <a:latin typeface="Consolas" panose="020B0609020204030204" pitchFamily="49" charset="0"/>
                <a:cs typeface="Consolas" panose="020B0609020204030204" pitchFamily="49" charset="0"/>
              </a:rPr>
              <a:t>CASE STUDY /</a:t>
            </a:r>
          </a:p>
        </p:txBody>
      </p:sp>
      <p:sp>
        <p:nvSpPr>
          <p:cNvPr id="29" name="Text Placeholder 13">
            <a:extLst>
              <a:ext uri="{FF2B5EF4-FFF2-40B4-BE49-F238E27FC236}">
                <a16:creationId xmlns:a16="http://schemas.microsoft.com/office/drawing/2014/main" id="{6B87AA88-ADFF-6138-34BE-0712EDA5D025}"/>
              </a:ext>
            </a:extLst>
          </p:cNvPr>
          <p:cNvSpPr>
            <a:spLocks noGrp="1"/>
          </p:cNvSpPr>
          <p:nvPr>
            <p:ph type="body" sz="quarter" idx="40" hasCustomPrompt="1"/>
          </p:nvPr>
        </p:nvSpPr>
        <p:spPr>
          <a:xfrm>
            <a:off x="2246314" y="5195072"/>
            <a:ext cx="1633838" cy="244682"/>
          </a:xfrm>
        </p:spPr>
        <p:txBody>
          <a:bodyPr wrap="square" lIns="91440" rIns="91440" anchor="t">
            <a:spAutoFit/>
          </a:bodyPr>
          <a:lstStyle>
            <a:lvl1pPr marL="7938" indent="0" algn="l">
              <a:buNone/>
              <a:tabLst/>
              <a:defRPr sz="1100" b="0" i="0" spc="0">
                <a:solidFill>
                  <a:schemeClr val="tx1"/>
                </a:solidFill>
                <a:latin typeface="+mj-lt"/>
                <a:cs typeface="Consolas" panose="020B0609020204030204" pitchFamily="49" charset="0"/>
              </a:defRPr>
            </a:lvl1pPr>
          </a:lstStyle>
          <a:p>
            <a:pPr lvl="0"/>
            <a:r>
              <a:rPr lang="en-US"/>
              <a:t>add text</a:t>
            </a:r>
          </a:p>
        </p:txBody>
      </p:sp>
      <p:sp>
        <p:nvSpPr>
          <p:cNvPr id="30" name="Text Placeholder 13">
            <a:extLst>
              <a:ext uri="{FF2B5EF4-FFF2-40B4-BE49-F238E27FC236}">
                <a16:creationId xmlns:a16="http://schemas.microsoft.com/office/drawing/2014/main" id="{1FD44489-21FF-37F4-FCA1-CF73CE81FD6C}"/>
              </a:ext>
            </a:extLst>
          </p:cNvPr>
          <p:cNvSpPr>
            <a:spLocks noGrp="1"/>
          </p:cNvSpPr>
          <p:nvPr>
            <p:ph type="body" sz="quarter" idx="41" hasCustomPrompt="1"/>
          </p:nvPr>
        </p:nvSpPr>
        <p:spPr>
          <a:xfrm>
            <a:off x="4107866" y="5208096"/>
            <a:ext cx="1633838" cy="244682"/>
          </a:xfrm>
        </p:spPr>
        <p:txBody>
          <a:bodyPr wrap="square" lIns="91440" rIns="91440" anchor="t">
            <a:spAutoFit/>
          </a:bodyPr>
          <a:lstStyle>
            <a:lvl1pPr marL="7938" indent="0" algn="l">
              <a:buNone/>
              <a:tabLst/>
              <a:defRPr sz="1100" b="0" i="0" spc="0">
                <a:solidFill>
                  <a:schemeClr val="tx1"/>
                </a:solidFill>
                <a:latin typeface="+mj-lt"/>
                <a:cs typeface="Consolas" panose="020B0609020204030204" pitchFamily="49" charset="0"/>
              </a:defRPr>
            </a:lvl1pPr>
          </a:lstStyle>
          <a:p>
            <a:pPr lvl="0"/>
            <a:r>
              <a:rPr lang="en-US"/>
              <a:t>add text</a:t>
            </a:r>
          </a:p>
        </p:txBody>
      </p:sp>
      <p:sp>
        <p:nvSpPr>
          <p:cNvPr id="2" name="TextBox 1">
            <a:extLst>
              <a:ext uri="{FF2B5EF4-FFF2-40B4-BE49-F238E27FC236}">
                <a16:creationId xmlns:a16="http://schemas.microsoft.com/office/drawing/2014/main" id="{A0492007-297D-F375-98EB-41C90DBAD466}"/>
              </a:ext>
            </a:extLst>
          </p:cNvPr>
          <p:cNvSpPr txBox="1"/>
          <p:nvPr userDrawn="1"/>
        </p:nvSpPr>
        <p:spPr>
          <a:xfrm>
            <a:off x="272615" y="1317953"/>
            <a:ext cx="2194663"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THE CHALLENGE</a:t>
            </a:r>
          </a:p>
        </p:txBody>
      </p:sp>
      <p:sp>
        <p:nvSpPr>
          <p:cNvPr id="4" name="TextBox 3">
            <a:extLst>
              <a:ext uri="{FF2B5EF4-FFF2-40B4-BE49-F238E27FC236}">
                <a16:creationId xmlns:a16="http://schemas.microsoft.com/office/drawing/2014/main" id="{68A0EE6D-C178-7967-287B-171BA1E82BE6}"/>
              </a:ext>
            </a:extLst>
          </p:cNvPr>
          <p:cNvSpPr txBox="1"/>
          <p:nvPr userDrawn="1"/>
        </p:nvSpPr>
        <p:spPr>
          <a:xfrm>
            <a:off x="272615" y="2833615"/>
            <a:ext cx="1663031"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OUR APPROACH</a:t>
            </a:r>
          </a:p>
        </p:txBody>
      </p:sp>
      <p:sp>
        <p:nvSpPr>
          <p:cNvPr id="5" name="TextBox 4">
            <a:extLst>
              <a:ext uri="{FF2B5EF4-FFF2-40B4-BE49-F238E27FC236}">
                <a16:creationId xmlns:a16="http://schemas.microsoft.com/office/drawing/2014/main" id="{6A80C30C-C3A5-8E18-B0E6-71148FFB8576}"/>
              </a:ext>
            </a:extLst>
          </p:cNvPr>
          <p:cNvSpPr txBox="1"/>
          <p:nvPr userDrawn="1"/>
        </p:nvSpPr>
        <p:spPr>
          <a:xfrm>
            <a:off x="272615" y="4377201"/>
            <a:ext cx="1663031"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THE RESULTS</a:t>
            </a:r>
          </a:p>
        </p:txBody>
      </p:sp>
      <p:sp>
        <p:nvSpPr>
          <p:cNvPr id="10" name="Text Placeholder 9">
            <a:extLst>
              <a:ext uri="{FF2B5EF4-FFF2-40B4-BE49-F238E27FC236}">
                <a16:creationId xmlns:a16="http://schemas.microsoft.com/office/drawing/2014/main" id="{0E09FBF4-6E20-163F-1E67-398B716BA380}"/>
              </a:ext>
            </a:extLst>
          </p:cNvPr>
          <p:cNvSpPr>
            <a:spLocks noGrp="1"/>
          </p:cNvSpPr>
          <p:nvPr>
            <p:ph type="body" sz="quarter" idx="21" hasCustomPrompt="1"/>
          </p:nvPr>
        </p:nvSpPr>
        <p:spPr>
          <a:xfrm>
            <a:off x="1729851" y="708108"/>
            <a:ext cx="2146742" cy="236540"/>
          </a:xfrm>
          <a:noFill/>
        </p:spPr>
        <p:txBody>
          <a:bodyPr wrap="non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INDUSTRY/VERTICAL</a:t>
            </a:r>
          </a:p>
        </p:txBody>
      </p:sp>
    </p:spTree>
    <p:extLst>
      <p:ext uri="{BB962C8B-B14F-4D97-AF65-F5344CB8AC3E}">
        <p14:creationId xmlns:p14="http://schemas.microsoft.com/office/powerpoint/2010/main" val="422346312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xtended case study">
    <p:bg>
      <p:bgPr>
        <a:solidFill>
          <a:srgbClr val="EDECE8"/>
        </a:solidFill>
        <a:effectLst/>
      </p:bgPr>
    </p:bg>
    <p:spTree>
      <p:nvGrpSpPr>
        <p:cNvPr id="1" name=""/>
        <p:cNvGrpSpPr/>
        <p:nvPr/>
      </p:nvGrpSpPr>
      <p:grpSpPr>
        <a:xfrm>
          <a:off x="0" y="0"/>
          <a:ext cx="0" cy="0"/>
          <a:chOff x="0" y="0"/>
          <a:chExt cx="0" cy="0"/>
        </a:xfrm>
      </p:grpSpPr>
      <p:sp>
        <p:nvSpPr>
          <p:cNvPr id="31" name="Picture Placeholder 18">
            <a:extLst>
              <a:ext uri="{FF2B5EF4-FFF2-40B4-BE49-F238E27FC236}">
                <a16:creationId xmlns:a16="http://schemas.microsoft.com/office/drawing/2014/main" id="{C5F3FB4D-9CA2-BDEA-373F-797BA0AB29CD}"/>
              </a:ext>
            </a:extLst>
          </p:cNvPr>
          <p:cNvSpPr>
            <a:spLocks noGrp="1"/>
          </p:cNvSpPr>
          <p:nvPr>
            <p:ph type="pic" sz="quarter" idx="15" hasCustomPrompt="1"/>
          </p:nvPr>
        </p:nvSpPr>
        <p:spPr>
          <a:xfrm>
            <a:off x="10154526" y="231493"/>
            <a:ext cx="1567989" cy="523220"/>
          </a:xfrm>
        </p:spPr>
        <p:txBody>
          <a:bodyPr lIns="91440" rIns="91440" anchor="ctr"/>
          <a:lstStyle>
            <a:lvl1pPr algn="ctr">
              <a:defRPr/>
            </a:lvl1pPr>
          </a:lstStyle>
          <a:p>
            <a:r>
              <a:rPr lang="en-US"/>
              <a:t>Add logo</a:t>
            </a:r>
          </a:p>
        </p:txBody>
      </p:sp>
      <p:pic>
        <p:nvPicPr>
          <p:cNvPr id="32" name="Picture 31" descr="A black and white background with white dots&#10;&#10;AI-generated content may be incorrect.">
            <a:extLst>
              <a:ext uri="{FF2B5EF4-FFF2-40B4-BE49-F238E27FC236}">
                <a16:creationId xmlns:a16="http://schemas.microsoft.com/office/drawing/2014/main" id="{0B3CF324-1FD0-1495-67F9-D7098F32A914}"/>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33" name="Picture 32" descr="A black and white background with white dots&#10;&#10;AI-generated content may be incorrect.">
            <a:extLst>
              <a:ext uri="{FF2B5EF4-FFF2-40B4-BE49-F238E27FC236}">
                <a16:creationId xmlns:a16="http://schemas.microsoft.com/office/drawing/2014/main" id="{9DE5DC3C-295E-C178-2633-44C7A9BFDDB9}"/>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34" name="Picture 33" descr="A black and white background with white dots&#10;&#10;AI-generated content may be incorrect.">
            <a:extLst>
              <a:ext uri="{FF2B5EF4-FFF2-40B4-BE49-F238E27FC236}">
                <a16:creationId xmlns:a16="http://schemas.microsoft.com/office/drawing/2014/main" id="{4DF149C7-B773-17F5-CF71-3B2291844255}"/>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
        <p:nvSpPr>
          <p:cNvPr id="45" name="Text Placeholder 13">
            <a:extLst>
              <a:ext uri="{FF2B5EF4-FFF2-40B4-BE49-F238E27FC236}">
                <a16:creationId xmlns:a16="http://schemas.microsoft.com/office/drawing/2014/main" id="{192AE9B7-B37B-F0B1-84ED-2B32644EEBFC}"/>
              </a:ext>
            </a:extLst>
          </p:cNvPr>
          <p:cNvSpPr>
            <a:spLocks noGrp="1"/>
          </p:cNvSpPr>
          <p:nvPr>
            <p:ph type="body" sz="quarter" idx="26" hasCustomPrompt="1"/>
          </p:nvPr>
        </p:nvSpPr>
        <p:spPr>
          <a:xfrm>
            <a:off x="272615" y="1655545"/>
            <a:ext cx="3581400" cy="2687855"/>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47" name="Text Placeholder 13">
            <a:extLst>
              <a:ext uri="{FF2B5EF4-FFF2-40B4-BE49-F238E27FC236}">
                <a16:creationId xmlns:a16="http://schemas.microsoft.com/office/drawing/2014/main" id="{7396BAA7-B6D9-7A5C-A317-87B7BABED6A3}"/>
              </a:ext>
            </a:extLst>
          </p:cNvPr>
          <p:cNvSpPr>
            <a:spLocks noGrp="1"/>
          </p:cNvSpPr>
          <p:nvPr>
            <p:ph type="body" sz="quarter" idx="22" hasCustomPrompt="1"/>
          </p:nvPr>
        </p:nvSpPr>
        <p:spPr>
          <a:xfrm>
            <a:off x="4259322" y="1655545"/>
            <a:ext cx="3581400" cy="2687855"/>
          </a:xfrm>
        </p:spPr>
        <p:txBody>
          <a:bodyPr wrap="square" lIns="91440" rIns="91440" anchor="t">
            <a:noAutofit/>
          </a:bodyPr>
          <a:lstStyle>
            <a:lvl1pPr marL="9525" indent="-9525" algn="l">
              <a:buNone/>
              <a:tabLst/>
              <a:defRPr sz="1600">
                <a:solidFill>
                  <a:schemeClr val="tx1"/>
                </a:solidFill>
              </a:defRPr>
            </a:lvl1pPr>
          </a:lstStyle>
          <a:p>
            <a:pPr lvl="0"/>
            <a:r>
              <a:rPr lang="en-US"/>
              <a:t>Click to add text.</a:t>
            </a:r>
          </a:p>
        </p:txBody>
      </p:sp>
      <p:sp>
        <p:nvSpPr>
          <p:cNvPr id="58" name="TextBox 57">
            <a:extLst>
              <a:ext uri="{FF2B5EF4-FFF2-40B4-BE49-F238E27FC236}">
                <a16:creationId xmlns:a16="http://schemas.microsoft.com/office/drawing/2014/main" id="{F1ED6DB1-337A-9DAD-6E3E-F67A30FE13EB}"/>
              </a:ext>
            </a:extLst>
          </p:cNvPr>
          <p:cNvSpPr txBox="1"/>
          <p:nvPr userDrawn="1"/>
        </p:nvSpPr>
        <p:spPr>
          <a:xfrm>
            <a:off x="272615" y="1317953"/>
            <a:ext cx="2414818"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THE CHALLENGE</a:t>
            </a:r>
          </a:p>
        </p:txBody>
      </p:sp>
      <p:sp>
        <p:nvSpPr>
          <p:cNvPr id="59" name="TextBox 58">
            <a:extLst>
              <a:ext uri="{FF2B5EF4-FFF2-40B4-BE49-F238E27FC236}">
                <a16:creationId xmlns:a16="http://schemas.microsoft.com/office/drawing/2014/main" id="{71D2DE2A-4C16-E86A-D3BA-C8D738A2C8C5}"/>
              </a:ext>
            </a:extLst>
          </p:cNvPr>
          <p:cNvSpPr txBox="1"/>
          <p:nvPr userDrawn="1"/>
        </p:nvSpPr>
        <p:spPr>
          <a:xfrm>
            <a:off x="4259322" y="1317953"/>
            <a:ext cx="1626718"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OUR APPROACH</a:t>
            </a:r>
          </a:p>
        </p:txBody>
      </p:sp>
      <p:sp>
        <p:nvSpPr>
          <p:cNvPr id="60" name="TextBox 59">
            <a:extLst>
              <a:ext uri="{FF2B5EF4-FFF2-40B4-BE49-F238E27FC236}">
                <a16:creationId xmlns:a16="http://schemas.microsoft.com/office/drawing/2014/main" id="{FEAAAFB3-5578-A6D0-9EDB-C9747FA060BB}"/>
              </a:ext>
            </a:extLst>
          </p:cNvPr>
          <p:cNvSpPr txBox="1"/>
          <p:nvPr userDrawn="1"/>
        </p:nvSpPr>
        <p:spPr>
          <a:xfrm>
            <a:off x="8246029" y="1317953"/>
            <a:ext cx="1626718"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SOLUTIONS</a:t>
            </a:r>
          </a:p>
        </p:txBody>
      </p:sp>
      <p:sp>
        <p:nvSpPr>
          <p:cNvPr id="3" name="Text Placeholder 13">
            <a:extLst>
              <a:ext uri="{FF2B5EF4-FFF2-40B4-BE49-F238E27FC236}">
                <a16:creationId xmlns:a16="http://schemas.microsoft.com/office/drawing/2014/main" id="{71E465CA-899B-B237-EA40-11516DDEA5F5}"/>
              </a:ext>
            </a:extLst>
          </p:cNvPr>
          <p:cNvSpPr>
            <a:spLocks noGrp="1"/>
          </p:cNvSpPr>
          <p:nvPr>
            <p:ph type="body" sz="quarter" idx="27" hasCustomPrompt="1"/>
          </p:nvPr>
        </p:nvSpPr>
        <p:spPr>
          <a:xfrm>
            <a:off x="8246029" y="1655545"/>
            <a:ext cx="3677624" cy="2687855"/>
          </a:xfrm>
        </p:spPr>
        <p:txBody>
          <a:bodyPr wrap="square" lIns="91440" rIns="91440" anchor="t">
            <a:noAutofit/>
          </a:bodyPr>
          <a:lstStyle>
            <a:lvl1pPr marL="120650" indent="-120650" algn="l">
              <a:buFont typeface="Arial" panose="020B0604020202020204" pitchFamily="34" charset="0"/>
              <a:buChar char="•"/>
              <a:tabLst/>
              <a:defRPr sz="1600">
                <a:solidFill>
                  <a:schemeClr val="tx1"/>
                </a:solidFill>
              </a:defRPr>
            </a:lvl1pPr>
          </a:lstStyle>
          <a:p>
            <a:pPr lvl="0"/>
            <a:r>
              <a:rPr lang="en-US"/>
              <a:t>Click to add text.</a:t>
            </a:r>
          </a:p>
        </p:txBody>
      </p:sp>
      <p:sp>
        <p:nvSpPr>
          <p:cNvPr id="5" name="Text Placeholder 51">
            <a:extLst>
              <a:ext uri="{FF2B5EF4-FFF2-40B4-BE49-F238E27FC236}">
                <a16:creationId xmlns:a16="http://schemas.microsoft.com/office/drawing/2014/main" id="{786ACCF2-C8C2-B701-3ADA-5050725056AB}"/>
              </a:ext>
            </a:extLst>
          </p:cNvPr>
          <p:cNvSpPr>
            <a:spLocks noGrp="1"/>
          </p:cNvSpPr>
          <p:nvPr>
            <p:ph type="body" sz="quarter" idx="37" hasCustomPrompt="1"/>
          </p:nvPr>
        </p:nvSpPr>
        <p:spPr>
          <a:xfrm>
            <a:off x="272615" y="4957327"/>
            <a:ext cx="1626719" cy="521043"/>
          </a:xfrm>
          <a:noFill/>
        </p:spPr>
        <p:txBody>
          <a:bodyPr lIns="91440" tIns="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8" name="Text Placeholder 13">
            <a:extLst>
              <a:ext uri="{FF2B5EF4-FFF2-40B4-BE49-F238E27FC236}">
                <a16:creationId xmlns:a16="http://schemas.microsoft.com/office/drawing/2014/main" id="{9318CC79-6193-3C37-B649-418602232995}"/>
              </a:ext>
            </a:extLst>
          </p:cNvPr>
          <p:cNvSpPr>
            <a:spLocks noGrp="1"/>
          </p:cNvSpPr>
          <p:nvPr>
            <p:ph type="body" sz="quarter" idx="18" hasCustomPrompt="1"/>
          </p:nvPr>
        </p:nvSpPr>
        <p:spPr>
          <a:xfrm>
            <a:off x="272615" y="5395489"/>
            <a:ext cx="2039686" cy="237757"/>
          </a:xfrm>
        </p:spPr>
        <p:txBody>
          <a:bodyPr wrap="square" lIns="91440" rIns="91440" anchor="t">
            <a:spAutoFit/>
          </a:bodyPr>
          <a:lstStyle>
            <a:lvl1pPr marL="7938" indent="-7938" algn="l">
              <a:buNone/>
              <a:tabLst/>
              <a:defRPr sz="1050" b="0" i="0" spc="0">
                <a:solidFill>
                  <a:schemeClr val="tx1"/>
                </a:solidFill>
                <a:latin typeface="+mj-lt"/>
                <a:cs typeface="Consolas" panose="020B0609020204030204" pitchFamily="49" charset="0"/>
              </a:defRPr>
            </a:lvl1pPr>
          </a:lstStyle>
          <a:p>
            <a:pPr lvl="0"/>
            <a:r>
              <a:rPr lang="en-US"/>
              <a:t>add text</a:t>
            </a:r>
          </a:p>
        </p:txBody>
      </p:sp>
      <p:sp>
        <p:nvSpPr>
          <p:cNvPr id="11" name="Text Placeholder 13">
            <a:extLst>
              <a:ext uri="{FF2B5EF4-FFF2-40B4-BE49-F238E27FC236}">
                <a16:creationId xmlns:a16="http://schemas.microsoft.com/office/drawing/2014/main" id="{64168B85-27A7-2A8F-EFD7-179F6A1B0F24}"/>
              </a:ext>
            </a:extLst>
          </p:cNvPr>
          <p:cNvSpPr>
            <a:spLocks noGrp="1"/>
          </p:cNvSpPr>
          <p:nvPr>
            <p:ph type="body" sz="quarter" idx="42" hasCustomPrompt="1"/>
          </p:nvPr>
        </p:nvSpPr>
        <p:spPr>
          <a:xfrm>
            <a:off x="8246028" y="4954801"/>
            <a:ext cx="3675067" cy="1113490"/>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12" name="TextBox 11">
            <a:extLst>
              <a:ext uri="{FF2B5EF4-FFF2-40B4-BE49-F238E27FC236}">
                <a16:creationId xmlns:a16="http://schemas.microsoft.com/office/drawing/2014/main" id="{04EDCA06-8DAA-39C7-6F27-C0B29408301A}"/>
              </a:ext>
            </a:extLst>
          </p:cNvPr>
          <p:cNvSpPr txBox="1"/>
          <p:nvPr userDrawn="1"/>
        </p:nvSpPr>
        <p:spPr>
          <a:xfrm>
            <a:off x="272615" y="4604181"/>
            <a:ext cx="1626718"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THE RESULTS</a:t>
            </a:r>
          </a:p>
        </p:txBody>
      </p:sp>
      <p:sp>
        <p:nvSpPr>
          <p:cNvPr id="14" name="Text Placeholder 51">
            <a:extLst>
              <a:ext uri="{FF2B5EF4-FFF2-40B4-BE49-F238E27FC236}">
                <a16:creationId xmlns:a16="http://schemas.microsoft.com/office/drawing/2014/main" id="{7B8EA8DE-D53F-1712-BBA5-004B004300D7}"/>
              </a:ext>
            </a:extLst>
          </p:cNvPr>
          <p:cNvSpPr>
            <a:spLocks noGrp="1"/>
          </p:cNvSpPr>
          <p:nvPr>
            <p:ph type="body" sz="quarter" idx="43" hasCustomPrompt="1"/>
          </p:nvPr>
        </p:nvSpPr>
        <p:spPr>
          <a:xfrm>
            <a:off x="2908683" y="4954801"/>
            <a:ext cx="1626719" cy="521043"/>
          </a:xfrm>
          <a:noFill/>
        </p:spPr>
        <p:txBody>
          <a:bodyPr lIns="91440" tIns="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15" name="Text Placeholder 13">
            <a:extLst>
              <a:ext uri="{FF2B5EF4-FFF2-40B4-BE49-F238E27FC236}">
                <a16:creationId xmlns:a16="http://schemas.microsoft.com/office/drawing/2014/main" id="{B558334F-4A61-536A-E4EC-3C7407F38962}"/>
              </a:ext>
            </a:extLst>
          </p:cNvPr>
          <p:cNvSpPr>
            <a:spLocks noGrp="1"/>
          </p:cNvSpPr>
          <p:nvPr>
            <p:ph type="body" sz="quarter" idx="44" hasCustomPrompt="1"/>
          </p:nvPr>
        </p:nvSpPr>
        <p:spPr>
          <a:xfrm>
            <a:off x="2901564" y="5392963"/>
            <a:ext cx="2039686" cy="237757"/>
          </a:xfrm>
        </p:spPr>
        <p:txBody>
          <a:bodyPr wrap="square" lIns="91440" rIns="91440" anchor="t">
            <a:spAutoFit/>
          </a:bodyPr>
          <a:lstStyle>
            <a:lvl1pPr marL="7938" indent="-7938" algn="l">
              <a:buNone/>
              <a:tabLst/>
              <a:defRPr sz="1050" b="0" i="0" spc="0">
                <a:solidFill>
                  <a:schemeClr val="tx1"/>
                </a:solidFill>
                <a:latin typeface="+mj-lt"/>
                <a:cs typeface="Consolas" panose="020B0609020204030204" pitchFamily="49" charset="0"/>
              </a:defRPr>
            </a:lvl1pPr>
          </a:lstStyle>
          <a:p>
            <a:pPr lvl="0"/>
            <a:r>
              <a:rPr lang="en-US"/>
              <a:t>add text</a:t>
            </a:r>
          </a:p>
        </p:txBody>
      </p:sp>
      <p:sp>
        <p:nvSpPr>
          <p:cNvPr id="16" name="Text Placeholder 51">
            <a:extLst>
              <a:ext uri="{FF2B5EF4-FFF2-40B4-BE49-F238E27FC236}">
                <a16:creationId xmlns:a16="http://schemas.microsoft.com/office/drawing/2014/main" id="{66997410-45C2-ACDF-484E-9C4C35895A9C}"/>
              </a:ext>
            </a:extLst>
          </p:cNvPr>
          <p:cNvSpPr>
            <a:spLocks noGrp="1"/>
          </p:cNvSpPr>
          <p:nvPr>
            <p:ph type="body" sz="quarter" idx="45" hasCustomPrompt="1"/>
          </p:nvPr>
        </p:nvSpPr>
        <p:spPr>
          <a:xfrm>
            <a:off x="5475355" y="4919055"/>
            <a:ext cx="1626719" cy="521043"/>
          </a:xfrm>
          <a:noFill/>
        </p:spPr>
        <p:txBody>
          <a:bodyPr lIns="91440" tIns="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17" name="Text Placeholder 13">
            <a:extLst>
              <a:ext uri="{FF2B5EF4-FFF2-40B4-BE49-F238E27FC236}">
                <a16:creationId xmlns:a16="http://schemas.microsoft.com/office/drawing/2014/main" id="{53D24750-C27A-0EDA-0969-38A72DE828B0}"/>
              </a:ext>
            </a:extLst>
          </p:cNvPr>
          <p:cNvSpPr>
            <a:spLocks noGrp="1"/>
          </p:cNvSpPr>
          <p:nvPr>
            <p:ph type="body" sz="quarter" idx="46" hasCustomPrompt="1"/>
          </p:nvPr>
        </p:nvSpPr>
        <p:spPr>
          <a:xfrm>
            <a:off x="5468236" y="5357217"/>
            <a:ext cx="2039686" cy="237757"/>
          </a:xfrm>
        </p:spPr>
        <p:txBody>
          <a:bodyPr wrap="square" lIns="91440" rIns="91440" anchor="t">
            <a:spAutoFit/>
          </a:bodyPr>
          <a:lstStyle>
            <a:lvl1pPr marL="7938" indent="-7938" algn="l">
              <a:buNone/>
              <a:tabLst/>
              <a:defRPr sz="1050" b="0" i="0" spc="0">
                <a:solidFill>
                  <a:schemeClr val="tx1"/>
                </a:solidFill>
                <a:latin typeface="+mj-lt"/>
                <a:cs typeface="Consolas" panose="020B0609020204030204" pitchFamily="49" charset="0"/>
              </a:defRPr>
            </a:lvl1pPr>
          </a:lstStyle>
          <a:p>
            <a:pPr lvl="0"/>
            <a:r>
              <a:rPr lang="en-US"/>
              <a:t>add text</a:t>
            </a:r>
          </a:p>
        </p:txBody>
      </p:sp>
      <p:sp>
        <p:nvSpPr>
          <p:cNvPr id="18" name="Text Placeholder 9">
            <a:extLst>
              <a:ext uri="{FF2B5EF4-FFF2-40B4-BE49-F238E27FC236}">
                <a16:creationId xmlns:a16="http://schemas.microsoft.com/office/drawing/2014/main" id="{6CB8EC01-2F0B-B01B-85CC-8F406D1F6EA1}"/>
              </a:ext>
            </a:extLst>
          </p:cNvPr>
          <p:cNvSpPr>
            <a:spLocks noGrp="1"/>
          </p:cNvSpPr>
          <p:nvPr>
            <p:ph type="body" sz="quarter" idx="12" hasCustomPrompt="1"/>
          </p:nvPr>
        </p:nvSpPr>
        <p:spPr>
          <a:xfrm>
            <a:off x="8246028" y="4598409"/>
            <a:ext cx="1994919" cy="246991"/>
          </a:xfrm>
          <a:noFill/>
        </p:spPr>
        <p:txBody>
          <a:bodyPr wrap="square" lIns="91440" tIns="54864" rIns="91440" bIns="45720" anchor="ctr">
            <a:spAutoFit/>
          </a:bodyPr>
          <a:lstStyle>
            <a:lvl1pPr marL="0" indent="0" algn="l">
              <a:buNone/>
              <a:tabLst/>
              <a:defRPr sz="1050" spc="300">
                <a:solidFill>
                  <a:schemeClr val="tx1"/>
                </a:solidFill>
                <a:latin typeface="Consolas" panose="020B0609020204030204" pitchFamily="49" charset="0"/>
                <a:cs typeface="Consolas" panose="020B0609020204030204" pitchFamily="49" charset="0"/>
              </a:defRPr>
            </a:lvl1pPr>
          </a:lstStyle>
          <a:p>
            <a:pPr lvl="0"/>
            <a:r>
              <a:rPr lang="en-US"/>
              <a:t>CUSTOM SECTION</a:t>
            </a:r>
          </a:p>
        </p:txBody>
      </p:sp>
      <p:sp>
        <p:nvSpPr>
          <p:cNvPr id="6" name="Title 1">
            <a:extLst>
              <a:ext uri="{FF2B5EF4-FFF2-40B4-BE49-F238E27FC236}">
                <a16:creationId xmlns:a16="http://schemas.microsoft.com/office/drawing/2014/main" id="{8D87E4A9-FD6D-9CE5-90E2-61E84F172D33}"/>
              </a:ext>
            </a:extLst>
          </p:cNvPr>
          <p:cNvSpPr>
            <a:spLocks noGrp="1"/>
          </p:cNvSpPr>
          <p:nvPr>
            <p:ph type="ctrTitle" hasCustomPrompt="1"/>
          </p:nvPr>
        </p:nvSpPr>
        <p:spPr>
          <a:xfrm>
            <a:off x="272615" y="231493"/>
            <a:ext cx="5461975" cy="523220"/>
          </a:xfrm>
          <a:prstGeom prst="rect">
            <a:avLst/>
          </a:prstGeom>
        </p:spPr>
        <p:txBody>
          <a:bodyPr lIns="91440" rIns="91440" anchor="t">
            <a:normAutofit/>
          </a:bodyPr>
          <a:lstStyle>
            <a:lvl1pPr algn="l">
              <a:lnSpc>
                <a:spcPct val="80000"/>
              </a:lnSpc>
              <a:defRPr sz="2800" b="0" i="0">
                <a:solidFill>
                  <a:schemeClr val="tx1"/>
                </a:solidFill>
                <a:latin typeface="Tw Cen MT" panose="020B0602020104020603" pitchFamily="34" charset="77"/>
              </a:defRPr>
            </a:lvl1pPr>
          </a:lstStyle>
          <a:p>
            <a:r>
              <a:rPr lang="en-US"/>
              <a:t>Simple case study</a:t>
            </a:r>
          </a:p>
        </p:txBody>
      </p:sp>
      <p:sp>
        <p:nvSpPr>
          <p:cNvPr id="7" name="TextBox 6">
            <a:extLst>
              <a:ext uri="{FF2B5EF4-FFF2-40B4-BE49-F238E27FC236}">
                <a16:creationId xmlns:a16="http://schemas.microsoft.com/office/drawing/2014/main" id="{B2AF062C-B35E-FFCD-83FD-6718DC4BFA8A}"/>
              </a:ext>
            </a:extLst>
          </p:cNvPr>
          <p:cNvSpPr txBox="1"/>
          <p:nvPr userDrawn="1"/>
        </p:nvSpPr>
        <p:spPr>
          <a:xfrm>
            <a:off x="272615" y="691378"/>
            <a:ext cx="1656122" cy="261610"/>
          </a:xfrm>
          <a:prstGeom prst="rect">
            <a:avLst/>
          </a:prstGeom>
          <a:noFill/>
        </p:spPr>
        <p:txBody>
          <a:bodyPr wrap="square" lIns="91440" rIns="91440" rtlCol="0">
            <a:spAutoFit/>
          </a:bodyPr>
          <a:lstStyle/>
          <a:p>
            <a:r>
              <a:rPr lang="en-US" sz="1100" spc="300">
                <a:latin typeface="Consolas" panose="020B0609020204030204" pitchFamily="49" charset="0"/>
                <a:cs typeface="Consolas" panose="020B0609020204030204" pitchFamily="49" charset="0"/>
              </a:rPr>
              <a:t>CASE STUDY /</a:t>
            </a:r>
          </a:p>
        </p:txBody>
      </p:sp>
      <p:sp>
        <p:nvSpPr>
          <p:cNvPr id="20" name="Text Placeholder 9">
            <a:extLst>
              <a:ext uri="{FF2B5EF4-FFF2-40B4-BE49-F238E27FC236}">
                <a16:creationId xmlns:a16="http://schemas.microsoft.com/office/drawing/2014/main" id="{F59387B3-5718-BF5D-825B-979D498E4450}"/>
              </a:ext>
            </a:extLst>
          </p:cNvPr>
          <p:cNvSpPr>
            <a:spLocks noGrp="1"/>
          </p:cNvSpPr>
          <p:nvPr>
            <p:ph type="body" sz="quarter" idx="21" hasCustomPrompt="1"/>
          </p:nvPr>
        </p:nvSpPr>
        <p:spPr>
          <a:xfrm>
            <a:off x="1729851" y="708108"/>
            <a:ext cx="2146742" cy="236540"/>
          </a:xfrm>
          <a:noFill/>
        </p:spPr>
        <p:txBody>
          <a:bodyPr wrap="non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INDUSTRY/VERTICAL</a:t>
            </a:r>
          </a:p>
        </p:txBody>
      </p:sp>
    </p:spTree>
    <p:extLst>
      <p:ext uri="{BB962C8B-B14F-4D97-AF65-F5344CB8AC3E}">
        <p14:creationId xmlns:p14="http://schemas.microsoft.com/office/powerpoint/2010/main" val="9882032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se study with quote">
    <p:bg>
      <p:bgPr>
        <a:solidFill>
          <a:srgbClr val="EDECE8"/>
        </a:solidFill>
        <a:effectLst/>
      </p:bgPr>
    </p:bg>
    <p:spTree>
      <p:nvGrpSpPr>
        <p:cNvPr id="1" name=""/>
        <p:cNvGrpSpPr/>
        <p:nvPr/>
      </p:nvGrpSpPr>
      <p:grpSpPr>
        <a:xfrm>
          <a:off x="0" y="0"/>
          <a:ext cx="0" cy="0"/>
          <a:chOff x="0" y="0"/>
          <a:chExt cx="0" cy="0"/>
        </a:xfrm>
      </p:grpSpPr>
      <p:sp>
        <p:nvSpPr>
          <p:cNvPr id="31" name="Picture Placeholder 18">
            <a:extLst>
              <a:ext uri="{FF2B5EF4-FFF2-40B4-BE49-F238E27FC236}">
                <a16:creationId xmlns:a16="http://schemas.microsoft.com/office/drawing/2014/main" id="{C5F3FB4D-9CA2-BDEA-373F-797BA0AB29CD}"/>
              </a:ext>
            </a:extLst>
          </p:cNvPr>
          <p:cNvSpPr>
            <a:spLocks noGrp="1"/>
          </p:cNvSpPr>
          <p:nvPr>
            <p:ph type="pic" sz="quarter" idx="15" hasCustomPrompt="1"/>
          </p:nvPr>
        </p:nvSpPr>
        <p:spPr>
          <a:xfrm>
            <a:off x="10154526" y="231493"/>
            <a:ext cx="1567989" cy="523220"/>
          </a:xfrm>
        </p:spPr>
        <p:txBody>
          <a:bodyPr anchor="ctr"/>
          <a:lstStyle>
            <a:lvl1pPr algn="ctr">
              <a:defRPr/>
            </a:lvl1pPr>
          </a:lstStyle>
          <a:p>
            <a:r>
              <a:rPr lang="en-US"/>
              <a:t>Add logo</a:t>
            </a:r>
          </a:p>
        </p:txBody>
      </p:sp>
      <p:pic>
        <p:nvPicPr>
          <p:cNvPr id="32" name="Picture 31" descr="A black and white background with white dots&#10;&#10;AI-generated content may be incorrect.">
            <a:extLst>
              <a:ext uri="{FF2B5EF4-FFF2-40B4-BE49-F238E27FC236}">
                <a16:creationId xmlns:a16="http://schemas.microsoft.com/office/drawing/2014/main" id="{0B3CF324-1FD0-1495-67F9-D7098F32A914}"/>
              </a:ext>
            </a:extLst>
          </p:cNvPr>
          <p:cNvPicPr>
            <a:picLocks noChangeAspect="1"/>
          </p:cNvPicPr>
          <p:nvPr userDrawn="1"/>
        </p:nvPicPr>
        <p:blipFill>
          <a:blip r:embed="rId2">
            <a:alphaModFix amt="5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rot="13500000">
            <a:off x="9806027" y="5077320"/>
            <a:ext cx="1158421" cy="1142105"/>
          </a:xfrm>
          <a:prstGeom prst="rect">
            <a:avLst/>
          </a:prstGeom>
        </p:spPr>
      </p:pic>
      <p:pic>
        <p:nvPicPr>
          <p:cNvPr id="33" name="Picture 32" descr="A black and white background with white dots&#10;&#10;AI-generated content may be incorrect.">
            <a:extLst>
              <a:ext uri="{FF2B5EF4-FFF2-40B4-BE49-F238E27FC236}">
                <a16:creationId xmlns:a16="http://schemas.microsoft.com/office/drawing/2014/main" id="{9DE5DC3C-295E-C178-2633-44C7A9BFDDB9}"/>
              </a:ext>
            </a:extLst>
          </p:cNvPr>
          <p:cNvPicPr>
            <a:picLocks noChangeAspect="1"/>
          </p:cNvPicPr>
          <p:nvPr userDrawn="1"/>
        </p:nvPicPr>
        <p:blipFill>
          <a:blip r:embed="rId2">
            <a:alphaModFix amt="5000"/>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500000">
            <a:off x="11182767" y="3671307"/>
            <a:ext cx="1158421" cy="1142105"/>
          </a:xfrm>
          <a:prstGeom prst="rect">
            <a:avLst/>
          </a:prstGeom>
        </p:spPr>
      </p:pic>
      <p:pic>
        <p:nvPicPr>
          <p:cNvPr id="34" name="Picture 33" descr="A black and white background with white dots&#10;&#10;AI-generated content may be incorrect.">
            <a:extLst>
              <a:ext uri="{FF2B5EF4-FFF2-40B4-BE49-F238E27FC236}">
                <a16:creationId xmlns:a16="http://schemas.microsoft.com/office/drawing/2014/main" id="{4DF149C7-B773-17F5-CF71-3B2291844255}"/>
              </a:ext>
            </a:extLst>
          </p:cNvPr>
          <p:cNvPicPr>
            <a:picLocks noChangeAspect="1"/>
          </p:cNvPicPr>
          <p:nvPr userDrawn="1"/>
        </p:nvPicPr>
        <p:blipFill>
          <a:blip r:embed="rId2">
            <a:alphaModFix amt="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rot="13500000">
            <a:off x="11182766" y="5077321"/>
            <a:ext cx="1158421" cy="1142105"/>
          </a:xfrm>
          <a:prstGeom prst="rect">
            <a:avLst/>
          </a:prstGeom>
        </p:spPr>
      </p:pic>
      <p:sp>
        <p:nvSpPr>
          <p:cNvPr id="18" name="Text Placeholder 15">
            <a:extLst>
              <a:ext uri="{FF2B5EF4-FFF2-40B4-BE49-F238E27FC236}">
                <a16:creationId xmlns:a16="http://schemas.microsoft.com/office/drawing/2014/main" id="{AF23A6F2-9D0C-10F5-A33F-17EF798D925A}"/>
              </a:ext>
            </a:extLst>
          </p:cNvPr>
          <p:cNvSpPr>
            <a:spLocks noGrp="1"/>
          </p:cNvSpPr>
          <p:nvPr>
            <p:ph type="body" sz="quarter" idx="16" hasCustomPrompt="1"/>
          </p:nvPr>
        </p:nvSpPr>
        <p:spPr>
          <a:xfrm>
            <a:off x="6457409" y="1666807"/>
            <a:ext cx="1771639" cy="313932"/>
          </a:xfrm>
        </p:spPr>
        <p:txBody>
          <a:bodyPr wrap="none" lIns="91440" rIns="91440">
            <a:spAutoFit/>
          </a:bodyPr>
          <a:lstStyle>
            <a:lvl1pPr algn="l">
              <a:buNone/>
              <a:defRPr sz="1600">
                <a:solidFill>
                  <a:schemeClr val="tx1"/>
                </a:solidFill>
              </a:defRPr>
            </a:lvl1pPr>
          </a:lstStyle>
          <a:p>
            <a:pPr lvl="0"/>
            <a:r>
              <a:rPr lang="en-US" err="1"/>
              <a:t>Firstname</a:t>
            </a:r>
            <a:r>
              <a:rPr lang="en-US"/>
              <a:t> Lastname</a:t>
            </a:r>
          </a:p>
        </p:txBody>
      </p:sp>
      <p:sp>
        <p:nvSpPr>
          <p:cNvPr id="19" name="Text Placeholder 9">
            <a:extLst>
              <a:ext uri="{FF2B5EF4-FFF2-40B4-BE49-F238E27FC236}">
                <a16:creationId xmlns:a16="http://schemas.microsoft.com/office/drawing/2014/main" id="{5CD66560-4F48-4B4A-650F-9923B25E7C6B}"/>
              </a:ext>
            </a:extLst>
          </p:cNvPr>
          <p:cNvSpPr>
            <a:spLocks noGrp="1"/>
          </p:cNvSpPr>
          <p:nvPr>
            <p:ph type="body" sz="quarter" idx="17" hasCustomPrompt="1"/>
          </p:nvPr>
        </p:nvSpPr>
        <p:spPr>
          <a:xfrm>
            <a:off x="6457409" y="1900446"/>
            <a:ext cx="1771639" cy="246221"/>
          </a:xfrm>
          <a:noFill/>
        </p:spPr>
        <p:txBody>
          <a:bodyPr wrap="square" lIns="91440" rIns="91440" anchor="t">
            <a:spAutoFit/>
          </a:bodyPr>
          <a:lstStyle>
            <a:lvl1pPr marL="11113" indent="-11113" algn="l">
              <a:lnSpc>
                <a:spcPct val="100000"/>
              </a:lnSpc>
              <a:buNone/>
              <a:tabLst/>
              <a:defRPr sz="1000" spc="300">
                <a:solidFill>
                  <a:schemeClr val="tx1"/>
                </a:solidFill>
                <a:latin typeface="Consolas" panose="020B0609020204030204" pitchFamily="49" charset="0"/>
                <a:cs typeface="Consolas" panose="020B0609020204030204" pitchFamily="49" charset="0"/>
              </a:defRPr>
            </a:lvl1pPr>
          </a:lstStyle>
          <a:p>
            <a:pPr lvl="0"/>
            <a:r>
              <a:rPr lang="en-US"/>
              <a:t>TITLE, COMPANY</a:t>
            </a:r>
          </a:p>
        </p:txBody>
      </p:sp>
      <p:sp>
        <p:nvSpPr>
          <p:cNvPr id="21" name="TextBox 20">
            <a:extLst>
              <a:ext uri="{FF2B5EF4-FFF2-40B4-BE49-F238E27FC236}">
                <a16:creationId xmlns:a16="http://schemas.microsoft.com/office/drawing/2014/main" id="{CFD46489-E0CF-53DB-8195-E3F722CE354D}"/>
              </a:ext>
            </a:extLst>
          </p:cNvPr>
          <p:cNvSpPr txBox="1"/>
          <p:nvPr userDrawn="1"/>
        </p:nvSpPr>
        <p:spPr>
          <a:xfrm>
            <a:off x="6457409" y="1317953"/>
            <a:ext cx="1626718"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TESTIMONIAL</a:t>
            </a:r>
          </a:p>
        </p:txBody>
      </p:sp>
      <p:sp>
        <p:nvSpPr>
          <p:cNvPr id="26" name="Title 1">
            <a:extLst>
              <a:ext uri="{FF2B5EF4-FFF2-40B4-BE49-F238E27FC236}">
                <a16:creationId xmlns:a16="http://schemas.microsoft.com/office/drawing/2014/main" id="{7CD1FA44-C43A-8A15-4BE9-C6CD6C68C14B}"/>
              </a:ext>
            </a:extLst>
          </p:cNvPr>
          <p:cNvSpPr>
            <a:spLocks noGrp="1"/>
          </p:cNvSpPr>
          <p:nvPr>
            <p:ph type="ctrTitle" hasCustomPrompt="1"/>
          </p:nvPr>
        </p:nvSpPr>
        <p:spPr>
          <a:xfrm>
            <a:off x="272615" y="231493"/>
            <a:ext cx="9563047" cy="523220"/>
          </a:xfrm>
          <a:prstGeom prst="rect">
            <a:avLst/>
          </a:prstGeom>
        </p:spPr>
        <p:txBody>
          <a:bodyPr lIns="91440" rIns="91440" anchor="t">
            <a:normAutofit/>
          </a:bodyPr>
          <a:lstStyle>
            <a:lvl1pPr algn="l">
              <a:lnSpc>
                <a:spcPct val="80000"/>
              </a:lnSpc>
              <a:defRPr sz="2800" b="0" i="0">
                <a:solidFill>
                  <a:schemeClr val="tx1"/>
                </a:solidFill>
                <a:latin typeface="Tw Cen MT" panose="020B0602020104020603" pitchFamily="34" charset="77"/>
              </a:defRPr>
            </a:lvl1pPr>
          </a:lstStyle>
          <a:p>
            <a:r>
              <a:rPr lang="en-US"/>
              <a:t>Case study with quote</a:t>
            </a:r>
          </a:p>
        </p:txBody>
      </p:sp>
      <p:sp>
        <p:nvSpPr>
          <p:cNvPr id="28" name="Text Placeholder 13">
            <a:extLst>
              <a:ext uri="{FF2B5EF4-FFF2-40B4-BE49-F238E27FC236}">
                <a16:creationId xmlns:a16="http://schemas.microsoft.com/office/drawing/2014/main" id="{8340F1A9-88C8-2B7D-CBD9-B96ECFC0CACC}"/>
              </a:ext>
            </a:extLst>
          </p:cNvPr>
          <p:cNvSpPr>
            <a:spLocks noGrp="1"/>
          </p:cNvSpPr>
          <p:nvPr>
            <p:ph type="body" sz="quarter" idx="26" hasCustomPrompt="1"/>
          </p:nvPr>
        </p:nvSpPr>
        <p:spPr>
          <a:xfrm>
            <a:off x="272615" y="1666812"/>
            <a:ext cx="5461973" cy="959711"/>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30" name="Text Placeholder 13">
            <a:extLst>
              <a:ext uri="{FF2B5EF4-FFF2-40B4-BE49-F238E27FC236}">
                <a16:creationId xmlns:a16="http://schemas.microsoft.com/office/drawing/2014/main" id="{501DD32C-F92D-69B2-4BB6-F15D7D2CD2E1}"/>
              </a:ext>
            </a:extLst>
          </p:cNvPr>
          <p:cNvSpPr>
            <a:spLocks noGrp="1"/>
          </p:cNvSpPr>
          <p:nvPr>
            <p:ph type="body" sz="quarter" idx="22" hasCustomPrompt="1"/>
          </p:nvPr>
        </p:nvSpPr>
        <p:spPr>
          <a:xfrm>
            <a:off x="272615" y="3165196"/>
            <a:ext cx="5461973" cy="1003400"/>
          </a:xfrm>
        </p:spPr>
        <p:txBody>
          <a:bodyPr wrap="square" lIns="91440" rIns="91440" anchor="t">
            <a:noAutofit/>
          </a:bodyPr>
          <a:lstStyle>
            <a:lvl1pPr marL="7938" indent="-7938" algn="l">
              <a:buNone/>
              <a:tabLst/>
              <a:defRPr sz="1600">
                <a:solidFill>
                  <a:schemeClr val="tx1"/>
                </a:solidFill>
              </a:defRPr>
            </a:lvl1pPr>
          </a:lstStyle>
          <a:p>
            <a:pPr lvl="0"/>
            <a:r>
              <a:rPr lang="en-US"/>
              <a:t>Click to add text.</a:t>
            </a:r>
          </a:p>
        </p:txBody>
      </p:sp>
      <p:sp>
        <p:nvSpPr>
          <p:cNvPr id="35" name="Text Placeholder 51">
            <a:extLst>
              <a:ext uri="{FF2B5EF4-FFF2-40B4-BE49-F238E27FC236}">
                <a16:creationId xmlns:a16="http://schemas.microsoft.com/office/drawing/2014/main" id="{B2534EA4-E0DA-8E74-15C7-EA9A37BA2110}"/>
              </a:ext>
            </a:extLst>
          </p:cNvPr>
          <p:cNvSpPr>
            <a:spLocks noGrp="1"/>
          </p:cNvSpPr>
          <p:nvPr>
            <p:ph type="body" sz="quarter" idx="37" hasCustomPrompt="1"/>
          </p:nvPr>
        </p:nvSpPr>
        <p:spPr>
          <a:xfrm>
            <a:off x="272615" y="4723364"/>
            <a:ext cx="1745986" cy="521043"/>
          </a:xfrm>
          <a:noFill/>
        </p:spPr>
        <p:txBody>
          <a:bodyPr lIns="91440" tIns="9144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36" name="Text Placeholder 51">
            <a:extLst>
              <a:ext uri="{FF2B5EF4-FFF2-40B4-BE49-F238E27FC236}">
                <a16:creationId xmlns:a16="http://schemas.microsoft.com/office/drawing/2014/main" id="{91007A94-D18C-1EA0-8A22-D0D712FDF38C}"/>
              </a:ext>
            </a:extLst>
          </p:cNvPr>
          <p:cNvSpPr>
            <a:spLocks noGrp="1"/>
          </p:cNvSpPr>
          <p:nvPr>
            <p:ph type="body" sz="quarter" idx="38" hasCustomPrompt="1"/>
          </p:nvPr>
        </p:nvSpPr>
        <p:spPr>
          <a:xfrm>
            <a:off x="2249874" y="4720838"/>
            <a:ext cx="1626719" cy="521043"/>
          </a:xfrm>
          <a:noFill/>
        </p:spPr>
        <p:txBody>
          <a:bodyPr lIns="91440" tIns="9144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37" name="Text Placeholder 51">
            <a:extLst>
              <a:ext uri="{FF2B5EF4-FFF2-40B4-BE49-F238E27FC236}">
                <a16:creationId xmlns:a16="http://schemas.microsoft.com/office/drawing/2014/main" id="{282AB260-E883-A5E0-7F15-DEA88D0C1ECE}"/>
              </a:ext>
            </a:extLst>
          </p:cNvPr>
          <p:cNvSpPr>
            <a:spLocks noGrp="1"/>
          </p:cNvSpPr>
          <p:nvPr>
            <p:ph type="body" sz="quarter" idx="39" hasCustomPrompt="1"/>
          </p:nvPr>
        </p:nvSpPr>
        <p:spPr>
          <a:xfrm>
            <a:off x="4107869" y="4720838"/>
            <a:ext cx="1626719" cy="521043"/>
          </a:xfrm>
          <a:noFill/>
        </p:spPr>
        <p:txBody>
          <a:bodyPr lIns="91440" tIns="91440" rIns="91440" bIns="91440">
            <a:normAutofit/>
          </a:bodyPr>
          <a:lstStyle>
            <a:lvl1pPr marL="9525" indent="-9525" algn="l">
              <a:buNone/>
              <a:tabLst/>
              <a:defRPr sz="3600">
                <a:gradFill>
                  <a:gsLst>
                    <a:gs pos="100000">
                      <a:schemeClr val="accent4"/>
                    </a:gs>
                    <a:gs pos="2000">
                      <a:schemeClr val="accent5"/>
                    </a:gs>
                  </a:gsLst>
                  <a:lin ang="0" scaled="0"/>
                </a:gradFill>
              </a:defRPr>
            </a:lvl1pPr>
          </a:lstStyle>
          <a:p>
            <a:pPr lvl="0"/>
            <a:r>
              <a:rPr lang="en-US"/>
              <a:t>XX%</a:t>
            </a:r>
          </a:p>
        </p:txBody>
      </p:sp>
      <p:sp>
        <p:nvSpPr>
          <p:cNvPr id="38" name="Text Placeholder 13">
            <a:extLst>
              <a:ext uri="{FF2B5EF4-FFF2-40B4-BE49-F238E27FC236}">
                <a16:creationId xmlns:a16="http://schemas.microsoft.com/office/drawing/2014/main" id="{2ECA1135-54FA-4146-47FD-CB8DD6F29182}"/>
              </a:ext>
            </a:extLst>
          </p:cNvPr>
          <p:cNvSpPr>
            <a:spLocks noGrp="1"/>
          </p:cNvSpPr>
          <p:nvPr>
            <p:ph type="body" sz="quarter" idx="18" hasCustomPrompt="1"/>
          </p:nvPr>
        </p:nvSpPr>
        <p:spPr>
          <a:xfrm>
            <a:off x="264973" y="5195072"/>
            <a:ext cx="1753627" cy="244682"/>
          </a:xfrm>
        </p:spPr>
        <p:txBody>
          <a:bodyPr wrap="square" lIns="91440" rIns="91440" anchor="t">
            <a:spAutoFit/>
          </a:bodyPr>
          <a:lstStyle>
            <a:lvl1pPr marL="7938" indent="-7938" algn="l">
              <a:buNone/>
              <a:tabLst/>
              <a:defRPr sz="1100" b="0" i="0" spc="0">
                <a:solidFill>
                  <a:schemeClr val="tx1"/>
                </a:solidFill>
                <a:latin typeface="+mj-lt"/>
                <a:cs typeface="Consolas" panose="020B0609020204030204" pitchFamily="49" charset="0"/>
              </a:defRPr>
            </a:lvl1pPr>
          </a:lstStyle>
          <a:p>
            <a:pPr lvl="0"/>
            <a:r>
              <a:rPr lang="en-US"/>
              <a:t>add text</a:t>
            </a:r>
          </a:p>
        </p:txBody>
      </p:sp>
      <p:sp>
        <p:nvSpPr>
          <p:cNvPr id="39" name="Text Placeholder 9">
            <a:extLst>
              <a:ext uri="{FF2B5EF4-FFF2-40B4-BE49-F238E27FC236}">
                <a16:creationId xmlns:a16="http://schemas.microsoft.com/office/drawing/2014/main" id="{0E587B93-6AC6-39BB-A46F-A0D54BC6ED7A}"/>
              </a:ext>
            </a:extLst>
          </p:cNvPr>
          <p:cNvSpPr>
            <a:spLocks noGrp="1"/>
          </p:cNvSpPr>
          <p:nvPr>
            <p:ph type="body" sz="quarter" idx="21" hasCustomPrompt="1"/>
          </p:nvPr>
        </p:nvSpPr>
        <p:spPr>
          <a:xfrm>
            <a:off x="1729851" y="708108"/>
            <a:ext cx="2146742" cy="236540"/>
          </a:xfrm>
          <a:noFill/>
        </p:spPr>
        <p:txBody>
          <a:bodyPr wrap="none" lIns="91440" rIns="91440" anchor="t">
            <a:spAutoFit/>
          </a:bodyPr>
          <a:lstStyle>
            <a:lvl1pPr marL="0" indent="0" algn="l">
              <a:lnSpc>
                <a:spcPct val="85000"/>
              </a:lnSpc>
              <a:buNone/>
              <a:tabLst/>
              <a:defRPr sz="1100" spc="300">
                <a:solidFill>
                  <a:schemeClr val="tx1"/>
                </a:solidFill>
                <a:latin typeface="Consolas" panose="020B0609020204030204" pitchFamily="49" charset="0"/>
                <a:cs typeface="Consolas" panose="020B0609020204030204" pitchFamily="49" charset="0"/>
              </a:defRPr>
            </a:lvl1pPr>
          </a:lstStyle>
          <a:p>
            <a:pPr lvl="0"/>
            <a:r>
              <a:rPr lang="en-US"/>
              <a:t>INDUSTRY/VERTICAL</a:t>
            </a:r>
          </a:p>
        </p:txBody>
      </p:sp>
      <p:sp>
        <p:nvSpPr>
          <p:cNvPr id="40" name="TextBox 39">
            <a:extLst>
              <a:ext uri="{FF2B5EF4-FFF2-40B4-BE49-F238E27FC236}">
                <a16:creationId xmlns:a16="http://schemas.microsoft.com/office/drawing/2014/main" id="{68ED478D-6C64-E372-09B0-1F6E8E69347B}"/>
              </a:ext>
            </a:extLst>
          </p:cNvPr>
          <p:cNvSpPr txBox="1"/>
          <p:nvPr userDrawn="1"/>
        </p:nvSpPr>
        <p:spPr>
          <a:xfrm>
            <a:off x="272615" y="691378"/>
            <a:ext cx="1656122" cy="261610"/>
          </a:xfrm>
          <a:prstGeom prst="rect">
            <a:avLst/>
          </a:prstGeom>
          <a:noFill/>
        </p:spPr>
        <p:txBody>
          <a:bodyPr wrap="square" lIns="91440" rIns="91440" rtlCol="0">
            <a:spAutoFit/>
          </a:bodyPr>
          <a:lstStyle/>
          <a:p>
            <a:r>
              <a:rPr lang="en-US" sz="1100" spc="300">
                <a:latin typeface="Consolas" panose="020B0609020204030204" pitchFamily="49" charset="0"/>
                <a:cs typeface="Consolas" panose="020B0609020204030204" pitchFamily="49" charset="0"/>
              </a:rPr>
              <a:t>CASE STUDY /</a:t>
            </a:r>
          </a:p>
        </p:txBody>
      </p:sp>
      <p:sp>
        <p:nvSpPr>
          <p:cNvPr id="42" name="Text Placeholder 13">
            <a:extLst>
              <a:ext uri="{FF2B5EF4-FFF2-40B4-BE49-F238E27FC236}">
                <a16:creationId xmlns:a16="http://schemas.microsoft.com/office/drawing/2014/main" id="{C89734E2-796E-5E5C-1FD8-B73783C3F3EF}"/>
              </a:ext>
            </a:extLst>
          </p:cNvPr>
          <p:cNvSpPr>
            <a:spLocks noGrp="1"/>
          </p:cNvSpPr>
          <p:nvPr>
            <p:ph type="body" sz="quarter" idx="40" hasCustomPrompt="1"/>
          </p:nvPr>
        </p:nvSpPr>
        <p:spPr>
          <a:xfrm>
            <a:off x="2246314" y="5195072"/>
            <a:ext cx="1633838" cy="244682"/>
          </a:xfrm>
        </p:spPr>
        <p:txBody>
          <a:bodyPr wrap="square" lIns="91440" rIns="91440" anchor="t">
            <a:spAutoFit/>
          </a:bodyPr>
          <a:lstStyle>
            <a:lvl1pPr marL="7938" indent="-7938" algn="l">
              <a:buNone/>
              <a:tabLst/>
              <a:defRPr sz="1100" b="0" i="0" spc="0">
                <a:solidFill>
                  <a:schemeClr val="tx1"/>
                </a:solidFill>
                <a:latin typeface="+mj-lt"/>
                <a:cs typeface="Consolas" panose="020B0609020204030204" pitchFamily="49" charset="0"/>
              </a:defRPr>
            </a:lvl1pPr>
          </a:lstStyle>
          <a:p>
            <a:pPr lvl="0"/>
            <a:r>
              <a:rPr lang="en-US"/>
              <a:t>add text</a:t>
            </a:r>
          </a:p>
        </p:txBody>
      </p:sp>
      <p:sp>
        <p:nvSpPr>
          <p:cNvPr id="43" name="Text Placeholder 13">
            <a:extLst>
              <a:ext uri="{FF2B5EF4-FFF2-40B4-BE49-F238E27FC236}">
                <a16:creationId xmlns:a16="http://schemas.microsoft.com/office/drawing/2014/main" id="{B8B85207-C578-1D1A-0160-06BC4063E2BF}"/>
              </a:ext>
            </a:extLst>
          </p:cNvPr>
          <p:cNvSpPr>
            <a:spLocks noGrp="1"/>
          </p:cNvSpPr>
          <p:nvPr>
            <p:ph type="body" sz="quarter" idx="41" hasCustomPrompt="1"/>
          </p:nvPr>
        </p:nvSpPr>
        <p:spPr>
          <a:xfrm>
            <a:off x="4107866" y="5208096"/>
            <a:ext cx="1633838" cy="244682"/>
          </a:xfrm>
        </p:spPr>
        <p:txBody>
          <a:bodyPr wrap="square" lIns="91440" rIns="91440" anchor="t">
            <a:spAutoFit/>
          </a:bodyPr>
          <a:lstStyle>
            <a:lvl1pPr marL="7938" indent="-7938" algn="l">
              <a:buNone/>
              <a:tabLst/>
              <a:defRPr sz="1100" b="0" i="0" spc="0">
                <a:solidFill>
                  <a:schemeClr val="tx1"/>
                </a:solidFill>
                <a:latin typeface="+mj-lt"/>
                <a:cs typeface="Consolas" panose="020B0609020204030204" pitchFamily="49" charset="0"/>
              </a:defRPr>
            </a:lvl1pPr>
          </a:lstStyle>
          <a:p>
            <a:pPr lvl="0"/>
            <a:r>
              <a:rPr lang="en-US"/>
              <a:t>add text</a:t>
            </a:r>
          </a:p>
        </p:txBody>
      </p:sp>
      <p:sp>
        <p:nvSpPr>
          <p:cNvPr id="44" name="TextBox 43">
            <a:extLst>
              <a:ext uri="{FF2B5EF4-FFF2-40B4-BE49-F238E27FC236}">
                <a16:creationId xmlns:a16="http://schemas.microsoft.com/office/drawing/2014/main" id="{544D1447-FAC7-EDCB-29DB-02CE71EA739F}"/>
              </a:ext>
            </a:extLst>
          </p:cNvPr>
          <p:cNvSpPr txBox="1"/>
          <p:nvPr userDrawn="1"/>
        </p:nvSpPr>
        <p:spPr>
          <a:xfrm>
            <a:off x="272615" y="1317953"/>
            <a:ext cx="2194663"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THE CHALLENGE</a:t>
            </a:r>
          </a:p>
        </p:txBody>
      </p:sp>
      <p:sp>
        <p:nvSpPr>
          <p:cNvPr id="45" name="TextBox 44">
            <a:extLst>
              <a:ext uri="{FF2B5EF4-FFF2-40B4-BE49-F238E27FC236}">
                <a16:creationId xmlns:a16="http://schemas.microsoft.com/office/drawing/2014/main" id="{5A72333E-E5C1-C38B-A976-90938641C54D}"/>
              </a:ext>
            </a:extLst>
          </p:cNvPr>
          <p:cNvSpPr txBox="1"/>
          <p:nvPr userDrawn="1"/>
        </p:nvSpPr>
        <p:spPr>
          <a:xfrm>
            <a:off x="272615" y="2833615"/>
            <a:ext cx="1663031"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OUR APPROACH</a:t>
            </a:r>
          </a:p>
        </p:txBody>
      </p:sp>
      <p:sp>
        <p:nvSpPr>
          <p:cNvPr id="46" name="TextBox 45">
            <a:extLst>
              <a:ext uri="{FF2B5EF4-FFF2-40B4-BE49-F238E27FC236}">
                <a16:creationId xmlns:a16="http://schemas.microsoft.com/office/drawing/2014/main" id="{26354044-32CA-94D1-8288-3AB6A265080B}"/>
              </a:ext>
            </a:extLst>
          </p:cNvPr>
          <p:cNvSpPr txBox="1"/>
          <p:nvPr userDrawn="1"/>
        </p:nvSpPr>
        <p:spPr>
          <a:xfrm>
            <a:off x="272615" y="4377201"/>
            <a:ext cx="1663031" cy="253916"/>
          </a:xfrm>
          <a:prstGeom prst="rect">
            <a:avLst/>
          </a:prstGeom>
          <a:noFill/>
        </p:spPr>
        <p:txBody>
          <a:bodyPr wrap="square" lIns="91440" rIns="91440" rtlCol="0">
            <a:spAutoFit/>
          </a:bodyPr>
          <a:lstStyle/>
          <a:p>
            <a:pPr algn="l"/>
            <a:r>
              <a:rPr lang="en-US" sz="1050" b="0" i="0" spc="300">
                <a:solidFill>
                  <a:schemeClr val="tx1"/>
                </a:solidFill>
                <a:latin typeface="Consolas" panose="020B0609020204030204" pitchFamily="49" charset="0"/>
                <a:cs typeface="Consolas" panose="020B0609020204030204" pitchFamily="49" charset="0"/>
              </a:rPr>
              <a:t>THE RESULTS</a:t>
            </a:r>
          </a:p>
        </p:txBody>
      </p:sp>
      <p:sp>
        <p:nvSpPr>
          <p:cNvPr id="3" name="Text Placeholder 13">
            <a:extLst>
              <a:ext uri="{FF2B5EF4-FFF2-40B4-BE49-F238E27FC236}">
                <a16:creationId xmlns:a16="http://schemas.microsoft.com/office/drawing/2014/main" id="{05BFABCD-9FC1-1ECE-3CCC-D69943E07F7B}"/>
              </a:ext>
            </a:extLst>
          </p:cNvPr>
          <p:cNvSpPr>
            <a:spLocks noGrp="1"/>
          </p:cNvSpPr>
          <p:nvPr>
            <p:ph type="body" sz="quarter" idx="42" hasCustomPrompt="1"/>
          </p:nvPr>
        </p:nvSpPr>
        <p:spPr>
          <a:xfrm>
            <a:off x="6457412" y="2315007"/>
            <a:ext cx="5265103" cy="959711"/>
          </a:xfrm>
        </p:spPr>
        <p:txBody>
          <a:bodyPr wrap="square" lIns="91440" rIns="91440" anchor="t">
            <a:noAutofit/>
          </a:bodyPr>
          <a:lstStyle>
            <a:lvl1pPr marL="7938" indent="-7938" algn="l">
              <a:buNone/>
              <a:tabLst/>
              <a:defRPr sz="1600">
                <a:solidFill>
                  <a:schemeClr val="tx1"/>
                </a:solidFill>
              </a:defRPr>
            </a:lvl1pPr>
          </a:lstStyle>
          <a:p>
            <a:pPr lvl="0"/>
            <a:r>
              <a:rPr lang="en-US"/>
              <a:t>Add client quote here.</a:t>
            </a:r>
          </a:p>
        </p:txBody>
      </p:sp>
    </p:spTree>
    <p:extLst>
      <p:ext uri="{BB962C8B-B14F-4D97-AF65-F5344CB8AC3E}">
        <p14:creationId xmlns:p14="http://schemas.microsoft.com/office/powerpoint/2010/main" val="38370721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estions?">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8FB970F-DECC-AFDB-EF04-7B31549F9E21}"/>
              </a:ext>
            </a:extLst>
          </p:cNvPr>
          <p:cNvPicPr>
            <a:picLocks noChangeAspect="1"/>
          </p:cNvPicPr>
          <p:nvPr userDrawn="1"/>
        </p:nvPicPr>
        <p:blipFill>
          <a:blip r:embed="rId2"/>
          <a:srcRect t="6710" b="25240"/>
          <a:stretch>
            <a:fillRect/>
          </a:stretch>
        </p:blipFill>
        <p:spPr>
          <a:xfrm>
            <a:off x="0" y="248357"/>
            <a:ext cx="12192000" cy="6609644"/>
          </a:xfrm>
          <a:prstGeom prst="rect">
            <a:avLst/>
          </a:prstGeom>
        </p:spPr>
      </p:pic>
      <p:sp>
        <p:nvSpPr>
          <p:cNvPr id="9" name="TextBox 8">
            <a:extLst>
              <a:ext uri="{FF2B5EF4-FFF2-40B4-BE49-F238E27FC236}">
                <a16:creationId xmlns:a16="http://schemas.microsoft.com/office/drawing/2014/main" id="{2A512994-1F79-164D-057F-4F24511EE478}"/>
              </a:ext>
            </a:extLst>
          </p:cNvPr>
          <p:cNvSpPr txBox="1"/>
          <p:nvPr userDrawn="1"/>
        </p:nvSpPr>
        <p:spPr>
          <a:xfrm>
            <a:off x="272616" y="6147978"/>
            <a:ext cx="5339645" cy="246221"/>
          </a:xfrm>
          <a:prstGeom prst="rect">
            <a:avLst/>
          </a:prstGeom>
          <a:noFill/>
        </p:spPr>
        <p:txBody>
          <a:bodyPr wrap="square" lIns="91440" rIns="91440" rtlCol="0">
            <a:spAutoFit/>
          </a:bodyPr>
          <a:lstStyle/>
          <a:p>
            <a:r>
              <a:rPr lang="en-US" sz="1000" b="0" i="0" spc="300">
                <a:solidFill>
                  <a:schemeClr val="accent3"/>
                </a:solidFill>
                <a:latin typeface="Consolas" panose="020B0609020204030204" pitchFamily="49" charset="0"/>
                <a:cs typeface="Consolas" panose="020B0609020204030204" pitchFamily="49" charset="0"/>
              </a:rPr>
              <a:t>@2026 ACXIOM LLC CONFIDENTIAL</a:t>
            </a:r>
          </a:p>
        </p:txBody>
      </p:sp>
      <p:sp>
        <p:nvSpPr>
          <p:cNvPr id="11" name="TextBox 10">
            <a:extLst>
              <a:ext uri="{FF2B5EF4-FFF2-40B4-BE49-F238E27FC236}">
                <a16:creationId xmlns:a16="http://schemas.microsoft.com/office/drawing/2014/main" id="{E2E55ED6-5AF5-39BD-F9D9-BC7DC28685B4}"/>
              </a:ext>
            </a:extLst>
          </p:cNvPr>
          <p:cNvSpPr txBox="1"/>
          <p:nvPr userDrawn="1"/>
        </p:nvSpPr>
        <p:spPr>
          <a:xfrm>
            <a:off x="8661833" y="6147978"/>
            <a:ext cx="3257551" cy="461665"/>
          </a:xfrm>
          <a:prstGeom prst="rect">
            <a:avLst/>
          </a:prstGeom>
          <a:noFill/>
        </p:spPr>
        <p:txBody>
          <a:bodyPr wrap="square" lIns="91440" rIns="91440" rtlCol="0">
            <a:spAutoFit/>
          </a:bodyPr>
          <a:lstStyle/>
          <a:p>
            <a:pPr algn="r"/>
            <a:r>
              <a:rPr lang="en-US" sz="1200" b="0" i="0" kern="1200">
                <a:solidFill>
                  <a:schemeClr val="accent3"/>
                </a:solidFill>
                <a:effectLst/>
                <a:latin typeface="+mn-lt"/>
                <a:ea typeface="+mn-ea"/>
                <a:cs typeface="+mn-cs"/>
              </a:rPr>
              <a:t>We put data to work — so brands can realize the greatest value from data and technology.</a:t>
            </a:r>
            <a:endParaRPr lang="en-US" sz="900">
              <a:solidFill>
                <a:schemeClr val="accent3"/>
              </a:solidFill>
            </a:endParaRPr>
          </a:p>
        </p:txBody>
      </p:sp>
      <p:sp>
        <p:nvSpPr>
          <p:cNvPr id="13" name="TextBox 12">
            <a:extLst>
              <a:ext uri="{FF2B5EF4-FFF2-40B4-BE49-F238E27FC236}">
                <a16:creationId xmlns:a16="http://schemas.microsoft.com/office/drawing/2014/main" id="{94C7F916-A0BA-0A11-ABA3-F064B1B14C9C}"/>
              </a:ext>
            </a:extLst>
          </p:cNvPr>
          <p:cNvSpPr txBox="1"/>
          <p:nvPr userDrawn="1"/>
        </p:nvSpPr>
        <p:spPr>
          <a:xfrm>
            <a:off x="271272" y="6332644"/>
            <a:ext cx="3605993" cy="276999"/>
          </a:xfrm>
          <a:prstGeom prst="rect">
            <a:avLst/>
          </a:prstGeom>
          <a:noFill/>
        </p:spPr>
        <p:txBody>
          <a:bodyPr wrap="square" lIns="91440" rIns="91440" rtlCol="0">
            <a:spAutoFit/>
          </a:bodyPr>
          <a:lstStyle/>
          <a:p>
            <a:pPr algn="l"/>
            <a:r>
              <a:rPr lang="en-US" sz="1200" b="0" i="0" kern="1200" err="1">
                <a:solidFill>
                  <a:schemeClr val="accent3"/>
                </a:solidFill>
                <a:effectLst/>
                <a:latin typeface="+mn-lt"/>
                <a:ea typeface="+mn-ea"/>
                <a:cs typeface="+mn-cs"/>
              </a:rPr>
              <a:t>acxiom.com</a:t>
            </a:r>
            <a:endParaRPr lang="en-US" sz="900">
              <a:solidFill>
                <a:schemeClr val="accent3"/>
              </a:solidFill>
            </a:endParaRPr>
          </a:p>
        </p:txBody>
      </p:sp>
      <p:sp>
        <p:nvSpPr>
          <p:cNvPr id="16" name="Rectangle 15">
            <a:extLst>
              <a:ext uri="{FF2B5EF4-FFF2-40B4-BE49-F238E27FC236}">
                <a16:creationId xmlns:a16="http://schemas.microsoft.com/office/drawing/2014/main" id="{4AA155F2-6317-3910-000A-258E171218BD}"/>
              </a:ext>
            </a:extLst>
          </p:cNvPr>
          <p:cNvSpPr/>
          <p:nvPr userDrawn="1"/>
        </p:nvSpPr>
        <p:spPr>
          <a:xfrm rot="5400000">
            <a:off x="6086856" y="219081"/>
            <a:ext cx="18288" cy="116494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5" name="TextBox 4">
            <a:extLst>
              <a:ext uri="{FF2B5EF4-FFF2-40B4-BE49-F238E27FC236}">
                <a16:creationId xmlns:a16="http://schemas.microsoft.com/office/drawing/2014/main" id="{34251E6C-7E3C-5542-B6D3-E26BAE996657}"/>
              </a:ext>
            </a:extLst>
          </p:cNvPr>
          <p:cNvSpPr txBox="1"/>
          <p:nvPr userDrawn="1"/>
        </p:nvSpPr>
        <p:spPr>
          <a:xfrm>
            <a:off x="239985" y="4900137"/>
            <a:ext cx="5856015" cy="1107996"/>
          </a:xfrm>
          <a:prstGeom prst="rect">
            <a:avLst/>
          </a:prstGeom>
          <a:noFill/>
        </p:spPr>
        <p:txBody>
          <a:bodyPr wrap="square" rtlCol="0">
            <a:spAutoFit/>
          </a:bodyPr>
          <a:lstStyle/>
          <a:p>
            <a:r>
              <a:rPr lang="en-US" sz="6600">
                <a:solidFill>
                  <a:schemeClr val="accent3"/>
                </a:solidFill>
              </a:rPr>
              <a:t>Questions?</a:t>
            </a:r>
          </a:p>
        </p:txBody>
      </p:sp>
    </p:spTree>
    <p:extLst>
      <p:ext uri="{BB962C8B-B14F-4D97-AF65-F5344CB8AC3E}">
        <p14:creationId xmlns:p14="http://schemas.microsoft.com/office/powerpoint/2010/main" val="17124403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8FB970F-DECC-AFDB-EF04-7B31549F9E21}"/>
              </a:ext>
            </a:extLst>
          </p:cNvPr>
          <p:cNvPicPr>
            <a:picLocks noChangeAspect="1"/>
          </p:cNvPicPr>
          <p:nvPr userDrawn="1"/>
        </p:nvPicPr>
        <p:blipFill>
          <a:blip r:embed="rId2"/>
          <a:srcRect t="6710" b="25240"/>
          <a:stretch>
            <a:fillRect/>
          </a:stretch>
        </p:blipFill>
        <p:spPr>
          <a:xfrm>
            <a:off x="0" y="248357"/>
            <a:ext cx="12192000" cy="6609644"/>
          </a:xfrm>
          <a:prstGeom prst="rect">
            <a:avLst/>
          </a:prstGeom>
        </p:spPr>
      </p:pic>
      <p:sp>
        <p:nvSpPr>
          <p:cNvPr id="9" name="TextBox 8">
            <a:extLst>
              <a:ext uri="{FF2B5EF4-FFF2-40B4-BE49-F238E27FC236}">
                <a16:creationId xmlns:a16="http://schemas.microsoft.com/office/drawing/2014/main" id="{2A512994-1F79-164D-057F-4F24511EE478}"/>
              </a:ext>
            </a:extLst>
          </p:cNvPr>
          <p:cNvSpPr txBox="1"/>
          <p:nvPr userDrawn="1"/>
        </p:nvSpPr>
        <p:spPr>
          <a:xfrm>
            <a:off x="272616" y="6147978"/>
            <a:ext cx="5339645" cy="246221"/>
          </a:xfrm>
          <a:prstGeom prst="rect">
            <a:avLst/>
          </a:prstGeom>
          <a:noFill/>
        </p:spPr>
        <p:txBody>
          <a:bodyPr wrap="square" lIns="91440" rIns="91440" rtlCol="0">
            <a:spAutoFit/>
          </a:bodyPr>
          <a:lstStyle/>
          <a:p>
            <a:r>
              <a:rPr lang="en-US" sz="1000" b="0" i="0" spc="300">
                <a:solidFill>
                  <a:schemeClr val="accent3"/>
                </a:solidFill>
                <a:latin typeface="Consolas" panose="020B0609020204030204" pitchFamily="49" charset="0"/>
                <a:cs typeface="Consolas" panose="020B0609020204030204" pitchFamily="49" charset="0"/>
              </a:rPr>
              <a:t>@2026 ACXIOM LLC CONFIDENTIAL</a:t>
            </a:r>
          </a:p>
        </p:txBody>
      </p:sp>
      <p:sp>
        <p:nvSpPr>
          <p:cNvPr id="11" name="TextBox 10">
            <a:extLst>
              <a:ext uri="{FF2B5EF4-FFF2-40B4-BE49-F238E27FC236}">
                <a16:creationId xmlns:a16="http://schemas.microsoft.com/office/drawing/2014/main" id="{E2E55ED6-5AF5-39BD-F9D9-BC7DC28685B4}"/>
              </a:ext>
            </a:extLst>
          </p:cNvPr>
          <p:cNvSpPr txBox="1"/>
          <p:nvPr userDrawn="1"/>
        </p:nvSpPr>
        <p:spPr>
          <a:xfrm>
            <a:off x="8661833" y="6147978"/>
            <a:ext cx="3257551" cy="461665"/>
          </a:xfrm>
          <a:prstGeom prst="rect">
            <a:avLst/>
          </a:prstGeom>
          <a:noFill/>
        </p:spPr>
        <p:txBody>
          <a:bodyPr wrap="square" lIns="91440" rIns="91440" rtlCol="0">
            <a:spAutoFit/>
          </a:bodyPr>
          <a:lstStyle/>
          <a:p>
            <a:pPr algn="r"/>
            <a:r>
              <a:rPr lang="en-US" sz="1200" b="0" i="0" kern="1200">
                <a:solidFill>
                  <a:schemeClr val="accent3"/>
                </a:solidFill>
                <a:effectLst/>
                <a:latin typeface="+mn-lt"/>
                <a:ea typeface="+mn-ea"/>
                <a:cs typeface="+mn-cs"/>
              </a:rPr>
              <a:t>We put data to work — so brands can realize the greatest value from data and technology.</a:t>
            </a:r>
            <a:endParaRPr lang="en-US" sz="900">
              <a:solidFill>
                <a:schemeClr val="accent3"/>
              </a:solidFill>
            </a:endParaRPr>
          </a:p>
        </p:txBody>
      </p:sp>
      <p:sp>
        <p:nvSpPr>
          <p:cNvPr id="13" name="TextBox 12">
            <a:extLst>
              <a:ext uri="{FF2B5EF4-FFF2-40B4-BE49-F238E27FC236}">
                <a16:creationId xmlns:a16="http://schemas.microsoft.com/office/drawing/2014/main" id="{94C7F916-A0BA-0A11-ABA3-F064B1B14C9C}"/>
              </a:ext>
            </a:extLst>
          </p:cNvPr>
          <p:cNvSpPr txBox="1"/>
          <p:nvPr userDrawn="1"/>
        </p:nvSpPr>
        <p:spPr>
          <a:xfrm>
            <a:off x="271272" y="6332644"/>
            <a:ext cx="3605993" cy="276999"/>
          </a:xfrm>
          <a:prstGeom prst="rect">
            <a:avLst/>
          </a:prstGeom>
          <a:noFill/>
        </p:spPr>
        <p:txBody>
          <a:bodyPr wrap="square" lIns="91440" rIns="91440" rtlCol="0">
            <a:spAutoFit/>
          </a:bodyPr>
          <a:lstStyle/>
          <a:p>
            <a:pPr algn="l"/>
            <a:r>
              <a:rPr lang="en-US" sz="1200" b="0" i="0" kern="1200" err="1">
                <a:solidFill>
                  <a:schemeClr val="accent3"/>
                </a:solidFill>
                <a:effectLst/>
                <a:latin typeface="+mn-lt"/>
                <a:ea typeface="+mn-ea"/>
                <a:cs typeface="+mn-cs"/>
              </a:rPr>
              <a:t>acxiom.com</a:t>
            </a:r>
            <a:endParaRPr lang="en-US" sz="900">
              <a:solidFill>
                <a:schemeClr val="accent3"/>
              </a:solidFill>
            </a:endParaRPr>
          </a:p>
        </p:txBody>
      </p:sp>
      <p:sp>
        <p:nvSpPr>
          <p:cNvPr id="16" name="Rectangle 15">
            <a:extLst>
              <a:ext uri="{FF2B5EF4-FFF2-40B4-BE49-F238E27FC236}">
                <a16:creationId xmlns:a16="http://schemas.microsoft.com/office/drawing/2014/main" id="{4AA155F2-6317-3910-000A-258E171218BD}"/>
              </a:ext>
            </a:extLst>
          </p:cNvPr>
          <p:cNvSpPr/>
          <p:nvPr userDrawn="1"/>
        </p:nvSpPr>
        <p:spPr>
          <a:xfrm rot="5400000">
            <a:off x="6086856" y="219081"/>
            <a:ext cx="18288" cy="116494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5" name="TextBox 4">
            <a:extLst>
              <a:ext uri="{FF2B5EF4-FFF2-40B4-BE49-F238E27FC236}">
                <a16:creationId xmlns:a16="http://schemas.microsoft.com/office/drawing/2014/main" id="{34251E6C-7E3C-5542-B6D3-E26BAE996657}"/>
              </a:ext>
            </a:extLst>
          </p:cNvPr>
          <p:cNvSpPr txBox="1"/>
          <p:nvPr userDrawn="1"/>
        </p:nvSpPr>
        <p:spPr>
          <a:xfrm>
            <a:off x="239985" y="4900137"/>
            <a:ext cx="5856015" cy="1107996"/>
          </a:xfrm>
          <a:prstGeom prst="rect">
            <a:avLst/>
          </a:prstGeom>
          <a:noFill/>
        </p:spPr>
        <p:txBody>
          <a:bodyPr wrap="square" rtlCol="0">
            <a:spAutoFit/>
          </a:bodyPr>
          <a:lstStyle/>
          <a:p>
            <a:r>
              <a:rPr lang="en-US" sz="6600">
                <a:solidFill>
                  <a:schemeClr val="accent3"/>
                </a:solidFill>
              </a:rPr>
              <a:t>Thank you.</a:t>
            </a:r>
          </a:p>
        </p:txBody>
      </p:sp>
    </p:spTree>
    <p:extLst>
      <p:ext uri="{BB962C8B-B14F-4D97-AF65-F5344CB8AC3E}">
        <p14:creationId xmlns:p14="http://schemas.microsoft.com/office/powerpoint/2010/main" val="29864664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ogo slid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8FB970F-DECC-AFDB-EF04-7B31549F9E21}"/>
              </a:ext>
            </a:extLst>
          </p:cNvPr>
          <p:cNvPicPr>
            <a:picLocks noChangeAspect="1"/>
          </p:cNvPicPr>
          <p:nvPr userDrawn="1"/>
        </p:nvPicPr>
        <p:blipFill>
          <a:blip r:embed="rId2"/>
          <a:srcRect t="6710" b="25240"/>
          <a:stretch>
            <a:fillRect/>
          </a:stretch>
        </p:blipFill>
        <p:spPr>
          <a:xfrm>
            <a:off x="0" y="248357"/>
            <a:ext cx="12192000" cy="6609644"/>
          </a:xfrm>
          <a:prstGeom prst="rect">
            <a:avLst/>
          </a:prstGeom>
        </p:spPr>
      </p:pic>
      <p:pic>
        <p:nvPicPr>
          <p:cNvPr id="3" name="Picture 2">
            <a:extLst>
              <a:ext uri="{FF2B5EF4-FFF2-40B4-BE49-F238E27FC236}">
                <a16:creationId xmlns:a16="http://schemas.microsoft.com/office/drawing/2014/main" id="{F42AE8DD-B724-DAA6-3C4A-CCF62C523E31}"/>
              </a:ext>
            </a:extLst>
          </p:cNvPr>
          <p:cNvPicPr>
            <a:picLocks noChangeAspect="1"/>
          </p:cNvPicPr>
          <p:nvPr userDrawn="1"/>
        </p:nvPicPr>
        <p:blipFill>
          <a:blip r:embed="rId3"/>
          <a:srcRect/>
          <a:stretch/>
        </p:blipFill>
        <p:spPr>
          <a:xfrm>
            <a:off x="391885" y="3822894"/>
            <a:ext cx="11425465" cy="1815969"/>
          </a:xfrm>
          <a:prstGeom prst="rect">
            <a:avLst/>
          </a:prstGeom>
        </p:spPr>
      </p:pic>
      <p:sp>
        <p:nvSpPr>
          <p:cNvPr id="9" name="TextBox 8">
            <a:extLst>
              <a:ext uri="{FF2B5EF4-FFF2-40B4-BE49-F238E27FC236}">
                <a16:creationId xmlns:a16="http://schemas.microsoft.com/office/drawing/2014/main" id="{2A512994-1F79-164D-057F-4F24511EE478}"/>
              </a:ext>
            </a:extLst>
          </p:cNvPr>
          <p:cNvSpPr txBox="1"/>
          <p:nvPr userDrawn="1"/>
        </p:nvSpPr>
        <p:spPr>
          <a:xfrm>
            <a:off x="272616" y="6147978"/>
            <a:ext cx="5339645" cy="246221"/>
          </a:xfrm>
          <a:prstGeom prst="rect">
            <a:avLst/>
          </a:prstGeom>
          <a:noFill/>
        </p:spPr>
        <p:txBody>
          <a:bodyPr wrap="square" lIns="91440" rIns="91440" rtlCol="0">
            <a:spAutoFit/>
          </a:bodyPr>
          <a:lstStyle/>
          <a:p>
            <a:r>
              <a:rPr lang="en-US" sz="1000" b="0" i="0" spc="300">
                <a:solidFill>
                  <a:schemeClr val="accent3"/>
                </a:solidFill>
                <a:latin typeface="Consolas" panose="020B0609020204030204" pitchFamily="49" charset="0"/>
                <a:cs typeface="Consolas" panose="020B0609020204030204" pitchFamily="49" charset="0"/>
              </a:rPr>
              <a:t>©2026 ACXIOM LLC CONFIDENTIAL</a:t>
            </a:r>
          </a:p>
        </p:txBody>
      </p:sp>
      <p:sp>
        <p:nvSpPr>
          <p:cNvPr id="11" name="TextBox 10">
            <a:extLst>
              <a:ext uri="{FF2B5EF4-FFF2-40B4-BE49-F238E27FC236}">
                <a16:creationId xmlns:a16="http://schemas.microsoft.com/office/drawing/2014/main" id="{E2E55ED6-5AF5-39BD-F9D9-BC7DC28685B4}"/>
              </a:ext>
            </a:extLst>
          </p:cNvPr>
          <p:cNvSpPr txBox="1"/>
          <p:nvPr userDrawn="1"/>
        </p:nvSpPr>
        <p:spPr>
          <a:xfrm>
            <a:off x="8661833" y="6147978"/>
            <a:ext cx="3257551" cy="461665"/>
          </a:xfrm>
          <a:prstGeom prst="rect">
            <a:avLst/>
          </a:prstGeom>
          <a:noFill/>
        </p:spPr>
        <p:txBody>
          <a:bodyPr wrap="square" lIns="91440" rIns="91440" rtlCol="0">
            <a:spAutoFit/>
          </a:bodyPr>
          <a:lstStyle/>
          <a:p>
            <a:pPr algn="r"/>
            <a:r>
              <a:rPr lang="en-US" sz="1200" b="0" i="0" kern="1200">
                <a:solidFill>
                  <a:schemeClr val="accent3"/>
                </a:solidFill>
                <a:effectLst/>
                <a:latin typeface="+mn-lt"/>
                <a:ea typeface="+mn-ea"/>
                <a:cs typeface="+mn-cs"/>
              </a:rPr>
              <a:t>We put data to work — so brands can realize the greatest value from data and technology.</a:t>
            </a:r>
            <a:endParaRPr lang="en-US" sz="900">
              <a:solidFill>
                <a:schemeClr val="accent3"/>
              </a:solidFill>
            </a:endParaRPr>
          </a:p>
        </p:txBody>
      </p:sp>
      <p:sp>
        <p:nvSpPr>
          <p:cNvPr id="13" name="TextBox 12">
            <a:extLst>
              <a:ext uri="{FF2B5EF4-FFF2-40B4-BE49-F238E27FC236}">
                <a16:creationId xmlns:a16="http://schemas.microsoft.com/office/drawing/2014/main" id="{94C7F916-A0BA-0A11-ABA3-F064B1B14C9C}"/>
              </a:ext>
            </a:extLst>
          </p:cNvPr>
          <p:cNvSpPr txBox="1"/>
          <p:nvPr userDrawn="1"/>
        </p:nvSpPr>
        <p:spPr>
          <a:xfrm>
            <a:off x="271272" y="6332644"/>
            <a:ext cx="3605993" cy="276999"/>
          </a:xfrm>
          <a:prstGeom prst="rect">
            <a:avLst/>
          </a:prstGeom>
          <a:noFill/>
        </p:spPr>
        <p:txBody>
          <a:bodyPr wrap="square" lIns="91440" rIns="91440" rtlCol="0">
            <a:spAutoFit/>
          </a:bodyPr>
          <a:lstStyle/>
          <a:p>
            <a:pPr algn="l"/>
            <a:r>
              <a:rPr lang="en-US" sz="1200" b="0" i="0" kern="1200" err="1">
                <a:solidFill>
                  <a:schemeClr val="accent3"/>
                </a:solidFill>
                <a:effectLst/>
                <a:latin typeface="+mn-lt"/>
                <a:ea typeface="+mn-ea"/>
                <a:cs typeface="+mn-cs"/>
              </a:rPr>
              <a:t>acxiom.com</a:t>
            </a:r>
            <a:endParaRPr lang="en-US" sz="900">
              <a:solidFill>
                <a:schemeClr val="accent3"/>
              </a:solidFill>
            </a:endParaRPr>
          </a:p>
        </p:txBody>
      </p:sp>
      <p:sp>
        <p:nvSpPr>
          <p:cNvPr id="16" name="Rectangle 15">
            <a:extLst>
              <a:ext uri="{FF2B5EF4-FFF2-40B4-BE49-F238E27FC236}">
                <a16:creationId xmlns:a16="http://schemas.microsoft.com/office/drawing/2014/main" id="{4AA155F2-6317-3910-000A-258E171218BD}"/>
              </a:ext>
            </a:extLst>
          </p:cNvPr>
          <p:cNvSpPr/>
          <p:nvPr userDrawn="1"/>
        </p:nvSpPr>
        <p:spPr>
          <a:xfrm rot="5400000">
            <a:off x="6086856" y="219081"/>
            <a:ext cx="18288" cy="116494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Tree>
    <p:extLst>
      <p:ext uri="{BB962C8B-B14F-4D97-AF65-F5344CB8AC3E}">
        <p14:creationId xmlns:p14="http://schemas.microsoft.com/office/powerpoint/2010/main" val="21545335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3.sv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microsoft.com/office/2007/relationships/hdphoto" Target="../media/hdphoto1.wdp"/><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72618" y="1054359"/>
            <a:ext cx="11344933" cy="5041642"/>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10538D2-680D-B3DC-908E-32145763A931}"/>
              </a:ext>
            </a:extLst>
          </p:cNvPr>
          <p:cNvPicPr>
            <a:picLocks noChangeAspect="1"/>
          </p:cNvPicPr>
          <p:nvPr userDrawn="1"/>
        </p:nvPicPr>
        <p:blipFill>
          <a:blip r:embed="rId50">
            <a:extLst>
              <a:ext uri="{BEBA8EAE-BF5A-486C-A8C5-ECC9F3942E4B}">
                <a14:imgProps xmlns:a14="http://schemas.microsoft.com/office/drawing/2010/main">
                  <a14:imgLayer r:embed="rId51">
                    <a14:imgEffect>
                      <a14:brightnessContrast bright="-100000"/>
                    </a14:imgEffect>
                  </a14:imgLayer>
                </a14:imgProps>
              </a:ext>
            </a:extLst>
          </a:blip>
          <a:srcRect/>
          <a:stretch/>
        </p:blipFill>
        <p:spPr>
          <a:xfrm>
            <a:off x="10859344" y="6461278"/>
            <a:ext cx="958006" cy="152098"/>
          </a:xfrm>
          <a:prstGeom prst="rect">
            <a:avLst/>
          </a:prstGeom>
        </p:spPr>
      </p:pic>
      <p:sp>
        <p:nvSpPr>
          <p:cNvPr id="2" name="TextBox 1">
            <a:extLst>
              <a:ext uri="{FF2B5EF4-FFF2-40B4-BE49-F238E27FC236}">
                <a16:creationId xmlns:a16="http://schemas.microsoft.com/office/drawing/2014/main" id="{780FB785-7774-FB22-6F3A-1A9847C90F9E}"/>
              </a:ext>
            </a:extLst>
          </p:cNvPr>
          <p:cNvSpPr txBox="1"/>
          <p:nvPr userDrawn="1"/>
        </p:nvSpPr>
        <p:spPr>
          <a:xfrm>
            <a:off x="242128" y="6434002"/>
            <a:ext cx="429768" cy="246221"/>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4FE2628-5050-1B4F-BFFD-C2ECCB734F00}" type="slidenum">
              <a:rPr lang="en-US" sz="1000" smtClean="0">
                <a:solidFill>
                  <a:schemeClr val="tx1">
                    <a:alpha val="30000"/>
                  </a:schemeClr>
                </a:solidFill>
                <a:latin typeface="Consolas" panose="020B0609020204030204" pitchFamily="49" charset="0"/>
                <a:cs typeface="Consolas" panose="020B0609020204030204" pitchFamily="49"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400">
              <a:solidFill>
                <a:schemeClr val="tx1">
                  <a:alpha val="30000"/>
                </a:schemeClr>
              </a:solidFill>
              <a:latin typeface="Consolas" panose="020B0609020204030204" pitchFamily="49" charset="0"/>
              <a:cs typeface="Consolas" panose="020B0609020204030204" pitchFamily="49" charset="0"/>
            </a:endParaRPr>
          </a:p>
        </p:txBody>
      </p:sp>
      <p:sp>
        <p:nvSpPr>
          <p:cNvPr id="5" name="TextBox 4">
            <a:extLst>
              <a:ext uri="{FF2B5EF4-FFF2-40B4-BE49-F238E27FC236}">
                <a16:creationId xmlns:a16="http://schemas.microsoft.com/office/drawing/2014/main" id="{F9C37075-5AE9-6B3E-AE54-4A7BCBB32C35}"/>
              </a:ext>
            </a:extLst>
          </p:cNvPr>
          <p:cNvSpPr txBox="1"/>
          <p:nvPr userDrawn="1"/>
        </p:nvSpPr>
        <p:spPr>
          <a:xfrm>
            <a:off x="526205" y="6449258"/>
            <a:ext cx="1831476" cy="230832"/>
          </a:xfrm>
          <a:prstGeom prst="rect">
            <a:avLst/>
          </a:prstGeom>
          <a:noFill/>
        </p:spPr>
        <p:txBody>
          <a:bodyPr wrap="square">
            <a:spAutoFit/>
          </a:bodyPr>
          <a:lstStyle/>
          <a:p>
            <a:pPr algn="l"/>
            <a:r>
              <a:rPr lang="en-US" sz="900">
                <a:solidFill>
                  <a:schemeClr val="tx1">
                    <a:alpha val="30000"/>
                  </a:schemeClr>
                </a:solidFill>
              </a:rPr>
              <a:t>| © 2026 Acxiom LLC Confidential</a:t>
            </a:r>
          </a:p>
        </p:txBody>
      </p:sp>
    </p:spTree>
    <p:extLst>
      <p:ext uri="{BB962C8B-B14F-4D97-AF65-F5344CB8AC3E}">
        <p14:creationId xmlns:p14="http://schemas.microsoft.com/office/powerpoint/2010/main" val="240667404"/>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 id="2147483799" r:id="rId18"/>
    <p:sldLayoutId id="2147483800" r:id="rId19"/>
    <p:sldLayoutId id="2147483801" r:id="rId20"/>
    <p:sldLayoutId id="2147483802" r:id="rId21"/>
    <p:sldLayoutId id="2147483803" r:id="rId22"/>
    <p:sldLayoutId id="2147483804" r:id="rId23"/>
    <p:sldLayoutId id="2147483805" r:id="rId24"/>
    <p:sldLayoutId id="2147483806" r:id="rId25"/>
    <p:sldLayoutId id="2147483807" r:id="rId26"/>
    <p:sldLayoutId id="2147483808" r:id="rId27"/>
    <p:sldLayoutId id="2147483809" r:id="rId28"/>
    <p:sldLayoutId id="2147483810" r:id="rId29"/>
    <p:sldLayoutId id="2147483811" r:id="rId30"/>
    <p:sldLayoutId id="2147483812" r:id="rId31"/>
    <p:sldLayoutId id="2147483813" r:id="rId32"/>
    <p:sldLayoutId id="2147483814" r:id="rId33"/>
    <p:sldLayoutId id="2147483815" r:id="rId34"/>
    <p:sldLayoutId id="2147483816" r:id="rId35"/>
    <p:sldLayoutId id="2147483817" r:id="rId36"/>
    <p:sldLayoutId id="2147483818" r:id="rId37"/>
    <p:sldLayoutId id="2147483819" r:id="rId38"/>
    <p:sldLayoutId id="2147483820" r:id="rId39"/>
    <p:sldLayoutId id="2147483821" r:id="rId40"/>
    <p:sldLayoutId id="2147483822" r:id="rId41"/>
    <p:sldLayoutId id="2147483835" r:id="rId42"/>
    <p:sldLayoutId id="2147483823" r:id="rId43"/>
    <p:sldLayoutId id="2147483824" r:id="rId44"/>
    <p:sldLayoutId id="2147483825" r:id="rId45"/>
    <p:sldLayoutId id="2147483826" r:id="rId46"/>
    <p:sldLayoutId id="2147483827" r:id="rId47"/>
    <p:sldLayoutId id="2147483828" r:id="rId48"/>
  </p:sldLayoutIdLst>
  <mc:AlternateContent xmlns:mc="http://schemas.openxmlformats.org/markup-compatibility/2006">
    <mc:Choice xmlns:p14="http://schemas.microsoft.com/office/powerpoint/2010/main" Requires="p14">
      <p:transition p14:dur="250">
        <p:fade/>
      </p:transition>
    </mc:Choice>
    <mc:Fallback>
      <p:transition>
        <p:fade/>
      </p:transition>
    </mc:Fallback>
  </mc:AlternateContent>
  <p:hf hdr="0" dt="0"/>
  <p:txStyles>
    <p:titleStyle>
      <a:lvl1pPr algn="l" defTabSz="914400" rtl="0" eaLnBrk="1" latinLnBrk="0" hangingPunct="1">
        <a:lnSpc>
          <a:spcPct val="90000"/>
        </a:lnSpc>
        <a:spcBef>
          <a:spcPct val="0"/>
        </a:spcBef>
        <a:buNone/>
        <a:defRPr sz="2800" b="1" kern="1200">
          <a:solidFill>
            <a:schemeClr val="tx1"/>
          </a:solidFill>
          <a:latin typeface="Tw Cen MT" panose="020B0602020104020603" pitchFamily="34" charset="77"/>
          <a:ea typeface="+mj-ea"/>
          <a:cs typeface="+mj-cs"/>
        </a:defRPr>
      </a:lvl1pPr>
    </p:titleStyle>
    <p:bodyStyle>
      <a:lvl1pPr marL="0" indent="0" algn="l" defTabSz="914400" rtl="0" eaLnBrk="1" latinLnBrk="0" hangingPunct="1">
        <a:lnSpc>
          <a:spcPct val="90000"/>
        </a:lnSpc>
        <a:spcBef>
          <a:spcPts val="1000"/>
        </a:spcBef>
        <a:buClr>
          <a:schemeClr val="tx1"/>
        </a:buClr>
        <a:buFont typeface="Arial" panose="020B0604020202020204" pitchFamily="34" charset="0"/>
        <a:buNone/>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52">
            <a:extLst>
              <a:ext uri="{96DAC541-7B7A-43D3-8B79-37D633B846F1}">
                <asvg:svgBlip xmlns:asvg="http://schemas.microsoft.com/office/drawing/2016/SVG/main" r:embed="rId5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52">
            <a:extLst>
              <a:ext uri="{96DAC541-7B7A-43D3-8B79-37D633B846F1}">
                <asvg:svgBlip xmlns:asvg="http://schemas.microsoft.com/office/drawing/2016/SVG/main" r:embed="rId5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52">
            <a:extLst>
              <a:ext uri="{96DAC541-7B7A-43D3-8B79-37D633B846F1}">
                <asvg:svgBlip xmlns:asvg="http://schemas.microsoft.com/office/drawing/2016/SVG/main" r:embed="rId5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52">
            <a:extLst>
              <a:ext uri="{96DAC541-7B7A-43D3-8B79-37D633B846F1}">
                <asvg:svgBlip xmlns:asvg="http://schemas.microsoft.com/office/drawing/2016/SVG/main" r:embed="rId5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9.xml"/><Relationship Id="rId5" Type="http://schemas.openxmlformats.org/officeDocument/2006/relationships/image" Target="../media/image44.emf"/><Relationship Id="rId4" Type="http://schemas.openxmlformats.org/officeDocument/2006/relationships/image" Target="../media/image43.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61.png"/><Relationship Id="rId26" Type="http://schemas.openxmlformats.org/officeDocument/2006/relationships/image" Target="../media/image69.png"/><Relationship Id="rId39" Type="http://schemas.openxmlformats.org/officeDocument/2006/relationships/image" Target="../media/image82.png"/><Relationship Id="rId21" Type="http://schemas.openxmlformats.org/officeDocument/2006/relationships/image" Target="../media/image64.png"/><Relationship Id="rId34" Type="http://schemas.openxmlformats.org/officeDocument/2006/relationships/image" Target="../media/image77.png"/><Relationship Id="rId42" Type="http://schemas.openxmlformats.org/officeDocument/2006/relationships/image" Target="../media/image85.png"/><Relationship Id="rId47" Type="http://schemas.openxmlformats.org/officeDocument/2006/relationships/image" Target="../media/image90.png"/><Relationship Id="rId50" Type="http://schemas.openxmlformats.org/officeDocument/2006/relationships/image" Target="../media/image93.png"/><Relationship Id="rId55" Type="http://schemas.openxmlformats.org/officeDocument/2006/relationships/image" Target="../media/image98.png"/><Relationship Id="rId7" Type="http://schemas.openxmlformats.org/officeDocument/2006/relationships/image" Target="../media/image50.png"/><Relationship Id="rId2" Type="http://schemas.openxmlformats.org/officeDocument/2006/relationships/image" Target="../media/image45.png"/><Relationship Id="rId16" Type="http://schemas.openxmlformats.org/officeDocument/2006/relationships/image" Target="../media/image59.png"/><Relationship Id="rId29" Type="http://schemas.openxmlformats.org/officeDocument/2006/relationships/image" Target="../media/image72.png"/><Relationship Id="rId11" Type="http://schemas.openxmlformats.org/officeDocument/2006/relationships/image" Target="../media/image54.png"/><Relationship Id="rId24" Type="http://schemas.openxmlformats.org/officeDocument/2006/relationships/image" Target="../media/image67.png"/><Relationship Id="rId32" Type="http://schemas.openxmlformats.org/officeDocument/2006/relationships/image" Target="../media/image75.png"/><Relationship Id="rId37" Type="http://schemas.openxmlformats.org/officeDocument/2006/relationships/image" Target="../media/image80.png"/><Relationship Id="rId40" Type="http://schemas.openxmlformats.org/officeDocument/2006/relationships/image" Target="../media/image83.png"/><Relationship Id="rId45" Type="http://schemas.openxmlformats.org/officeDocument/2006/relationships/image" Target="../media/image88.png"/><Relationship Id="rId53" Type="http://schemas.openxmlformats.org/officeDocument/2006/relationships/image" Target="../media/image96.png"/><Relationship Id="rId58" Type="http://schemas.openxmlformats.org/officeDocument/2006/relationships/image" Target="../media/image101.png"/><Relationship Id="rId5" Type="http://schemas.openxmlformats.org/officeDocument/2006/relationships/image" Target="../media/image48.png"/><Relationship Id="rId61" Type="http://schemas.openxmlformats.org/officeDocument/2006/relationships/image" Target="../media/image104.png"/><Relationship Id="rId19" Type="http://schemas.openxmlformats.org/officeDocument/2006/relationships/image" Target="../media/image62.png"/><Relationship Id="rId14" Type="http://schemas.openxmlformats.org/officeDocument/2006/relationships/image" Target="../media/image57.png"/><Relationship Id="rId22" Type="http://schemas.openxmlformats.org/officeDocument/2006/relationships/image" Target="../media/image65.png"/><Relationship Id="rId27" Type="http://schemas.openxmlformats.org/officeDocument/2006/relationships/image" Target="../media/image70.png"/><Relationship Id="rId30" Type="http://schemas.openxmlformats.org/officeDocument/2006/relationships/image" Target="../media/image73.png"/><Relationship Id="rId35" Type="http://schemas.openxmlformats.org/officeDocument/2006/relationships/image" Target="../media/image78.png"/><Relationship Id="rId43" Type="http://schemas.openxmlformats.org/officeDocument/2006/relationships/image" Target="../media/image86.png"/><Relationship Id="rId48" Type="http://schemas.openxmlformats.org/officeDocument/2006/relationships/image" Target="../media/image91.png"/><Relationship Id="rId56" Type="http://schemas.openxmlformats.org/officeDocument/2006/relationships/image" Target="../media/image99.png"/><Relationship Id="rId8" Type="http://schemas.openxmlformats.org/officeDocument/2006/relationships/image" Target="../media/image51.png"/><Relationship Id="rId51" Type="http://schemas.openxmlformats.org/officeDocument/2006/relationships/image" Target="../media/image94.png"/><Relationship Id="rId3" Type="http://schemas.openxmlformats.org/officeDocument/2006/relationships/image" Target="../media/image46.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8.png"/><Relationship Id="rId33" Type="http://schemas.openxmlformats.org/officeDocument/2006/relationships/image" Target="../media/image76.png"/><Relationship Id="rId38" Type="http://schemas.openxmlformats.org/officeDocument/2006/relationships/image" Target="../media/image81.png"/><Relationship Id="rId46" Type="http://schemas.openxmlformats.org/officeDocument/2006/relationships/image" Target="../media/image89.png"/><Relationship Id="rId59" Type="http://schemas.openxmlformats.org/officeDocument/2006/relationships/image" Target="../media/image102.png"/><Relationship Id="rId20" Type="http://schemas.openxmlformats.org/officeDocument/2006/relationships/image" Target="../media/image63.png"/><Relationship Id="rId41" Type="http://schemas.openxmlformats.org/officeDocument/2006/relationships/image" Target="../media/image84.png"/><Relationship Id="rId54" Type="http://schemas.openxmlformats.org/officeDocument/2006/relationships/image" Target="../media/image97.png"/><Relationship Id="rId1" Type="http://schemas.openxmlformats.org/officeDocument/2006/relationships/slideLayout" Target="../slideLayouts/slideLayout31.xml"/><Relationship Id="rId6" Type="http://schemas.openxmlformats.org/officeDocument/2006/relationships/image" Target="../media/image49.png"/><Relationship Id="rId15" Type="http://schemas.openxmlformats.org/officeDocument/2006/relationships/image" Target="../media/image58.png"/><Relationship Id="rId23" Type="http://schemas.openxmlformats.org/officeDocument/2006/relationships/image" Target="../media/image66.png"/><Relationship Id="rId28" Type="http://schemas.openxmlformats.org/officeDocument/2006/relationships/image" Target="../media/image71.png"/><Relationship Id="rId36" Type="http://schemas.openxmlformats.org/officeDocument/2006/relationships/image" Target="../media/image79.png"/><Relationship Id="rId49" Type="http://schemas.openxmlformats.org/officeDocument/2006/relationships/image" Target="../media/image92.png"/><Relationship Id="rId57" Type="http://schemas.openxmlformats.org/officeDocument/2006/relationships/image" Target="../media/image100.png"/><Relationship Id="rId10" Type="http://schemas.openxmlformats.org/officeDocument/2006/relationships/image" Target="../media/image53.png"/><Relationship Id="rId31" Type="http://schemas.openxmlformats.org/officeDocument/2006/relationships/image" Target="../media/image74.png"/><Relationship Id="rId44" Type="http://schemas.openxmlformats.org/officeDocument/2006/relationships/image" Target="../media/image87.png"/><Relationship Id="rId52" Type="http://schemas.openxmlformats.org/officeDocument/2006/relationships/image" Target="../media/image95.png"/><Relationship Id="rId60" Type="http://schemas.openxmlformats.org/officeDocument/2006/relationships/image" Target="../media/image103.png"/><Relationship Id="rId4" Type="http://schemas.openxmlformats.org/officeDocument/2006/relationships/image" Target="../media/image47.png"/><Relationship Id="rId9" Type="http://schemas.openxmlformats.org/officeDocument/2006/relationships/image" Target="../media/image52.png"/></Relationships>
</file>

<file path=ppt/slides/_rels/slide7.xml.rels><?xml version="1.0" encoding="UTF-8" standalone="yes"?>
<Relationships xmlns="http://schemas.openxmlformats.org/package/2006/relationships"><Relationship Id="rId26" Type="http://schemas.openxmlformats.org/officeDocument/2006/relationships/image" Target="../media/image117.png"/><Relationship Id="rId117" Type="http://schemas.microsoft.com/office/2007/relationships/hdphoto" Target="../media/hdphoto63.wdp"/><Relationship Id="rId21" Type="http://schemas.microsoft.com/office/2007/relationships/hdphoto" Target="../media/hdphoto15.wdp"/><Relationship Id="rId42" Type="http://schemas.openxmlformats.org/officeDocument/2006/relationships/image" Target="../media/image125.png"/><Relationship Id="rId47" Type="http://schemas.microsoft.com/office/2007/relationships/hdphoto" Target="../media/hdphoto28.wdp"/><Relationship Id="rId63" Type="http://schemas.microsoft.com/office/2007/relationships/hdphoto" Target="../media/hdphoto36.wdp"/><Relationship Id="rId68" Type="http://schemas.openxmlformats.org/officeDocument/2006/relationships/image" Target="../media/image138.png"/><Relationship Id="rId84" Type="http://schemas.openxmlformats.org/officeDocument/2006/relationships/image" Target="../media/image146.png"/><Relationship Id="rId89" Type="http://schemas.microsoft.com/office/2007/relationships/hdphoto" Target="../media/hdphoto49.wdp"/><Relationship Id="rId112" Type="http://schemas.openxmlformats.org/officeDocument/2006/relationships/image" Target="../media/image160.png"/><Relationship Id="rId16" Type="http://schemas.openxmlformats.org/officeDocument/2006/relationships/image" Target="../media/image112.png"/><Relationship Id="rId107" Type="http://schemas.microsoft.com/office/2007/relationships/hdphoto" Target="../media/hdphoto58.wdp"/><Relationship Id="rId11" Type="http://schemas.microsoft.com/office/2007/relationships/hdphoto" Target="../media/hdphoto10.wdp"/><Relationship Id="rId32" Type="http://schemas.openxmlformats.org/officeDocument/2006/relationships/image" Target="../media/image120.png"/><Relationship Id="rId37" Type="http://schemas.microsoft.com/office/2007/relationships/hdphoto" Target="../media/hdphoto23.wdp"/><Relationship Id="rId53" Type="http://schemas.microsoft.com/office/2007/relationships/hdphoto" Target="../media/hdphoto31.wdp"/><Relationship Id="rId58" Type="http://schemas.openxmlformats.org/officeDocument/2006/relationships/image" Target="../media/image133.png"/><Relationship Id="rId74" Type="http://schemas.openxmlformats.org/officeDocument/2006/relationships/image" Target="../media/image141.png"/><Relationship Id="rId79" Type="http://schemas.microsoft.com/office/2007/relationships/hdphoto" Target="../media/hdphoto44.wdp"/><Relationship Id="rId102" Type="http://schemas.openxmlformats.org/officeDocument/2006/relationships/image" Target="../media/image155.png"/><Relationship Id="rId5" Type="http://schemas.microsoft.com/office/2007/relationships/hdphoto" Target="../media/hdphoto7.wdp"/><Relationship Id="rId90" Type="http://schemas.openxmlformats.org/officeDocument/2006/relationships/image" Target="../media/image149.png"/><Relationship Id="rId95" Type="http://schemas.microsoft.com/office/2007/relationships/hdphoto" Target="../media/hdphoto52.wdp"/><Relationship Id="rId22" Type="http://schemas.openxmlformats.org/officeDocument/2006/relationships/image" Target="../media/image115.png"/><Relationship Id="rId27" Type="http://schemas.microsoft.com/office/2007/relationships/hdphoto" Target="../media/hdphoto18.wdp"/><Relationship Id="rId43" Type="http://schemas.microsoft.com/office/2007/relationships/hdphoto" Target="../media/hdphoto26.wdp"/><Relationship Id="rId48" Type="http://schemas.openxmlformats.org/officeDocument/2006/relationships/image" Target="../media/image128.png"/><Relationship Id="rId64" Type="http://schemas.openxmlformats.org/officeDocument/2006/relationships/image" Target="../media/image136.png"/><Relationship Id="rId69" Type="http://schemas.microsoft.com/office/2007/relationships/hdphoto" Target="../media/hdphoto39.wdp"/><Relationship Id="rId113" Type="http://schemas.microsoft.com/office/2007/relationships/hdphoto" Target="../media/hdphoto61.wdp"/><Relationship Id="rId118" Type="http://schemas.openxmlformats.org/officeDocument/2006/relationships/image" Target="../media/image163.png"/><Relationship Id="rId80" Type="http://schemas.openxmlformats.org/officeDocument/2006/relationships/image" Target="../media/image144.png"/><Relationship Id="rId85" Type="http://schemas.microsoft.com/office/2007/relationships/hdphoto" Target="../media/hdphoto47.wdp"/><Relationship Id="rId12" Type="http://schemas.openxmlformats.org/officeDocument/2006/relationships/image" Target="../media/image110.png"/><Relationship Id="rId17" Type="http://schemas.microsoft.com/office/2007/relationships/hdphoto" Target="../media/hdphoto13.wdp"/><Relationship Id="rId33" Type="http://schemas.microsoft.com/office/2007/relationships/hdphoto" Target="../media/hdphoto21.wdp"/><Relationship Id="rId38" Type="http://schemas.openxmlformats.org/officeDocument/2006/relationships/image" Target="../media/image123.png"/><Relationship Id="rId59" Type="http://schemas.microsoft.com/office/2007/relationships/hdphoto" Target="../media/hdphoto34.wdp"/><Relationship Id="rId103" Type="http://schemas.microsoft.com/office/2007/relationships/hdphoto" Target="../media/hdphoto56.wdp"/><Relationship Id="rId108" Type="http://schemas.openxmlformats.org/officeDocument/2006/relationships/image" Target="../media/image158.png"/><Relationship Id="rId54" Type="http://schemas.openxmlformats.org/officeDocument/2006/relationships/image" Target="../media/image131.png"/><Relationship Id="rId70" Type="http://schemas.openxmlformats.org/officeDocument/2006/relationships/image" Target="../media/image139.png"/><Relationship Id="rId75" Type="http://schemas.microsoft.com/office/2007/relationships/hdphoto" Target="../media/hdphoto42.wdp"/><Relationship Id="rId91" Type="http://schemas.microsoft.com/office/2007/relationships/hdphoto" Target="../media/hdphoto50.wdp"/><Relationship Id="rId96" Type="http://schemas.openxmlformats.org/officeDocument/2006/relationships/image" Target="../media/image152.png"/><Relationship Id="rId1" Type="http://schemas.openxmlformats.org/officeDocument/2006/relationships/slideLayout" Target="../slideLayouts/slideLayout29.xml"/><Relationship Id="rId6" Type="http://schemas.openxmlformats.org/officeDocument/2006/relationships/image" Target="../media/image107.png"/><Relationship Id="rId23" Type="http://schemas.microsoft.com/office/2007/relationships/hdphoto" Target="../media/hdphoto16.wdp"/><Relationship Id="rId28" Type="http://schemas.openxmlformats.org/officeDocument/2006/relationships/image" Target="../media/image118.png"/><Relationship Id="rId49" Type="http://schemas.microsoft.com/office/2007/relationships/hdphoto" Target="../media/hdphoto29.wdp"/><Relationship Id="rId114" Type="http://schemas.openxmlformats.org/officeDocument/2006/relationships/image" Target="../media/image161.png"/><Relationship Id="rId119" Type="http://schemas.microsoft.com/office/2007/relationships/hdphoto" Target="../media/hdphoto64.wdp"/><Relationship Id="rId44" Type="http://schemas.openxmlformats.org/officeDocument/2006/relationships/image" Target="../media/image126.png"/><Relationship Id="rId60" Type="http://schemas.openxmlformats.org/officeDocument/2006/relationships/image" Target="../media/image134.png"/><Relationship Id="rId65" Type="http://schemas.microsoft.com/office/2007/relationships/hdphoto" Target="../media/hdphoto37.wdp"/><Relationship Id="rId81" Type="http://schemas.microsoft.com/office/2007/relationships/hdphoto" Target="../media/hdphoto45.wdp"/><Relationship Id="rId86" Type="http://schemas.openxmlformats.org/officeDocument/2006/relationships/image" Target="../media/image147.png"/><Relationship Id="rId4" Type="http://schemas.openxmlformats.org/officeDocument/2006/relationships/image" Target="../media/image106.png"/><Relationship Id="rId9" Type="http://schemas.microsoft.com/office/2007/relationships/hdphoto" Target="../media/hdphoto9.wdp"/><Relationship Id="rId13" Type="http://schemas.microsoft.com/office/2007/relationships/hdphoto" Target="../media/hdphoto11.wdp"/><Relationship Id="rId18" Type="http://schemas.openxmlformats.org/officeDocument/2006/relationships/image" Target="../media/image113.png"/><Relationship Id="rId39" Type="http://schemas.microsoft.com/office/2007/relationships/hdphoto" Target="../media/hdphoto24.wdp"/><Relationship Id="rId109" Type="http://schemas.microsoft.com/office/2007/relationships/hdphoto" Target="../media/hdphoto59.wdp"/><Relationship Id="rId34" Type="http://schemas.openxmlformats.org/officeDocument/2006/relationships/image" Target="../media/image121.png"/><Relationship Id="rId50" Type="http://schemas.openxmlformats.org/officeDocument/2006/relationships/image" Target="../media/image129.png"/><Relationship Id="rId55" Type="http://schemas.microsoft.com/office/2007/relationships/hdphoto" Target="../media/hdphoto32.wdp"/><Relationship Id="rId76" Type="http://schemas.openxmlformats.org/officeDocument/2006/relationships/image" Target="../media/image142.png"/><Relationship Id="rId97" Type="http://schemas.microsoft.com/office/2007/relationships/hdphoto" Target="../media/hdphoto53.wdp"/><Relationship Id="rId104" Type="http://schemas.openxmlformats.org/officeDocument/2006/relationships/image" Target="../media/image156.png"/><Relationship Id="rId120" Type="http://schemas.openxmlformats.org/officeDocument/2006/relationships/image" Target="../media/image164.png"/><Relationship Id="rId7" Type="http://schemas.microsoft.com/office/2007/relationships/hdphoto" Target="../media/hdphoto8.wdp"/><Relationship Id="rId71" Type="http://schemas.microsoft.com/office/2007/relationships/hdphoto" Target="../media/hdphoto40.wdp"/><Relationship Id="rId92" Type="http://schemas.openxmlformats.org/officeDocument/2006/relationships/image" Target="../media/image150.png"/><Relationship Id="rId2" Type="http://schemas.openxmlformats.org/officeDocument/2006/relationships/image" Target="../media/image105.png"/><Relationship Id="rId29" Type="http://schemas.microsoft.com/office/2007/relationships/hdphoto" Target="../media/hdphoto19.wdp"/><Relationship Id="rId24" Type="http://schemas.openxmlformats.org/officeDocument/2006/relationships/image" Target="../media/image116.png"/><Relationship Id="rId40" Type="http://schemas.openxmlformats.org/officeDocument/2006/relationships/image" Target="../media/image124.png"/><Relationship Id="rId45" Type="http://schemas.microsoft.com/office/2007/relationships/hdphoto" Target="../media/hdphoto27.wdp"/><Relationship Id="rId66" Type="http://schemas.openxmlformats.org/officeDocument/2006/relationships/image" Target="../media/image137.png"/><Relationship Id="rId87" Type="http://schemas.microsoft.com/office/2007/relationships/hdphoto" Target="../media/hdphoto48.wdp"/><Relationship Id="rId110" Type="http://schemas.openxmlformats.org/officeDocument/2006/relationships/image" Target="../media/image159.png"/><Relationship Id="rId115" Type="http://schemas.microsoft.com/office/2007/relationships/hdphoto" Target="../media/hdphoto62.wdp"/><Relationship Id="rId61" Type="http://schemas.microsoft.com/office/2007/relationships/hdphoto" Target="../media/hdphoto35.wdp"/><Relationship Id="rId82" Type="http://schemas.openxmlformats.org/officeDocument/2006/relationships/image" Target="../media/image145.png"/><Relationship Id="rId19" Type="http://schemas.microsoft.com/office/2007/relationships/hdphoto" Target="../media/hdphoto14.wdp"/><Relationship Id="rId14" Type="http://schemas.openxmlformats.org/officeDocument/2006/relationships/image" Target="../media/image111.png"/><Relationship Id="rId30" Type="http://schemas.openxmlformats.org/officeDocument/2006/relationships/image" Target="../media/image119.png"/><Relationship Id="rId35" Type="http://schemas.microsoft.com/office/2007/relationships/hdphoto" Target="../media/hdphoto22.wdp"/><Relationship Id="rId56" Type="http://schemas.openxmlformats.org/officeDocument/2006/relationships/image" Target="../media/image132.png"/><Relationship Id="rId77" Type="http://schemas.microsoft.com/office/2007/relationships/hdphoto" Target="../media/hdphoto43.wdp"/><Relationship Id="rId100" Type="http://schemas.openxmlformats.org/officeDocument/2006/relationships/image" Target="../media/image154.png"/><Relationship Id="rId105" Type="http://schemas.microsoft.com/office/2007/relationships/hdphoto" Target="../media/hdphoto57.wdp"/><Relationship Id="rId8" Type="http://schemas.openxmlformats.org/officeDocument/2006/relationships/image" Target="../media/image108.png"/><Relationship Id="rId51" Type="http://schemas.microsoft.com/office/2007/relationships/hdphoto" Target="../media/hdphoto30.wdp"/><Relationship Id="rId72" Type="http://schemas.openxmlformats.org/officeDocument/2006/relationships/image" Target="../media/image140.png"/><Relationship Id="rId93" Type="http://schemas.microsoft.com/office/2007/relationships/hdphoto" Target="../media/hdphoto51.wdp"/><Relationship Id="rId98" Type="http://schemas.openxmlformats.org/officeDocument/2006/relationships/image" Target="../media/image153.png"/><Relationship Id="rId121" Type="http://schemas.microsoft.com/office/2007/relationships/hdphoto" Target="../media/hdphoto65.wdp"/><Relationship Id="rId3" Type="http://schemas.microsoft.com/office/2007/relationships/hdphoto" Target="../media/hdphoto6.wdp"/><Relationship Id="rId25" Type="http://schemas.microsoft.com/office/2007/relationships/hdphoto" Target="../media/hdphoto17.wdp"/><Relationship Id="rId46" Type="http://schemas.openxmlformats.org/officeDocument/2006/relationships/image" Target="../media/image127.png"/><Relationship Id="rId67" Type="http://schemas.microsoft.com/office/2007/relationships/hdphoto" Target="../media/hdphoto38.wdp"/><Relationship Id="rId116" Type="http://schemas.openxmlformats.org/officeDocument/2006/relationships/image" Target="../media/image162.png"/><Relationship Id="rId20" Type="http://schemas.openxmlformats.org/officeDocument/2006/relationships/image" Target="../media/image114.png"/><Relationship Id="rId41" Type="http://schemas.microsoft.com/office/2007/relationships/hdphoto" Target="../media/hdphoto25.wdp"/><Relationship Id="rId62" Type="http://schemas.openxmlformats.org/officeDocument/2006/relationships/image" Target="../media/image135.png"/><Relationship Id="rId83" Type="http://schemas.microsoft.com/office/2007/relationships/hdphoto" Target="../media/hdphoto46.wdp"/><Relationship Id="rId88" Type="http://schemas.openxmlformats.org/officeDocument/2006/relationships/image" Target="../media/image148.png"/><Relationship Id="rId111" Type="http://schemas.microsoft.com/office/2007/relationships/hdphoto" Target="../media/hdphoto60.wdp"/><Relationship Id="rId15" Type="http://schemas.microsoft.com/office/2007/relationships/hdphoto" Target="../media/hdphoto12.wdp"/><Relationship Id="rId36" Type="http://schemas.openxmlformats.org/officeDocument/2006/relationships/image" Target="../media/image122.png"/><Relationship Id="rId57" Type="http://schemas.microsoft.com/office/2007/relationships/hdphoto" Target="../media/hdphoto33.wdp"/><Relationship Id="rId106" Type="http://schemas.openxmlformats.org/officeDocument/2006/relationships/image" Target="../media/image157.png"/><Relationship Id="rId10" Type="http://schemas.openxmlformats.org/officeDocument/2006/relationships/image" Target="../media/image109.png"/><Relationship Id="rId31" Type="http://schemas.microsoft.com/office/2007/relationships/hdphoto" Target="../media/hdphoto20.wdp"/><Relationship Id="rId52" Type="http://schemas.openxmlformats.org/officeDocument/2006/relationships/image" Target="../media/image130.png"/><Relationship Id="rId73" Type="http://schemas.microsoft.com/office/2007/relationships/hdphoto" Target="../media/hdphoto41.wdp"/><Relationship Id="rId78" Type="http://schemas.openxmlformats.org/officeDocument/2006/relationships/image" Target="../media/image143.png"/><Relationship Id="rId94" Type="http://schemas.openxmlformats.org/officeDocument/2006/relationships/image" Target="../media/image151.png"/><Relationship Id="rId99" Type="http://schemas.microsoft.com/office/2007/relationships/hdphoto" Target="../media/hdphoto54.wdp"/><Relationship Id="rId101" Type="http://schemas.microsoft.com/office/2007/relationships/hdphoto" Target="../media/hdphoto55.wdp"/></Relationships>
</file>

<file path=ppt/slides/_rels/slide8.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18" Type="http://schemas.openxmlformats.org/officeDocument/2006/relationships/image" Target="../media/image181.png"/><Relationship Id="rId3" Type="http://schemas.openxmlformats.org/officeDocument/2006/relationships/image" Target="../media/image166.png"/><Relationship Id="rId7" Type="http://schemas.openxmlformats.org/officeDocument/2006/relationships/image" Target="../media/image170.png"/><Relationship Id="rId12" Type="http://schemas.openxmlformats.org/officeDocument/2006/relationships/image" Target="../media/image175.png"/><Relationship Id="rId17" Type="http://schemas.openxmlformats.org/officeDocument/2006/relationships/image" Target="../media/image180.png"/><Relationship Id="rId2" Type="http://schemas.openxmlformats.org/officeDocument/2006/relationships/image" Target="../media/image165.png"/><Relationship Id="rId16" Type="http://schemas.openxmlformats.org/officeDocument/2006/relationships/image" Target="../media/image179.png"/><Relationship Id="rId20" Type="http://schemas.openxmlformats.org/officeDocument/2006/relationships/image" Target="../media/image183.png"/><Relationship Id="rId1" Type="http://schemas.openxmlformats.org/officeDocument/2006/relationships/slideLayout" Target="../slideLayouts/slideLayout31.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5" Type="http://schemas.openxmlformats.org/officeDocument/2006/relationships/image" Target="../media/image178.png"/><Relationship Id="rId10" Type="http://schemas.openxmlformats.org/officeDocument/2006/relationships/image" Target="../media/image173.png"/><Relationship Id="rId19" Type="http://schemas.openxmlformats.org/officeDocument/2006/relationships/image" Target="../media/image182.png"/><Relationship Id="rId4" Type="http://schemas.openxmlformats.org/officeDocument/2006/relationships/image" Target="../media/image167.png"/><Relationship Id="rId9" Type="http://schemas.openxmlformats.org/officeDocument/2006/relationships/image" Target="../media/image172.png"/><Relationship Id="rId14" Type="http://schemas.openxmlformats.org/officeDocument/2006/relationships/image" Target="../media/image177.png"/></Relationships>
</file>

<file path=ppt/slides/_rels/slide9.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18" Type="http://schemas.openxmlformats.org/officeDocument/2006/relationships/image" Target="../media/image181.png"/><Relationship Id="rId3" Type="http://schemas.openxmlformats.org/officeDocument/2006/relationships/image" Target="../media/image166.png"/><Relationship Id="rId7" Type="http://schemas.openxmlformats.org/officeDocument/2006/relationships/image" Target="../media/image170.png"/><Relationship Id="rId12" Type="http://schemas.openxmlformats.org/officeDocument/2006/relationships/image" Target="../media/image175.png"/><Relationship Id="rId17" Type="http://schemas.openxmlformats.org/officeDocument/2006/relationships/image" Target="../media/image180.png"/><Relationship Id="rId2" Type="http://schemas.openxmlformats.org/officeDocument/2006/relationships/image" Target="../media/image165.png"/><Relationship Id="rId16" Type="http://schemas.openxmlformats.org/officeDocument/2006/relationships/image" Target="../media/image179.png"/><Relationship Id="rId20" Type="http://schemas.openxmlformats.org/officeDocument/2006/relationships/image" Target="../media/image183.png"/><Relationship Id="rId1" Type="http://schemas.openxmlformats.org/officeDocument/2006/relationships/slideLayout" Target="../slideLayouts/slideLayout29.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5" Type="http://schemas.openxmlformats.org/officeDocument/2006/relationships/image" Target="../media/image178.png"/><Relationship Id="rId10" Type="http://schemas.openxmlformats.org/officeDocument/2006/relationships/image" Target="../media/image173.png"/><Relationship Id="rId19" Type="http://schemas.openxmlformats.org/officeDocument/2006/relationships/image" Target="../media/image182.png"/><Relationship Id="rId4" Type="http://schemas.openxmlformats.org/officeDocument/2006/relationships/image" Target="../media/image167.png"/><Relationship Id="rId9" Type="http://schemas.openxmlformats.org/officeDocument/2006/relationships/image" Target="../media/image172.png"/><Relationship Id="rId14" Type="http://schemas.openxmlformats.org/officeDocument/2006/relationships/image" Target="../media/image177.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185.emf"/><Relationship Id="rId2" Type="http://schemas.openxmlformats.org/officeDocument/2006/relationships/image" Target="../media/image184.emf"/><Relationship Id="rId1" Type="http://schemas.openxmlformats.org/officeDocument/2006/relationships/slideLayout" Target="../slideLayouts/slideLayout41.xml"/><Relationship Id="rId4" Type="http://schemas.openxmlformats.org/officeDocument/2006/relationships/image" Target="../media/image186.emf"/></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2.xml"/><Relationship Id="rId5" Type="http://schemas.openxmlformats.org/officeDocument/2006/relationships/image" Target="../media/image187.png"/><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1219D4-8923-9C47-BABC-D36D68C195F1}"/>
              </a:ext>
            </a:extLst>
          </p:cNvPr>
          <p:cNvSpPr>
            <a:spLocks noGrp="1"/>
          </p:cNvSpPr>
          <p:nvPr>
            <p:ph type="body" sz="quarter" idx="10"/>
          </p:nvPr>
        </p:nvSpPr>
        <p:spPr/>
        <p:txBody>
          <a:bodyPr/>
          <a:lstStyle/>
          <a:p>
            <a:r>
              <a:rPr lang="en-US"/>
              <a:t>VERSION 1.0</a:t>
            </a:r>
          </a:p>
        </p:txBody>
      </p:sp>
      <p:sp>
        <p:nvSpPr>
          <p:cNvPr id="3" name="Title 2">
            <a:extLst>
              <a:ext uri="{FF2B5EF4-FFF2-40B4-BE49-F238E27FC236}">
                <a16:creationId xmlns:a16="http://schemas.microsoft.com/office/drawing/2014/main" id="{30D27039-1862-5A44-BE77-EB49799FEF75}"/>
              </a:ext>
            </a:extLst>
          </p:cNvPr>
          <p:cNvSpPr>
            <a:spLocks noGrp="1"/>
          </p:cNvSpPr>
          <p:nvPr>
            <p:ph type="ctrTitle"/>
          </p:nvPr>
        </p:nvSpPr>
        <p:spPr/>
        <p:txBody>
          <a:bodyPr/>
          <a:lstStyle/>
          <a:p>
            <a:r>
              <a:rPr lang="en-US"/>
              <a:t>Master Template</a:t>
            </a:r>
          </a:p>
        </p:txBody>
      </p:sp>
      <p:sp>
        <p:nvSpPr>
          <p:cNvPr id="4" name="Text Placeholder 3">
            <a:extLst>
              <a:ext uri="{FF2B5EF4-FFF2-40B4-BE49-F238E27FC236}">
                <a16:creationId xmlns:a16="http://schemas.microsoft.com/office/drawing/2014/main" id="{B3F7A035-9391-F120-E586-365A7E4B89F3}"/>
              </a:ext>
            </a:extLst>
          </p:cNvPr>
          <p:cNvSpPr>
            <a:spLocks noGrp="1"/>
          </p:cNvSpPr>
          <p:nvPr>
            <p:ph type="body" sz="quarter" idx="12"/>
          </p:nvPr>
        </p:nvSpPr>
        <p:spPr>
          <a:xfrm>
            <a:off x="684906" y="6202998"/>
            <a:ext cx="1569660" cy="244682"/>
          </a:xfrm>
        </p:spPr>
        <p:txBody>
          <a:bodyPr/>
          <a:lstStyle/>
          <a:p>
            <a:r>
              <a:rPr lang="en-US"/>
              <a:t>JANUARY 2026</a:t>
            </a:r>
          </a:p>
        </p:txBody>
      </p:sp>
    </p:spTree>
    <p:extLst>
      <p:ext uri="{BB962C8B-B14F-4D97-AF65-F5344CB8AC3E}">
        <p14:creationId xmlns:p14="http://schemas.microsoft.com/office/powerpoint/2010/main" val="45764045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A712B-44F9-D06C-3BB0-16F2C715A985}"/>
              </a:ext>
            </a:extLst>
          </p:cNvPr>
          <p:cNvSpPr>
            <a:spLocks noGrp="1"/>
          </p:cNvSpPr>
          <p:nvPr>
            <p:ph type="ctrTitle"/>
          </p:nvPr>
        </p:nvSpPr>
        <p:spPr/>
        <p:txBody>
          <a:bodyPr/>
          <a:lstStyle/>
          <a:p>
            <a:r>
              <a:rPr lang="en-US"/>
              <a:t>Our template just </a:t>
            </a:r>
            <a:br>
              <a:rPr lang="en-US"/>
            </a:br>
            <a:r>
              <a:rPr lang="en-US"/>
              <a:t>leveled up.</a:t>
            </a:r>
          </a:p>
        </p:txBody>
      </p:sp>
      <p:sp>
        <p:nvSpPr>
          <p:cNvPr id="6" name="Text Placeholder 5">
            <a:extLst>
              <a:ext uri="{FF2B5EF4-FFF2-40B4-BE49-F238E27FC236}">
                <a16:creationId xmlns:a16="http://schemas.microsoft.com/office/drawing/2014/main" id="{5F8ECE81-2C28-6D83-1FA8-640A1F77AA2F}"/>
              </a:ext>
            </a:extLst>
          </p:cNvPr>
          <p:cNvSpPr>
            <a:spLocks noGrp="1"/>
          </p:cNvSpPr>
          <p:nvPr>
            <p:ph type="body" sz="quarter" idx="16"/>
          </p:nvPr>
        </p:nvSpPr>
        <p:spPr>
          <a:xfrm>
            <a:off x="684906" y="431114"/>
            <a:ext cx="2446824" cy="244682"/>
          </a:xfrm>
        </p:spPr>
        <p:txBody>
          <a:bodyPr/>
          <a:lstStyle/>
          <a:p>
            <a:r>
              <a:rPr lang="en-US"/>
              <a:t>MASTER TEMPLATE 2026</a:t>
            </a:r>
          </a:p>
        </p:txBody>
      </p:sp>
    </p:spTree>
    <p:extLst>
      <p:ext uri="{BB962C8B-B14F-4D97-AF65-F5344CB8AC3E}">
        <p14:creationId xmlns:p14="http://schemas.microsoft.com/office/powerpoint/2010/main" val="206397066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D76594-D87E-3CC1-11E4-D435356EC8A9}"/>
              </a:ext>
            </a:extLst>
          </p:cNvPr>
          <p:cNvSpPr>
            <a:spLocks noGrp="1"/>
          </p:cNvSpPr>
          <p:nvPr>
            <p:ph type="ctrTitle"/>
          </p:nvPr>
        </p:nvSpPr>
        <p:spPr>
          <a:prstGeom prst="rect">
            <a:avLst/>
          </a:prstGeom>
        </p:spPr>
        <p:txBody>
          <a:bodyPr/>
          <a:lstStyle/>
          <a:p>
            <a:r>
              <a:rPr lang="en-US"/>
              <a:t>Where we’re headed</a:t>
            </a:r>
          </a:p>
        </p:txBody>
      </p:sp>
      <p:sp>
        <p:nvSpPr>
          <p:cNvPr id="25" name="Text Placeholder 9">
            <a:extLst>
              <a:ext uri="{FF2B5EF4-FFF2-40B4-BE49-F238E27FC236}">
                <a16:creationId xmlns:a16="http://schemas.microsoft.com/office/drawing/2014/main" id="{00A43581-300C-8F74-CB58-945AAD09472D}"/>
              </a:ext>
            </a:extLst>
          </p:cNvPr>
          <p:cNvSpPr txBox="1">
            <a:spLocks/>
          </p:cNvSpPr>
          <p:nvPr/>
        </p:nvSpPr>
        <p:spPr>
          <a:xfrm>
            <a:off x="272618" y="2320234"/>
            <a:ext cx="4980218" cy="2421337"/>
          </a:xfrm>
          <a:prstGeom prst="rect">
            <a:avLst/>
          </a:prstGeom>
        </p:spPr>
        <p:txBody>
          <a:bodyPr vert="horz" wrap="square" lIns="91440" tIns="45720" rIns="91440" bIns="45720" rtlCol="0" anchor="t">
            <a:noAutofit/>
          </a:bodyPr>
          <a:lstStyle>
            <a:lvl1pPr marL="9525" indent="-9525" algn="l" defTabSz="914400" rtl="0" eaLnBrk="1" latinLnBrk="0" hangingPunct="1">
              <a:lnSpc>
                <a:spcPct val="90000"/>
              </a:lnSpc>
              <a:spcBef>
                <a:spcPts val="1000"/>
              </a:spcBef>
              <a:buClr>
                <a:schemeClr val="tx1"/>
              </a:buClr>
              <a:buFont typeface="Arial" panose="020B0604020202020204" pitchFamily="34" charset="0"/>
              <a:buNone/>
              <a:tabLst/>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We’ve been working in the background on a new web experience—an iteration, not a rethink—to ensure a consistent Acxiom experience across every touchpoint. </a:t>
            </a:r>
            <a:br>
              <a:rPr lang="en-US"/>
            </a:br>
            <a:br>
              <a:rPr lang="en-US"/>
            </a:br>
            <a:r>
              <a:rPr lang="en-US"/>
              <a:t>The template is a new expression; the brand core remains the same. Built to align with the Omnicom Media story for one consistent client journey. This template reflects that thinking and our improved direction.</a:t>
            </a:r>
            <a:br>
              <a:rPr lang="en-US"/>
            </a:br>
            <a:br>
              <a:rPr lang="en-US"/>
            </a:br>
            <a:r>
              <a:rPr lang="en-US"/>
              <a:t>Full site launch coming in 2026.</a:t>
            </a:r>
          </a:p>
        </p:txBody>
      </p:sp>
      <p:sp>
        <p:nvSpPr>
          <p:cNvPr id="26" name="Text Placeholder 10">
            <a:extLst>
              <a:ext uri="{FF2B5EF4-FFF2-40B4-BE49-F238E27FC236}">
                <a16:creationId xmlns:a16="http://schemas.microsoft.com/office/drawing/2014/main" id="{BBF66BFA-D048-E1D8-9C45-5C1BC59BC8E1}"/>
              </a:ext>
            </a:extLst>
          </p:cNvPr>
          <p:cNvSpPr txBox="1">
            <a:spLocks/>
          </p:cNvSpPr>
          <p:nvPr/>
        </p:nvSpPr>
        <p:spPr>
          <a:xfrm>
            <a:off x="301131" y="2024723"/>
            <a:ext cx="3738681" cy="236170"/>
          </a:xfrm>
          <a:prstGeom prst="rect">
            <a:avLst/>
          </a:prstGeom>
        </p:spPr>
        <p:txBody>
          <a:bodyPr lIns="91440" rIns="91440"/>
          <a:lstStyle>
            <a:lvl1pPr marL="0" indent="0" algn="l" defTabSz="914400" rtl="0" eaLnBrk="1" latinLnBrk="0" hangingPunct="1">
              <a:lnSpc>
                <a:spcPct val="90000"/>
              </a:lnSpc>
              <a:spcBef>
                <a:spcPts val="1000"/>
              </a:spcBef>
              <a:buClr>
                <a:schemeClr val="tx1"/>
              </a:buClr>
              <a:buFont typeface="Arial" panose="020B0604020202020204" pitchFamily="34" charset="0"/>
              <a:buNone/>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spc="300">
                <a:latin typeface="Consolas" panose="020B0609020204030204" pitchFamily="49" charset="0"/>
                <a:cs typeface="Consolas" panose="020B0609020204030204" pitchFamily="49" charset="0"/>
              </a:rPr>
              <a:t>ONE LOOK. ONE EXPERIENCE.</a:t>
            </a:r>
          </a:p>
        </p:txBody>
      </p:sp>
      <p:grpSp>
        <p:nvGrpSpPr>
          <p:cNvPr id="6" name="Group 5">
            <a:extLst>
              <a:ext uri="{FF2B5EF4-FFF2-40B4-BE49-F238E27FC236}">
                <a16:creationId xmlns:a16="http://schemas.microsoft.com/office/drawing/2014/main" id="{4F118E02-2F81-E4CF-E1D8-0276017EAE5C}"/>
              </a:ext>
            </a:extLst>
          </p:cNvPr>
          <p:cNvGrpSpPr/>
          <p:nvPr/>
        </p:nvGrpSpPr>
        <p:grpSpPr>
          <a:xfrm>
            <a:off x="7058209" y="493103"/>
            <a:ext cx="4248092" cy="5458365"/>
            <a:chOff x="7129329" y="231493"/>
            <a:chExt cx="4248092" cy="5458365"/>
          </a:xfrm>
        </p:grpSpPr>
        <p:pic>
          <p:nvPicPr>
            <p:cNvPr id="8" name="Picture 7" descr="A screenshot of a computer&#10;&#10;AI-generated content may be incorrect.">
              <a:extLst>
                <a:ext uri="{FF2B5EF4-FFF2-40B4-BE49-F238E27FC236}">
                  <a16:creationId xmlns:a16="http://schemas.microsoft.com/office/drawing/2014/main" id="{EB8C2E2A-FE00-C1A8-0CE9-3222D734EA2C}"/>
                </a:ext>
              </a:extLst>
            </p:cNvPr>
            <p:cNvPicPr>
              <a:picLocks noChangeAspect="1"/>
            </p:cNvPicPr>
            <p:nvPr/>
          </p:nvPicPr>
          <p:blipFill>
            <a:blip r:embed="rId4"/>
            <a:srcRect t="26277" b="37411"/>
            <a:stretch>
              <a:fillRect/>
            </a:stretch>
          </p:blipFill>
          <p:spPr>
            <a:xfrm>
              <a:off x="9402317" y="231493"/>
              <a:ext cx="1975104" cy="5458365"/>
            </a:xfrm>
            <a:prstGeom prst="rect">
              <a:avLst/>
            </a:prstGeom>
            <a:effectLst>
              <a:outerShdw blurRad="50800" dist="38100" dir="18900000" algn="bl" rotWithShape="0">
                <a:prstClr val="black">
                  <a:alpha val="40000"/>
                </a:prstClr>
              </a:outerShdw>
            </a:effectLst>
          </p:spPr>
        </p:pic>
        <p:pic>
          <p:nvPicPr>
            <p:cNvPr id="7" name="Picture 6" descr="A screenshot of a computer&#10;&#10;AI-generated content may be incorrect.">
              <a:extLst>
                <a:ext uri="{FF2B5EF4-FFF2-40B4-BE49-F238E27FC236}">
                  <a16:creationId xmlns:a16="http://schemas.microsoft.com/office/drawing/2014/main" id="{D322D5A1-0E11-CF72-AFB2-7D9F7E8EF8B6}"/>
                </a:ext>
              </a:extLst>
            </p:cNvPr>
            <p:cNvPicPr>
              <a:picLocks noChangeAspect="1"/>
            </p:cNvPicPr>
            <p:nvPr/>
          </p:nvPicPr>
          <p:blipFill>
            <a:blip r:embed="rId4"/>
            <a:srcRect b="63687"/>
            <a:stretch>
              <a:fillRect/>
            </a:stretch>
          </p:blipFill>
          <p:spPr>
            <a:xfrm>
              <a:off x="7129329" y="231493"/>
              <a:ext cx="1975104" cy="5458365"/>
            </a:xfrm>
            <a:prstGeom prst="rect">
              <a:avLst/>
            </a:prstGeom>
            <a:effectLst>
              <a:outerShdw blurRad="50800" dist="38100" dir="18900000" algn="bl" rotWithShape="0">
                <a:prstClr val="black">
                  <a:alpha val="40000"/>
                </a:prstClr>
              </a:outerShdw>
            </a:effectLst>
          </p:spPr>
        </p:pic>
        <p:sp>
          <p:nvSpPr>
            <p:cNvPr id="2" name="Rectangle 1">
              <a:extLst>
                <a:ext uri="{FF2B5EF4-FFF2-40B4-BE49-F238E27FC236}">
                  <a16:creationId xmlns:a16="http://schemas.microsoft.com/office/drawing/2014/main" id="{39F917EB-D896-1681-8660-615EC4999F24}"/>
                </a:ext>
              </a:extLst>
            </p:cNvPr>
            <p:cNvSpPr/>
            <p:nvPr/>
          </p:nvSpPr>
          <p:spPr>
            <a:xfrm>
              <a:off x="7212951" y="494942"/>
              <a:ext cx="1807860" cy="104702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CA49A18-CEAC-9163-DA7A-65FFB0561C98}"/>
                </a:ext>
              </a:extLst>
            </p:cNvPr>
            <p:cNvPicPr>
              <a:picLocks noChangeAspect="1"/>
            </p:cNvPicPr>
            <p:nvPr/>
          </p:nvPicPr>
          <p:blipFill>
            <a:blip r:embed="rId5"/>
            <a:stretch>
              <a:fillRect/>
            </a:stretch>
          </p:blipFill>
          <p:spPr>
            <a:xfrm>
              <a:off x="7510835" y="602899"/>
              <a:ext cx="1200396" cy="830526"/>
            </a:xfrm>
            <a:prstGeom prst="rect">
              <a:avLst/>
            </a:prstGeom>
          </p:spPr>
        </p:pic>
      </p:grpSp>
    </p:spTree>
    <p:extLst>
      <p:ext uri="{BB962C8B-B14F-4D97-AF65-F5344CB8AC3E}">
        <p14:creationId xmlns:p14="http://schemas.microsoft.com/office/powerpoint/2010/main" val="238641450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0F325FB-0ACF-124A-204B-C99A59FEB076}"/>
              </a:ext>
            </a:extLst>
          </p:cNvPr>
          <p:cNvSpPr>
            <a:spLocks noGrp="1"/>
          </p:cNvSpPr>
          <p:nvPr>
            <p:ph type="body" sz="quarter" idx="18"/>
          </p:nvPr>
        </p:nvSpPr>
        <p:spPr>
          <a:xfrm>
            <a:off x="6283569" y="1149350"/>
            <a:ext cx="5634680" cy="4559300"/>
          </a:xfrm>
        </p:spPr>
        <p:txBody>
          <a:bodyPr/>
          <a:lstStyle/>
          <a:p>
            <a:r>
              <a:rPr lang="en-US"/>
              <a:t>No need to update non-mission critical decks into this template. </a:t>
            </a:r>
            <a:br>
              <a:rPr lang="en-US"/>
            </a:br>
            <a:r>
              <a:rPr lang="en-US"/>
              <a:t>The 2025 template is still “on brand,” this is just a different way of expressing ourself</a:t>
            </a:r>
            <a:br>
              <a:rPr lang="en-US"/>
            </a:br>
            <a:br>
              <a:rPr lang="en-US"/>
            </a:br>
            <a:r>
              <a:rPr lang="en-US"/>
              <a:t>Don’t mix slides from the new and old templates. You can always check the year on the copyright line at the bottom of the slide to make sure what version you’re using.</a:t>
            </a:r>
            <a:br>
              <a:rPr lang="en-US"/>
            </a:br>
            <a:br>
              <a:rPr lang="en-US"/>
            </a:br>
            <a:r>
              <a:rPr lang="en-US"/>
              <a:t>Don’t use fonts that are currently not in the template. The only fonts you should be using are </a:t>
            </a:r>
            <a:r>
              <a:rPr lang="en-US" i="1"/>
              <a:t>TW Cen MT </a:t>
            </a:r>
            <a:r>
              <a:rPr lang="en-US"/>
              <a:t>and </a:t>
            </a:r>
            <a:r>
              <a:rPr lang="en-US" i="1"/>
              <a:t>Consolas. </a:t>
            </a:r>
            <a:r>
              <a:rPr lang="en-US"/>
              <a:t>Do not increase size of headlines or subheadings, only body text. </a:t>
            </a:r>
            <a:br>
              <a:rPr lang="en-US" i="1"/>
            </a:br>
            <a:br>
              <a:rPr lang="en-US" i="1"/>
            </a:br>
            <a:r>
              <a:rPr lang="en-US"/>
              <a:t>Don’t use colors that aren’t listed in the color selection tool or available through the presentation toolkit. Do not use colors for text.</a:t>
            </a:r>
            <a:br>
              <a:rPr lang="en-US"/>
            </a:br>
            <a:br>
              <a:rPr lang="en-US"/>
            </a:br>
            <a:r>
              <a:rPr lang="en-US"/>
              <a:t>Don’t add client logos to the slide footers. Only display client logos on the cover slides where available.</a:t>
            </a:r>
            <a:br>
              <a:rPr lang="en-US"/>
            </a:br>
            <a:br>
              <a:rPr lang="en-US"/>
            </a:br>
            <a:r>
              <a:rPr lang="en-US"/>
              <a:t>Don’t add slide transitions or complex animation.</a:t>
            </a:r>
            <a:br>
              <a:rPr lang="en-US"/>
            </a:br>
            <a:br>
              <a:rPr lang="en-US"/>
            </a:br>
            <a:r>
              <a:rPr lang="en-US"/>
              <a:t>Do not compress images.</a:t>
            </a:r>
          </a:p>
        </p:txBody>
      </p:sp>
      <p:sp>
        <p:nvSpPr>
          <p:cNvPr id="5" name="Text Placeholder 4">
            <a:extLst>
              <a:ext uri="{FF2B5EF4-FFF2-40B4-BE49-F238E27FC236}">
                <a16:creationId xmlns:a16="http://schemas.microsoft.com/office/drawing/2014/main" id="{6AFC1E31-9DFD-EEE3-B086-E33EB87A2C2A}"/>
              </a:ext>
            </a:extLst>
          </p:cNvPr>
          <p:cNvSpPr>
            <a:spLocks noGrp="1"/>
          </p:cNvSpPr>
          <p:nvPr>
            <p:ph type="body" sz="quarter" idx="21"/>
          </p:nvPr>
        </p:nvSpPr>
        <p:spPr>
          <a:xfrm>
            <a:off x="6283568" y="791605"/>
            <a:ext cx="5634680" cy="236540"/>
          </a:xfrm>
        </p:spPr>
        <p:txBody>
          <a:bodyPr/>
          <a:lstStyle/>
          <a:p>
            <a:r>
              <a:rPr lang="en-US"/>
              <a:t>NOT THIS:</a:t>
            </a:r>
          </a:p>
        </p:txBody>
      </p:sp>
      <p:sp>
        <p:nvSpPr>
          <p:cNvPr id="7" name="Title 6">
            <a:extLst>
              <a:ext uri="{FF2B5EF4-FFF2-40B4-BE49-F238E27FC236}">
                <a16:creationId xmlns:a16="http://schemas.microsoft.com/office/drawing/2014/main" id="{2E98E603-EE98-8D19-8ED1-CE621C5EBD85}"/>
              </a:ext>
            </a:extLst>
          </p:cNvPr>
          <p:cNvSpPr>
            <a:spLocks noGrp="1"/>
          </p:cNvSpPr>
          <p:nvPr>
            <p:ph type="ctrTitle"/>
          </p:nvPr>
        </p:nvSpPr>
        <p:spPr>
          <a:prstGeom prst="rect">
            <a:avLst/>
          </a:prstGeom>
        </p:spPr>
        <p:txBody>
          <a:bodyPr/>
          <a:lstStyle/>
          <a:p>
            <a:r>
              <a:rPr lang="en-US"/>
              <a:t>Dos and don’ts</a:t>
            </a:r>
          </a:p>
        </p:txBody>
      </p:sp>
      <p:sp>
        <p:nvSpPr>
          <p:cNvPr id="2" name="Text Placeholder 1">
            <a:extLst>
              <a:ext uri="{FF2B5EF4-FFF2-40B4-BE49-F238E27FC236}">
                <a16:creationId xmlns:a16="http://schemas.microsoft.com/office/drawing/2014/main" id="{CB7684AB-B703-8BAA-F908-C2F8CC035671}"/>
              </a:ext>
            </a:extLst>
          </p:cNvPr>
          <p:cNvSpPr>
            <a:spLocks noGrp="1"/>
          </p:cNvSpPr>
          <p:nvPr>
            <p:ph type="body" sz="quarter" idx="14"/>
          </p:nvPr>
        </p:nvSpPr>
        <p:spPr>
          <a:xfrm>
            <a:off x="272616" y="1149350"/>
            <a:ext cx="5635816" cy="4559300"/>
          </a:xfrm>
        </p:spPr>
        <p:txBody>
          <a:bodyPr/>
          <a:lstStyle/>
          <a:p>
            <a:r>
              <a:rPr lang="en-US" sz="1600"/>
              <a:t>Use this template for any new materials beginning XX, 2026.</a:t>
            </a:r>
            <a:br>
              <a:rPr lang="en-US" sz="1600"/>
            </a:br>
            <a:br>
              <a:rPr lang="en-US" sz="1600"/>
            </a:br>
            <a:br>
              <a:rPr lang="en-US" sz="1600"/>
            </a:br>
            <a:br>
              <a:rPr lang="en-US" sz="1600"/>
            </a:br>
            <a:r>
              <a:rPr lang="en-US" sz="1600"/>
              <a:t>Use the full 2026 or template </a:t>
            </a:r>
            <a:r>
              <a:rPr lang="en-US" sz="1600" i="1"/>
              <a:t>OR</a:t>
            </a:r>
            <a:r>
              <a:rPr lang="en-US" sz="1600"/>
              <a:t> the full 2025 template. </a:t>
            </a:r>
            <a:br>
              <a:rPr lang="en-US" sz="1600"/>
            </a:br>
            <a:br>
              <a:rPr lang="en-US" sz="1600"/>
            </a:br>
            <a:br>
              <a:rPr lang="en-US" sz="1600"/>
            </a:br>
            <a:br>
              <a:rPr lang="en-US" sz="1600"/>
            </a:br>
            <a:r>
              <a:rPr lang="en-US" sz="1600"/>
              <a:t>Use the fonts and font sizes embedded into the template. </a:t>
            </a:r>
            <a:r>
              <a:rPr lang="en-US" sz="1600" i="1"/>
              <a:t>Consolas</a:t>
            </a:r>
            <a:r>
              <a:rPr lang="en-US" sz="1600"/>
              <a:t> should always stay in all caps.</a:t>
            </a:r>
            <a:br>
              <a:rPr lang="en-US" sz="1600"/>
            </a:br>
            <a:br>
              <a:rPr lang="en-US" sz="1600"/>
            </a:br>
            <a:br>
              <a:rPr lang="en-US" sz="1600"/>
            </a:br>
            <a:r>
              <a:rPr lang="en-US" sz="1600"/>
              <a:t>Use the colors pre-built into the color selection tools. For text, only use black and white.</a:t>
            </a:r>
            <a:br>
              <a:rPr lang="en-US" sz="1600"/>
            </a:br>
            <a:br>
              <a:rPr lang="en-US" sz="1600"/>
            </a:br>
            <a:br>
              <a:rPr lang="en-US" sz="1600"/>
            </a:br>
            <a:r>
              <a:rPr lang="en-US" sz="1600"/>
              <a:t>Display </a:t>
            </a:r>
            <a:r>
              <a:rPr lang="en-US" sz="1600" i="1"/>
              <a:t>only</a:t>
            </a:r>
            <a:r>
              <a:rPr lang="en-US" sz="1600"/>
              <a:t> the Acxiom logo in the footer.</a:t>
            </a:r>
            <a:br>
              <a:rPr lang="en-US" sz="1600"/>
            </a:br>
            <a:br>
              <a:rPr lang="en-US" sz="1600"/>
            </a:br>
            <a:br>
              <a:rPr lang="en-US" sz="1600"/>
            </a:br>
            <a:r>
              <a:rPr lang="en-US" sz="1600"/>
              <a:t>Use the standard, pre-selected slide transitions and animations.</a:t>
            </a:r>
            <a:br>
              <a:rPr lang="en-US" sz="1600"/>
            </a:br>
            <a:br>
              <a:rPr lang="en-US" sz="1600"/>
            </a:br>
            <a:r>
              <a:rPr lang="en-US" sz="1600"/>
              <a:t>Use the standard image compression.</a:t>
            </a:r>
          </a:p>
        </p:txBody>
      </p:sp>
      <p:sp>
        <p:nvSpPr>
          <p:cNvPr id="10" name="Text Placeholder 4">
            <a:extLst>
              <a:ext uri="{FF2B5EF4-FFF2-40B4-BE49-F238E27FC236}">
                <a16:creationId xmlns:a16="http://schemas.microsoft.com/office/drawing/2014/main" id="{B40C8BFA-5CE1-FF3D-2DB3-42E1171EB6DE}"/>
              </a:ext>
            </a:extLst>
          </p:cNvPr>
          <p:cNvSpPr txBox="1">
            <a:spLocks/>
          </p:cNvSpPr>
          <p:nvPr/>
        </p:nvSpPr>
        <p:spPr>
          <a:xfrm>
            <a:off x="272616" y="791605"/>
            <a:ext cx="5634680" cy="236540"/>
          </a:xfrm>
          <a:prstGeom prst="rect">
            <a:avLst/>
          </a:prstGeom>
          <a:noFill/>
        </p:spPr>
        <p:txBody>
          <a:bodyPr vert="horz" wrap="square" lIns="91440" tIns="45720" rIns="91440" bIns="45720" rtlCol="0" anchor="t">
            <a:spAutoFit/>
          </a:bodyPr>
          <a:lstStyle>
            <a:lvl1pPr marL="0" indent="0" algn="l" defTabSz="914400" rtl="0" eaLnBrk="1" latinLnBrk="0" hangingPunct="1">
              <a:lnSpc>
                <a:spcPct val="85000"/>
              </a:lnSpc>
              <a:spcBef>
                <a:spcPts val="1000"/>
              </a:spcBef>
              <a:buClr>
                <a:schemeClr val="tx1"/>
              </a:buClr>
              <a:buFont typeface="Arial" panose="020B0604020202020204" pitchFamily="34" charset="0"/>
              <a:buNone/>
              <a:tabLst/>
              <a:defRPr sz="1100" kern="1200" spc="300">
                <a:solidFill>
                  <a:schemeClr val="tx1"/>
                </a:solidFill>
                <a:latin typeface="Consolas" panose="020B0609020204030204" pitchFamily="49" charset="0"/>
                <a:ea typeface="+mn-ea"/>
                <a:cs typeface="Consolas" panose="020B0609020204030204" pitchFamily="49" charset="0"/>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DO THIS:</a:t>
            </a:r>
          </a:p>
        </p:txBody>
      </p:sp>
    </p:spTree>
    <p:extLst>
      <p:ext uri="{BB962C8B-B14F-4D97-AF65-F5344CB8AC3E}">
        <p14:creationId xmlns:p14="http://schemas.microsoft.com/office/powerpoint/2010/main" val="361101145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676D7-0160-66A1-0797-D6D50C97F970}"/>
              </a:ext>
            </a:extLst>
          </p:cNvPr>
          <p:cNvSpPr>
            <a:spLocks noGrp="1"/>
          </p:cNvSpPr>
          <p:nvPr>
            <p:ph type="ctrTitle"/>
          </p:nvPr>
        </p:nvSpPr>
        <p:spPr/>
        <p:txBody>
          <a:bodyPr/>
          <a:lstStyle/>
          <a:p>
            <a:r>
              <a:rPr lang="en-US"/>
              <a:t>The presentation toolkit</a:t>
            </a:r>
          </a:p>
        </p:txBody>
      </p:sp>
      <p:sp>
        <p:nvSpPr>
          <p:cNvPr id="3" name="Text Placeholder 2">
            <a:extLst>
              <a:ext uri="{FF2B5EF4-FFF2-40B4-BE49-F238E27FC236}">
                <a16:creationId xmlns:a16="http://schemas.microsoft.com/office/drawing/2014/main" id="{D0D9F5B0-1E59-7465-E225-84444459C729}"/>
              </a:ext>
            </a:extLst>
          </p:cNvPr>
          <p:cNvSpPr>
            <a:spLocks noGrp="1"/>
          </p:cNvSpPr>
          <p:nvPr>
            <p:ph type="body" sz="quarter" idx="13"/>
          </p:nvPr>
        </p:nvSpPr>
        <p:spPr/>
        <p:txBody>
          <a:bodyPr/>
          <a:lstStyle/>
          <a:p>
            <a:r>
              <a:rPr lang="en-US"/>
              <a:t>IN THIS SECTION</a:t>
            </a:r>
          </a:p>
        </p:txBody>
      </p:sp>
      <p:sp>
        <p:nvSpPr>
          <p:cNvPr id="4" name="Text Placeholder 3">
            <a:extLst>
              <a:ext uri="{FF2B5EF4-FFF2-40B4-BE49-F238E27FC236}">
                <a16:creationId xmlns:a16="http://schemas.microsoft.com/office/drawing/2014/main" id="{99AF2A25-9949-A421-6291-8202DB68EA2E}"/>
              </a:ext>
            </a:extLst>
          </p:cNvPr>
          <p:cNvSpPr>
            <a:spLocks noGrp="1"/>
          </p:cNvSpPr>
          <p:nvPr>
            <p:ph type="body" sz="quarter" idx="14"/>
          </p:nvPr>
        </p:nvSpPr>
        <p:spPr>
          <a:xfrm>
            <a:off x="9180236" y="5134328"/>
            <a:ext cx="2730104" cy="867930"/>
          </a:xfrm>
        </p:spPr>
        <p:txBody>
          <a:bodyPr/>
          <a:lstStyle/>
          <a:p>
            <a:r>
              <a:rPr lang="en-US"/>
              <a:t>Use this toolkit to build presentations fast — with ready-made templates for charts, tables, diagrams, and more.</a:t>
            </a:r>
          </a:p>
        </p:txBody>
      </p:sp>
      <p:sp>
        <p:nvSpPr>
          <p:cNvPr id="5" name="Text Placeholder 4">
            <a:extLst>
              <a:ext uri="{FF2B5EF4-FFF2-40B4-BE49-F238E27FC236}">
                <a16:creationId xmlns:a16="http://schemas.microsoft.com/office/drawing/2014/main" id="{7A448B8A-AE09-D592-9029-5122A952AC24}"/>
              </a:ext>
            </a:extLst>
          </p:cNvPr>
          <p:cNvSpPr>
            <a:spLocks noGrp="1"/>
          </p:cNvSpPr>
          <p:nvPr>
            <p:ph type="body" sz="quarter" idx="15"/>
          </p:nvPr>
        </p:nvSpPr>
        <p:spPr>
          <a:xfrm>
            <a:off x="684906" y="431114"/>
            <a:ext cx="2446824" cy="244682"/>
          </a:xfrm>
        </p:spPr>
        <p:txBody>
          <a:bodyPr/>
          <a:lstStyle/>
          <a:p>
            <a:r>
              <a:rPr lang="en-US"/>
              <a:t>MASTER TEMPLATE 2026</a:t>
            </a:r>
          </a:p>
        </p:txBody>
      </p:sp>
    </p:spTree>
    <p:extLst>
      <p:ext uri="{BB962C8B-B14F-4D97-AF65-F5344CB8AC3E}">
        <p14:creationId xmlns:p14="http://schemas.microsoft.com/office/powerpoint/2010/main" val="81042932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1527A-8C4A-A860-9B48-B5F65831533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BF2A60E-7D2C-D8D4-FAFC-0171D0840FF7}"/>
              </a:ext>
            </a:extLst>
          </p:cNvPr>
          <p:cNvSpPr>
            <a:spLocks noGrp="1"/>
          </p:cNvSpPr>
          <p:nvPr>
            <p:ph type="ctrTitle"/>
          </p:nvPr>
        </p:nvSpPr>
        <p:spPr>
          <a:prstGeom prst="rect">
            <a:avLst/>
          </a:prstGeom>
        </p:spPr>
        <p:txBody>
          <a:bodyPr/>
          <a:lstStyle/>
          <a:p>
            <a:r>
              <a:rPr lang="en-US"/>
              <a:t>Dotted icons</a:t>
            </a:r>
          </a:p>
        </p:txBody>
      </p:sp>
      <p:pic>
        <p:nvPicPr>
          <p:cNvPr id="76" name="Picture 75" descr="A black background with white dots&#10;&#10;AI-generated content may be incorrect.">
            <a:extLst>
              <a:ext uri="{FF2B5EF4-FFF2-40B4-BE49-F238E27FC236}">
                <a16:creationId xmlns:a16="http://schemas.microsoft.com/office/drawing/2014/main" id="{453F3529-3071-5EC4-5B5A-B8AC3375E441}"/>
              </a:ext>
            </a:extLst>
          </p:cNvPr>
          <p:cNvPicPr>
            <a:picLocks noChangeAspect="1"/>
          </p:cNvPicPr>
          <p:nvPr/>
        </p:nvPicPr>
        <p:blipFill>
          <a:blip r:embed="rId2"/>
          <a:stretch>
            <a:fillRect/>
          </a:stretch>
        </p:blipFill>
        <p:spPr>
          <a:xfrm>
            <a:off x="4488859" y="1234922"/>
            <a:ext cx="482642" cy="482642"/>
          </a:xfrm>
          <a:prstGeom prst="rect">
            <a:avLst/>
          </a:prstGeom>
        </p:spPr>
      </p:pic>
      <p:pic>
        <p:nvPicPr>
          <p:cNvPr id="78" name="Picture 77" descr="A black background with white dots&#10;&#10;AI-generated content may be incorrect.">
            <a:extLst>
              <a:ext uri="{FF2B5EF4-FFF2-40B4-BE49-F238E27FC236}">
                <a16:creationId xmlns:a16="http://schemas.microsoft.com/office/drawing/2014/main" id="{1E6AD8BE-F061-CCFD-2305-184D1325E257}"/>
              </a:ext>
            </a:extLst>
          </p:cNvPr>
          <p:cNvPicPr>
            <a:picLocks noChangeAspect="1"/>
          </p:cNvPicPr>
          <p:nvPr/>
        </p:nvPicPr>
        <p:blipFill>
          <a:blip r:embed="rId3"/>
          <a:stretch>
            <a:fillRect/>
          </a:stretch>
        </p:blipFill>
        <p:spPr>
          <a:xfrm>
            <a:off x="11008437" y="3100026"/>
            <a:ext cx="482642" cy="482642"/>
          </a:xfrm>
          <a:prstGeom prst="rect">
            <a:avLst/>
          </a:prstGeom>
        </p:spPr>
      </p:pic>
      <p:pic>
        <p:nvPicPr>
          <p:cNvPr id="80" name="Picture 79" descr="A black and white dot pattern&#10;&#10;AI-generated content may be incorrect.">
            <a:extLst>
              <a:ext uri="{FF2B5EF4-FFF2-40B4-BE49-F238E27FC236}">
                <a16:creationId xmlns:a16="http://schemas.microsoft.com/office/drawing/2014/main" id="{2AA961A6-B4AE-3053-4421-4DCA0AF16CDE}"/>
              </a:ext>
            </a:extLst>
          </p:cNvPr>
          <p:cNvPicPr>
            <a:picLocks noChangeAspect="1"/>
          </p:cNvPicPr>
          <p:nvPr/>
        </p:nvPicPr>
        <p:blipFill>
          <a:blip r:embed="rId4"/>
          <a:stretch>
            <a:fillRect/>
          </a:stretch>
        </p:blipFill>
        <p:spPr>
          <a:xfrm>
            <a:off x="11008437" y="2173381"/>
            <a:ext cx="482642" cy="482642"/>
          </a:xfrm>
          <a:prstGeom prst="rect">
            <a:avLst/>
          </a:prstGeom>
        </p:spPr>
      </p:pic>
      <p:pic>
        <p:nvPicPr>
          <p:cNvPr id="82" name="Picture 81" descr="A black and white dot pattern&#10;&#10;AI-generated content may be incorrect.">
            <a:extLst>
              <a:ext uri="{FF2B5EF4-FFF2-40B4-BE49-F238E27FC236}">
                <a16:creationId xmlns:a16="http://schemas.microsoft.com/office/drawing/2014/main" id="{7FDB252B-0593-DAFF-E366-A96841F34405}"/>
              </a:ext>
            </a:extLst>
          </p:cNvPr>
          <p:cNvPicPr>
            <a:picLocks noChangeAspect="1"/>
          </p:cNvPicPr>
          <p:nvPr/>
        </p:nvPicPr>
        <p:blipFill>
          <a:blip r:embed="rId5"/>
          <a:stretch>
            <a:fillRect/>
          </a:stretch>
        </p:blipFill>
        <p:spPr>
          <a:xfrm>
            <a:off x="11008437" y="1234922"/>
            <a:ext cx="482642" cy="482642"/>
          </a:xfrm>
          <a:prstGeom prst="rect">
            <a:avLst/>
          </a:prstGeom>
        </p:spPr>
      </p:pic>
      <p:pic>
        <p:nvPicPr>
          <p:cNvPr id="84" name="Picture 83" descr="A black and white dot pattern&#10;&#10;AI-generated content may be incorrect.">
            <a:extLst>
              <a:ext uri="{FF2B5EF4-FFF2-40B4-BE49-F238E27FC236}">
                <a16:creationId xmlns:a16="http://schemas.microsoft.com/office/drawing/2014/main" id="{EBDAA0D7-D8C1-3B6E-B2DC-13CD9286C9D3}"/>
              </a:ext>
            </a:extLst>
          </p:cNvPr>
          <p:cNvPicPr>
            <a:picLocks noChangeAspect="1"/>
          </p:cNvPicPr>
          <p:nvPr/>
        </p:nvPicPr>
        <p:blipFill>
          <a:blip r:embed="rId6"/>
          <a:stretch>
            <a:fillRect/>
          </a:stretch>
        </p:blipFill>
        <p:spPr>
          <a:xfrm>
            <a:off x="11008437" y="4051572"/>
            <a:ext cx="482642" cy="482642"/>
          </a:xfrm>
          <a:prstGeom prst="rect">
            <a:avLst/>
          </a:prstGeom>
        </p:spPr>
      </p:pic>
      <p:pic>
        <p:nvPicPr>
          <p:cNvPr id="86" name="Picture 85" descr="A black background with white dots&#10;&#10;AI-generated content may be incorrect.">
            <a:extLst>
              <a:ext uri="{FF2B5EF4-FFF2-40B4-BE49-F238E27FC236}">
                <a16:creationId xmlns:a16="http://schemas.microsoft.com/office/drawing/2014/main" id="{D94EBD04-6D75-AF31-A948-5CF2223A665A}"/>
              </a:ext>
            </a:extLst>
          </p:cNvPr>
          <p:cNvPicPr>
            <a:picLocks noChangeAspect="1"/>
          </p:cNvPicPr>
          <p:nvPr/>
        </p:nvPicPr>
        <p:blipFill>
          <a:blip r:embed="rId7"/>
          <a:stretch>
            <a:fillRect/>
          </a:stretch>
        </p:blipFill>
        <p:spPr>
          <a:xfrm>
            <a:off x="10077067" y="4051572"/>
            <a:ext cx="482642" cy="482642"/>
          </a:xfrm>
          <a:prstGeom prst="rect">
            <a:avLst/>
          </a:prstGeom>
        </p:spPr>
      </p:pic>
      <p:pic>
        <p:nvPicPr>
          <p:cNvPr id="88" name="Picture 87" descr="A black and white background with white dots&#10;&#10;AI-generated content may be incorrect.">
            <a:extLst>
              <a:ext uri="{FF2B5EF4-FFF2-40B4-BE49-F238E27FC236}">
                <a16:creationId xmlns:a16="http://schemas.microsoft.com/office/drawing/2014/main" id="{DC256DB0-5D86-845B-1A36-C626C0AA0432}"/>
              </a:ext>
            </a:extLst>
          </p:cNvPr>
          <p:cNvPicPr>
            <a:picLocks noChangeAspect="1"/>
          </p:cNvPicPr>
          <p:nvPr/>
        </p:nvPicPr>
        <p:blipFill>
          <a:blip r:embed="rId8"/>
          <a:stretch>
            <a:fillRect/>
          </a:stretch>
        </p:blipFill>
        <p:spPr>
          <a:xfrm>
            <a:off x="10077067" y="3100026"/>
            <a:ext cx="482642" cy="482642"/>
          </a:xfrm>
          <a:prstGeom prst="rect">
            <a:avLst/>
          </a:prstGeom>
        </p:spPr>
      </p:pic>
      <p:pic>
        <p:nvPicPr>
          <p:cNvPr id="90" name="Picture 89" descr="A black and white image of a number&#10;&#10;AI-generated content may be incorrect.">
            <a:extLst>
              <a:ext uri="{FF2B5EF4-FFF2-40B4-BE49-F238E27FC236}">
                <a16:creationId xmlns:a16="http://schemas.microsoft.com/office/drawing/2014/main" id="{DD1C65EC-CC99-14D0-F89A-1787C6172321}"/>
              </a:ext>
            </a:extLst>
          </p:cNvPr>
          <p:cNvPicPr>
            <a:picLocks noChangeAspect="1"/>
          </p:cNvPicPr>
          <p:nvPr/>
        </p:nvPicPr>
        <p:blipFill>
          <a:blip r:embed="rId9"/>
          <a:stretch>
            <a:fillRect/>
          </a:stretch>
        </p:blipFill>
        <p:spPr>
          <a:xfrm>
            <a:off x="10077067" y="2173381"/>
            <a:ext cx="482642" cy="482642"/>
          </a:xfrm>
          <a:prstGeom prst="rect">
            <a:avLst/>
          </a:prstGeom>
        </p:spPr>
      </p:pic>
      <p:pic>
        <p:nvPicPr>
          <p:cNvPr id="92" name="Picture 91" descr="A black background with white dots&#10;&#10;AI-generated content may be incorrect.">
            <a:extLst>
              <a:ext uri="{FF2B5EF4-FFF2-40B4-BE49-F238E27FC236}">
                <a16:creationId xmlns:a16="http://schemas.microsoft.com/office/drawing/2014/main" id="{8E77A66A-F2D4-024A-B445-4C204FAE8B99}"/>
              </a:ext>
            </a:extLst>
          </p:cNvPr>
          <p:cNvPicPr>
            <a:picLocks noChangeAspect="1"/>
          </p:cNvPicPr>
          <p:nvPr/>
        </p:nvPicPr>
        <p:blipFill>
          <a:blip r:embed="rId10"/>
          <a:stretch>
            <a:fillRect/>
          </a:stretch>
        </p:blipFill>
        <p:spPr>
          <a:xfrm>
            <a:off x="5416262" y="4986734"/>
            <a:ext cx="482642" cy="482642"/>
          </a:xfrm>
          <a:prstGeom prst="rect">
            <a:avLst/>
          </a:prstGeom>
        </p:spPr>
      </p:pic>
      <p:pic>
        <p:nvPicPr>
          <p:cNvPr id="94" name="Picture 93" descr="A black background with white dots&#10;&#10;AI-generated content may be incorrect.">
            <a:extLst>
              <a:ext uri="{FF2B5EF4-FFF2-40B4-BE49-F238E27FC236}">
                <a16:creationId xmlns:a16="http://schemas.microsoft.com/office/drawing/2014/main" id="{49F23850-48ED-BA6D-570C-FC4262210537}"/>
              </a:ext>
            </a:extLst>
          </p:cNvPr>
          <p:cNvPicPr>
            <a:picLocks noChangeAspect="1"/>
          </p:cNvPicPr>
          <p:nvPr/>
        </p:nvPicPr>
        <p:blipFill>
          <a:blip r:embed="rId11"/>
          <a:stretch>
            <a:fillRect/>
          </a:stretch>
        </p:blipFill>
        <p:spPr>
          <a:xfrm>
            <a:off x="10077867" y="4986734"/>
            <a:ext cx="482642" cy="482642"/>
          </a:xfrm>
          <a:prstGeom prst="rect">
            <a:avLst/>
          </a:prstGeom>
        </p:spPr>
      </p:pic>
      <p:pic>
        <p:nvPicPr>
          <p:cNvPr id="96" name="Picture 95" descr="A black and white dot pattern&#10;&#10;AI-generated content may be incorrect.">
            <a:extLst>
              <a:ext uri="{FF2B5EF4-FFF2-40B4-BE49-F238E27FC236}">
                <a16:creationId xmlns:a16="http://schemas.microsoft.com/office/drawing/2014/main" id="{80F0D98A-0D23-EE48-9175-99F1E75A3C66}"/>
              </a:ext>
            </a:extLst>
          </p:cNvPr>
          <p:cNvPicPr>
            <a:picLocks noChangeAspect="1"/>
          </p:cNvPicPr>
          <p:nvPr/>
        </p:nvPicPr>
        <p:blipFill>
          <a:blip r:embed="rId12"/>
          <a:stretch>
            <a:fillRect/>
          </a:stretch>
        </p:blipFill>
        <p:spPr>
          <a:xfrm>
            <a:off x="9145699" y="4051572"/>
            <a:ext cx="482642" cy="482642"/>
          </a:xfrm>
          <a:prstGeom prst="rect">
            <a:avLst/>
          </a:prstGeom>
        </p:spPr>
      </p:pic>
      <p:pic>
        <p:nvPicPr>
          <p:cNvPr id="98" name="Picture 97" descr="A black background with white dots&#10;&#10;AI-generated content may be incorrect.">
            <a:extLst>
              <a:ext uri="{FF2B5EF4-FFF2-40B4-BE49-F238E27FC236}">
                <a16:creationId xmlns:a16="http://schemas.microsoft.com/office/drawing/2014/main" id="{CB391B06-AEDD-C6CE-04FC-E7CE98D0651A}"/>
              </a:ext>
            </a:extLst>
          </p:cNvPr>
          <p:cNvPicPr>
            <a:picLocks noChangeAspect="1"/>
          </p:cNvPicPr>
          <p:nvPr/>
        </p:nvPicPr>
        <p:blipFill>
          <a:blip r:embed="rId13"/>
          <a:stretch>
            <a:fillRect/>
          </a:stretch>
        </p:blipFill>
        <p:spPr>
          <a:xfrm>
            <a:off x="9145699" y="3100026"/>
            <a:ext cx="482642" cy="482642"/>
          </a:xfrm>
          <a:prstGeom prst="rect">
            <a:avLst/>
          </a:prstGeom>
        </p:spPr>
      </p:pic>
      <p:pic>
        <p:nvPicPr>
          <p:cNvPr id="100" name="Picture 99" descr="A black background with white dots&#10;&#10;AI-generated content may be incorrect.">
            <a:extLst>
              <a:ext uri="{FF2B5EF4-FFF2-40B4-BE49-F238E27FC236}">
                <a16:creationId xmlns:a16="http://schemas.microsoft.com/office/drawing/2014/main" id="{B8880B54-4264-9A98-5276-BEFBDB766EF4}"/>
              </a:ext>
            </a:extLst>
          </p:cNvPr>
          <p:cNvPicPr>
            <a:picLocks noChangeAspect="1"/>
          </p:cNvPicPr>
          <p:nvPr/>
        </p:nvPicPr>
        <p:blipFill>
          <a:blip r:embed="rId14"/>
          <a:stretch>
            <a:fillRect/>
          </a:stretch>
        </p:blipFill>
        <p:spPr>
          <a:xfrm>
            <a:off x="9145699" y="2173381"/>
            <a:ext cx="482642" cy="482642"/>
          </a:xfrm>
          <a:prstGeom prst="rect">
            <a:avLst/>
          </a:prstGeom>
        </p:spPr>
      </p:pic>
      <p:pic>
        <p:nvPicPr>
          <p:cNvPr id="102" name="Picture 101" descr="A black background with white dots&#10;&#10;AI-generated content may be incorrect.">
            <a:extLst>
              <a:ext uri="{FF2B5EF4-FFF2-40B4-BE49-F238E27FC236}">
                <a16:creationId xmlns:a16="http://schemas.microsoft.com/office/drawing/2014/main" id="{559C2CC3-A739-6C5C-74AA-D65A84E5F122}"/>
              </a:ext>
            </a:extLst>
          </p:cNvPr>
          <p:cNvPicPr>
            <a:picLocks noChangeAspect="1"/>
          </p:cNvPicPr>
          <p:nvPr/>
        </p:nvPicPr>
        <p:blipFill>
          <a:blip r:embed="rId15"/>
          <a:stretch>
            <a:fillRect/>
          </a:stretch>
        </p:blipFill>
        <p:spPr>
          <a:xfrm>
            <a:off x="9145699" y="1234922"/>
            <a:ext cx="482642" cy="482642"/>
          </a:xfrm>
          <a:prstGeom prst="rect">
            <a:avLst/>
          </a:prstGeom>
        </p:spPr>
      </p:pic>
      <p:pic>
        <p:nvPicPr>
          <p:cNvPr id="104" name="Picture 103" descr="A black and white background with white dots&#10;&#10;AI-generated content may be incorrect.">
            <a:extLst>
              <a:ext uri="{FF2B5EF4-FFF2-40B4-BE49-F238E27FC236}">
                <a16:creationId xmlns:a16="http://schemas.microsoft.com/office/drawing/2014/main" id="{1F199FF1-934F-C4CD-920B-14985B200D43}"/>
              </a:ext>
            </a:extLst>
          </p:cNvPr>
          <p:cNvPicPr>
            <a:picLocks noChangeAspect="1"/>
          </p:cNvPicPr>
          <p:nvPr/>
        </p:nvPicPr>
        <p:blipFill>
          <a:blip r:embed="rId16"/>
          <a:stretch>
            <a:fillRect/>
          </a:stretch>
        </p:blipFill>
        <p:spPr>
          <a:xfrm>
            <a:off x="763387" y="1234922"/>
            <a:ext cx="482642" cy="482642"/>
          </a:xfrm>
          <a:prstGeom prst="rect">
            <a:avLst/>
          </a:prstGeom>
        </p:spPr>
      </p:pic>
      <p:pic>
        <p:nvPicPr>
          <p:cNvPr id="106" name="Picture 105" descr="A black and white background with white dots&#10;&#10;AI-generated content may be incorrect.">
            <a:extLst>
              <a:ext uri="{FF2B5EF4-FFF2-40B4-BE49-F238E27FC236}">
                <a16:creationId xmlns:a16="http://schemas.microsoft.com/office/drawing/2014/main" id="{23202B8B-171D-579B-E3FA-3357B739E8E8}"/>
              </a:ext>
            </a:extLst>
          </p:cNvPr>
          <p:cNvPicPr>
            <a:picLocks noChangeAspect="1"/>
          </p:cNvPicPr>
          <p:nvPr/>
        </p:nvPicPr>
        <p:blipFill>
          <a:blip r:embed="rId17"/>
          <a:stretch>
            <a:fillRect/>
          </a:stretch>
        </p:blipFill>
        <p:spPr>
          <a:xfrm>
            <a:off x="1694755" y="1234922"/>
            <a:ext cx="482642" cy="482642"/>
          </a:xfrm>
          <a:prstGeom prst="rect">
            <a:avLst/>
          </a:prstGeom>
        </p:spPr>
      </p:pic>
      <p:pic>
        <p:nvPicPr>
          <p:cNvPr id="108" name="Picture 107" descr="A number eight with white dots&#10;&#10;AI-generated content may be incorrect.">
            <a:extLst>
              <a:ext uri="{FF2B5EF4-FFF2-40B4-BE49-F238E27FC236}">
                <a16:creationId xmlns:a16="http://schemas.microsoft.com/office/drawing/2014/main" id="{51916C60-312F-DEAA-116A-40FC44F7D99F}"/>
              </a:ext>
            </a:extLst>
          </p:cNvPr>
          <p:cNvPicPr>
            <a:picLocks noChangeAspect="1"/>
          </p:cNvPicPr>
          <p:nvPr/>
        </p:nvPicPr>
        <p:blipFill>
          <a:blip r:embed="rId18"/>
          <a:stretch>
            <a:fillRect/>
          </a:stretch>
        </p:blipFill>
        <p:spPr>
          <a:xfrm>
            <a:off x="2626123" y="1234922"/>
            <a:ext cx="482642" cy="482642"/>
          </a:xfrm>
          <a:prstGeom prst="rect">
            <a:avLst/>
          </a:prstGeom>
        </p:spPr>
      </p:pic>
      <p:pic>
        <p:nvPicPr>
          <p:cNvPr id="110" name="Picture 109" descr="A black background with white dots&#10;&#10;AI-generated content may be incorrect.">
            <a:extLst>
              <a:ext uri="{FF2B5EF4-FFF2-40B4-BE49-F238E27FC236}">
                <a16:creationId xmlns:a16="http://schemas.microsoft.com/office/drawing/2014/main" id="{C690C981-AE12-BB6B-314B-5681A0B7C3B1}"/>
              </a:ext>
            </a:extLst>
          </p:cNvPr>
          <p:cNvPicPr>
            <a:picLocks noChangeAspect="1"/>
          </p:cNvPicPr>
          <p:nvPr/>
        </p:nvPicPr>
        <p:blipFill>
          <a:blip r:embed="rId19"/>
          <a:stretch>
            <a:fillRect/>
          </a:stretch>
        </p:blipFill>
        <p:spPr>
          <a:xfrm>
            <a:off x="3557491" y="1234922"/>
            <a:ext cx="482642" cy="482642"/>
          </a:xfrm>
          <a:prstGeom prst="rect">
            <a:avLst/>
          </a:prstGeom>
        </p:spPr>
      </p:pic>
      <p:pic>
        <p:nvPicPr>
          <p:cNvPr id="112" name="Picture 111">
            <a:extLst>
              <a:ext uri="{FF2B5EF4-FFF2-40B4-BE49-F238E27FC236}">
                <a16:creationId xmlns:a16="http://schemas.microsoft.com/office/drawing/2014/main" id="{6F89422B-4DFC-E027-3B96-8ADBABCC7418}"/>
              </a:ext>
            </a:extLst>
          </p:cNvPr>
          <p:cNvPicPr>
            <a:picLocks noChangeAspect="1"/>
          </p:cNvPicPr>
          <p:nvPr/>
        </p:nvPicPr>
        <p:blipFill>
          <a:blip r:embed="rId20"/>
          <a:stretch>
            <a:fillRect/>
          </a:stretch>
        </p:blipFill>
        <p:spPr>
          <a:xfrm>
            <a:off x="7277412" y="4986734"/>
            <a:ext cx="482642" cy="482642"/>
          </a:xfrm>
          <a:prstGeom prst="rect">
            <a:avLst/>
          </a:prstGeom>
        </p:spPr>
      </p:pic>
      <p:pic>
        <p:nvPicPr>
          <p:cNvPr id="114" name="Picture 113">
            <a:extLst>
              <a:ext uri="{FF2B5EF4-FFF2-40B4-BE49-F238E27FC236}">
                <a16:creationId xmlns:a16="http://schemas.microsoft.com/office/drawing/2014/main" id="{E186952F-7119-7CE8-22C2-F6C7A35ED527}"/>
              </a:ext>
            </a:extLst>
          </p:cNvPr>
          <p:cNvPicPr>
            <a:picLocks noChangeAspect="1"/>
          </p:cNvPicPr>
          <p:nvPr/>
        </p:nvPicPr>
        <p:blipFill>
          <a:blip r:embed="rId21"/>
          <a:srcRect/>
          <a:stretch/>
        </p:blipFill>
        <p:spPr>
          <a:xfrm>
            <a:off x="5420227" y="1234922"/>
            <a:ext cx="482642" cy="482642"/>
          </a:xfrm>
          <a:prstGeom prst="rect">
            <a:avLst/>
          </a:prstGeom>
        </p:spPr>
      </p:pic>
      <p:pic>
        <p:nvPicPr>
          <p:cNvPr id="116" name="Picture 115" descr="A black background with white dots&#10;&#10;AI-generated content may be incorrect.">
            <a:extLst>
              <a:ext uri="{FF2B5EF4-FFF2-40B4-BE49-F238E27FC236}">
                <a16:creationId xmlns:a16="http://schemas.microsoft.com/office/drawing/2014/main" id="{A7432371-69F5-45C6-7BEA-39B7A32F754F}"/>
              </a:ext>
            </a:extLst>
          </p:cNvPr>
          <p:cNvPicPr>
            <a:picLocks noChangeAspect="1"/>
          </p:cNvPicPr>
          <p:nvPr/>
        </p:nvPicPr>
        <p:blipFill>
          <a:blip r:embed="rId22"/>
          <a:stretch>
            <a:fillRect/>
          </a:stretch>
        </p:blipFill>
        <p:spPr>
          <a:xfrm>
            <a:off x="2624537" y="4986734"/>
            <a:ext cx="482642" cy="482642"/>
          </a:xfrm>
          <a:prstGeom prst="rect">
            <a:avLst/>
          </a:prstGeom>
        </p:spPr>
      </p:pic>
      <p:pic>
        <p:nvPicPr>
          <p:cNvPr id="118" name="Picture 117" descr="A black and white square with dots&#10;&#10;AI-generated content may be incorrect.">
            <a:extLst>
              <a:ext uri="{FF2B5EF4-FFF2-40B4-BE49-F238E27FC236}">
                <a16:creationId xmlns:a16="http://schemas.microsoft.com/office/drawing/2014/main" id="{C5698058-FD4B-4786-51C6-AE1F82CCECA4}"/>
              </a:ext>
            </a:extLst>
          </p:cNvPr>
          <p:cNvPicPr>
            <a:picLocks noChangeAspect="1"/>
          </p:cNvPicPr>
          <p:nvPr/>
        </p:nvPicPr>
        <p:blipFill>
          <a:blip r:embed="rId23"/>
          <a:stretch>
            <a:fillRect/>
          </a:stretch>
        </p:blipFill>
        <p:spPr>
          <a:xfrm>
            <a:off x="7282963" y="1234922"/>
            <a:ext cx="482642" cy="482642"/>
          </a:xfrm>
          <a:prstGeom prst="rect">
            <a:avLst/>
          </a:prstGeom>
        </p:spPr>
      </p:pic>
      <p:pic>
        <p:nvPicPr>
          <p:cNvPr id="120" name="Picture 119" descr="A black background with white dots&#10;&#10;AI-generated content may be incorrect.">
            <a:extLst>
              <a:ext uri="{FF2B5EF4-FFF2-40B4-BE49-F238E27FC236}">
                <a16:creationId xmlns:a16="http://schemas.microsoft.com/office/drawing/2014/main" id="{35146EF6-9ED5-B390-EE57-CB0BB442CA80}"/>
              </a:ext>
            </a:extLst>
          </p:cNvPr>
          <p:cNvPicPr>
            <a:picLocks noChangeAspect="1"/>
          </p:cNvPicPr>
          <p:nvPr/>
        </p:nvPicPr>
        <p:blipFill>
          <a:blip r:embed="rId24"/>
          <a:stretch>
            <a:fillRect/>
          </a:stretch>
        </p:blipFill>
        <p:spPr>
          <a:xfrm>
            <a:off x="8214331" y="1234922"/>
            <a:ext cx="482642" cy="482642"/>
          </a:xfrm>
          <a:prstGeom prst="rect">
            <a:avLst/>
          </a:prstGeom>
        </p:spPr>
      </p:pic>
      <p:pic>
        <p:nvPicPr>
          <p:cNvPr id="122" name="Picture 121" descr="A black background with white dots&#10;&#10;AI-generated content may be incorrect.">
            <a:extLst>
              <a:ext uri="{FF2B5EF4-FFF2-40B4-BE49-F238E27FC236}">
                <a16:creationId xmlns:a16="http://schemas.microsoft.com/office/drawing/2014/main" id="{B6AEF734-FED1-E9A0-5ADB-0F2AB0A022F3}"/>
              </a:ext>
            </a:extLst>
          </p:cNvPr>
          <p:cNvPicPr>
            <a:picLocks noChangeAspect="1"/>
          </p:cNvPicPr>
          <p:nvPr/>
        </p:nvPicPr>
        <p:blipFill>
          <a:blip r:embed="rId25"/>
          <a:stretch>
            <a:fillRect/>
          </a:stretch>
        </p:blipFill>
        <p:spPr>
          <a:xfrm>
            <a:off x="763387" y="2173381"/>
            <a:ext cx="482642" cy="482642"/>
          </a:xfrm>
          <a:prstGeom prst="rect">
            <a:avLst/>
          </a:prstGeom>
        </p:spPr>
      </p:pic>
      <p:pic>
        <p:nvPicPr>
          <p:cNvPr id="124" name="Picture 123" descr="A black and white cross with white dots&#10;&#10;AI-generated content may be incorrect.">
            <a:extLst>
              <a:ext uri="{FF2B5EF4-FFF2-40B4-BE49-F238E27FC236}">
                <a16:creationId xmlns:a16="http://schemas.microsoft.com/office/drawing/2014/main" id="{967A7379-421F-9041-F11C-EAB63ECB463B}"/>
              </a:ext>
            </a:extLst>
          </p:cNvPr>
          <p:cNvPicPr>
            <a:picLocks noChangeAspect="1"/>
          </p:cNvPicPr>
          <p:nvPr/>
        </p:nvPicPr>
        <p:blipFill>
          <a:blip r:embed="rId26"/>
          <a:stretch>
            <a:fillRect/>
          </a:stretch>
        </p:blipFill>
        <p:spPr>
          <a:xfrm>
            <a:off x="1693962" y="4986734"/>
            <a:ext cx="482642" cy="482642"/>
          </a:xfrm>
          <a:prstGeom prst="rect">
            <a:avLst/>
          </a:prstGeom>
        </p:spPr>
      </p:pic>
      <p:pic>
        <p:nvPicPr>
          <p:cNvPr id="126" name="Picture 125" descr="A heart made of white dots&#10;&#10;AI-generated content may be incorrect.">
            <a:extLst>
              <a:ext uri="{FF2B5EF4-FFF2-40B4-BE49-F238E27FC236}">
                <a16:creationId xmlns:a16="http://schemas.microsoft.com/office/drawing/2014/main" id="{6198F9C0-A1EC-CE48-2E2F-588BB47A8FDC}"/>
              </a:ext>
            </a:extLst>
          </p:cNvPr>
          <p:cNvPicPr>
            <a:picLocks noChangeAspect="1"/>
          </p:cNvPicPr>
          <p:nvPr/>
        </p:nvPicPr>
        <p:blipFill>
          <a:blip r:embed="rId27"/>
          <a:stretch>
            <a:fillRect/>
          </a:stretch>
        </p:blipFill>
        <p:spPr>
          <a:xfrm>
            <a:off x="2626123" y="2173381"/>
            <a:ext cx="482642" cy="482642"/>
          </a:xfrm>
          <a:prstGeom prst="rect">
            <a:avLst/>
          </a:prstGeom>
        </p:spPr>
      </p:pic>
      <p:pic>
        <p:nvPicPr>
          <p:cNvPr id="128" name="Picture 127">
            <a:extLst>
              <a:ext uri="{FF2B5EF4-FFF2-40B4-BE49-F238E27FC236}">
                <a16:creationId xmlns:a16="http://schemas.microsoft.com/office/drawing/2014/main" id="{7246CB26-53D4-529A-99E7-C4AF8F195FB1}"/>
              </a:ext>
            </a:extLst>
          </p:cNvPr>
          <p:cNvPicPr>
            <a:picLocks noChangeAspect="1"/>
          </p:cNvPicPr>
          <p:nvPr/>
        </p:nvPicPr>
        <p:blipFill>
          <a:blip r:embed="rId28"/>
          <a:stretch>
            <a:fillRect/>
          </a:stretch>
        </p:blipFill>
        <p:spPr>
          <a:xfrm>
            <a:off x="3557491" y="2173381"/>
            <a:ext cx="482642" cy="482642"/>
          </a:xfrm>
          <a:prstGeom prst="rect">
            <a:avLst/>
          </a:prstGeom>
        </p:spPr>
      </p:pic>
      <p:pic>
        <p:nvPicPr>
          <p:cNvPr id="130" name="Picture 129" descr="A black background with white dots&#10;&#10;AI-generated content may be incorrect.">
            <a:extLst>
              <a:ext uri="{FF2B5EF4-FFF2-40B4-BE49-F238E27FC236}">
                <a16:creationId xmlns:a16="http://schemas.microsoft.com/office/drawing/2014/main" id="{170A9833-66CA-7435-C601-9F33E3113D97}"/>
              </a:ext>
            </a:extLst>
          </p:cNvPr>
          <p:cNvPicPr>
            <a:picLocks noChangeAspect="1"/>
          </p:cNvPicPr>
          <p:nvPr/>
        </p:nvPicPr>
        <p:blipFill>
          <a:blip r:embed="rId29"/>
          <a:stretch>
            <a:fillRect/>
          </a:stretch>
        </p:blipFill>
        <p:spPr>
          <a:xfrm>
            <a:off x="4488859" y="2173381"/>
            <a:ext cx="482642" cy="482642"/>
          </a:xfrm>
          <a:prstGeom prst="rect">
            <a:avLst/>
          </a:prstGeom>
        </p:spPr>
      </p:pic>
      <p:pic>
        <p:nvPicPr>
          <p:cNvPr id="132" name="Picture 131" descr="A black background with white dots&#10;&#10;AI-generated content may be incorrect.">
            <a:extLst>
              <a:ext uri="{FF2B5EF4-FFF2-40B4-BE49-F238E27FC236}">
                <a16:creationId xmlns:a16="http://schemas.microsoft.com/office/drawing/2014/main" id="{D3BEDDE6-E370-F2B2-A768-256842716458}"/>
              </a:ext>
            </a:extLst>
          </p:cNvPr>
          <p:cNvPicPr>
            <a:picLocks noChangeAspect="1"/>
          </p:cNvPicPr>
          <p:nvPr/>
        </p:nvPicPr>
        <p:blipFill>
          <a:blip r:embed="rId30"/>
          <a:stretch>
            <a:fillRect/>
          </a:stretch>
        </p:blipFill>
        <p:spPr>
          <a:xfrm>
            <a:off x="5420227" y="2173381"/>
            <a:ext cx="482642" cy="482642"/>
          </a:xfrm>
          <a:prstGeom prst="rect">
            <a:avLst/>
          </a:prstGeom>
        </p:spPr>
      </p:pic>
      <p:pic>
        <p:nvPicPr>
          <p:cNvPr id="134" name="Picture 133" descr="A black and white square with white dots&#10;&#10;AI-generated content may be incorrect.">
            <a:extLst>
              <a:ext uri="{FF2B5EF4-FFF2-40B4-BE49-F238E27FC236}">
                <a16:creationId xmlns:a16="http://schemas.microsoft.com/office/drawing/2014/main" id="{6AC184C9-D7D8-F8A1-2344-218A15B7B156}"/>
              </a:ext>
            </a:extLst>
          </p:cNvPr>
          <p:cNvPicPr>
            <a:picLocks noChangeAspect="1"/>
          </p:cNvPicPr>
          <p:nvPr/>
        </p:nvPicPr>
        <p:blipFill>
          <a:blip r:embed="rId31"/>
          <a:stretch>
            <a:fillRect/>
          </a:stretch>
        </p:blipFill>
        <p:spPr>
          <a:xfrm>
            <a:off x="6351595" y="2173381"/>
            <a:ext cx="482642" cy="482642"/>
          </a:xfrm>
          <a:prstGeom prst="rect">
            <a:avLst/>
          </a:prstGeom>
        </p:spPr>
      </p:pic>
      <p:pic>
        <p:nvPicPr>
          <p:cNvPr id="136" name="Picture 135" descr="A black and white dot pattern&#10;&#10;AI-generated content may be incorrect.">
            <a:extLst>
              <a:ext uri="{FF2B5EF4-FFF2-40B4-BE49-F238E27FC236}">
                <a16:creationId xmlns:a16="http://schemas.microsoft.com/office/drawing/2014/main" id="{2F8BB10A-BC8E-66C0-58EB-83C02552D6DC}"/>
              </a:ext>
            </a:extLst>
          </p:cNvPr>
          <p:cNvPicPr>
            <a:picLocks noChangeAspect="1"/>
          </p:cNvPicPr>
          <p:nvPr/>
        </p:nvPicPr>
        <p:blipFill>
          <a:blip r:embed="rId32"/>
          <a:stretch>
            <a:fillRect/>
          </a:stretch>
        </p:blipFill>
        <p:spPr>
          <a:xfrm>
            <a:off x="7282963" y="2173381"/>
            <a:ext cx="482642" cy="482642"/>
          </a:xfrm>
          <a:prstGeom prst="rect">
            <a:avLst/>
          </a:prstGeom>
        </p:spPr>
      </p:pic>
      <p:pic>
        <p:nvPicPr>
          <p:cNvPr id="138" name="Picture 137" descr="A number with white dots on a black background&#10;&#10;AI-generated content may be incorrect.">
            <a:extLst>
              <a:ext uri="{FF2B5EF4-FFF2-40B4-BE49-F238E27FC236}">
                <a16:creationId xmlns:a16="http://schemas.microsoft.com/office/drawing/2014/main" id="{5DBA2FC1-3164-E88A-0726-B31E0F09C454}"/>
              </a:ext>
            </a:extLst>
          </p:cNvPr>
          <p:cNvPicPr>
            <a:picLocks noChangeAspect="1"/>
          </p:cNvPicPr>
          <p:nvPr/>
        </p:nvPicPr>
        <p:blipFill>
          <a:blip r:embed="rId33"/>
          <a:stretch>
            <a:fillRect/>
          </a:stretch>
        </p:blipFill>
        <p:spPr>
          <a:xfrm>
            <a:off x="8214331" y="2173381"/>
            <a:ext cx="482642" cy="482642"/>
          </a:xfrm>
          <a:prstGeom prst="rect">
            <a:avLst/>
          </a:prstGeom>
        </p:spPr>
      </p:pic>
      <p:pic>
        <p:nvPicPr>
          <p:cNvPr id="140" name="Picture 139" descr="A number with dots in the shape of a number&#10;&#10;AI-generated content may be incorrect.">
            <a:extLst>
              <a:ext uri="{FF2B5EF4-FFF2-40B4-BE49-F238E27FC236}">
                <a16:creationId xmlns:a16="http://schemas.microsoft.com/office/drawing/2014/main" id="{796F5B82-F663-2156-BEE1-ED343E936E78}"/>
              </a:ext>
            </a:extLst>
          </p:cNvPr>
          <p:cNvPicPr>
            <a:picLocks noChangeAspect="1"/>
          </p:cNvPicPr>
          <p:nvPr/>
        </p:nvPicPr>
        <p:blipFill>
          <a:blip r:embed="rId34"/>
          <a:stretch>
            <a:fillRect/>
          </a:stretch>
        </p:blipFill>
        <p:spPr>
          <a:xfrm>
            <a:off x="763387" y="3100026"/>
            <a:ext cx="482642" cy="482642"/>
          </a:xfrm>
          <a:prstGeom prst="rect">
            <a:avLst/>
          </a:prstGeom>
        </p:spPr>
      </p:pic>
      <p:pic>
        <p:nvPicPr>
          <p:cNvPr id="142" name="Picture 141" descr="A black and white square with white dots&#10;&#10;AI-generated content may be incorrect.">
            <a:extLst>
              <a:ext uri="{FF2B5EF4-FFF2-40B4-BE49-F238E27FC236}">
                <a16:creationId xmlns:a16="http://schemas.microsoft.com/office/drawing/2014/main" id="{ADC3F2DF-15DB-0E23-8E2E-B72ADE93A11F}"/>
              </a:ext>
            </a:extLst>
          </p:cNvPr>
          <p:cNvPicPr>
            <a:picLocks noChangeAspect="1"/>
          </p:cNvPicPr>
          <p:nvPr/>
        </p:nvPicPr>
        <p:blipFill>
          <a:blip r:embed="rId35"/>
          <a:stretch>
            <a:fillRect/>
          </a:stretch>
        </p:blipFill>
        <p:spPr>
          <a:xfrm>
            <a:off x="1694755" y="3100026"/>
            <a:ext cx="482642" cy="482642"/>
          </a:xfrm>
          <a:prstGeom prst="rect">
            <a:avLst/>
          </a:prstGeom>
        </p:spPr>
      </p:pic>
      <p:pic>
        <p:nvPicPr>
          <p:cNvPr id="144" name="Picture 143" descr="A black and white circle with dots&#10;&#10;AI-generated content may be incorrect.">
            <a:extLst>
              <a:ext uri="{FF2B5EF4-FFF2-40B4-BE49-F238E27FC236}">
                <a16:creationId xmlns:a16="http://schemas.microsoft.com/office/drawing/2014/main" id="{3D47ECF2-EDF3-E28C-053F-F9ABF1B9E4B1}"/>
              </a:ext>
            </a:extLst>
          </p:cNvPr>
          <p:cNvPicPr>
            <a:picLocks noChangeAspect="1"/>
          </p:cNvPicPr>
          <p:nvPr/>
        </p:nvPicPr>
        <p:blipFill>
          <a:blip r:embed="rId36"/>
          <a:stretch>
            <a:fillRect/>
          </a:stretch>
        </p:blipFill>
        <p:spPr>
          <a:xfrm>
            <a:off x="2626123" y="3100026"/>
            <a:ext cx="482642" cy="482642"/>
          </a:xfrm>
          <a:prstGeom prst="rect">
            <a:avLst/>
          </a:prstGeom>
        </p:spPr>
      </p:pic>
      <p:pic>
        <p:nvPicPr>
          <p:cNvPr id="146" name="Picture 145" descr="A black background with white dots&#10;&#10;AI-generated content may be incorrect.">
            <a:extLst>
              <a:ext uri="{FF2B5EF4-FFF2-40B4-BE49-F238E27FC236}">
                <a16:creationId xmlns:a16="http://schemas.microsoft.com/office/drawing/2014/main" id="{0D65D118-E6B4-5F77-9D54-36C72A12BABD}"/>
              </a:ext>
            </a:extLst>
          </p:cNvPr>
          <p:cNvPicPr>
            <a:picLocks noChangeAspect="1"/>
          </p:cNvPicPr>
          <p:nvPr/>
        </p:nvPicPr>
        <p:blipFill>
          <a:blip r:embed="rId37"/>
          <a:stretch>
            <a:fillRect/>
          </a:stretch>
        </p:blipFill>
        <p:spPr>
          <a:xfrm>
            <a:off x="3557491" y="3100026"/>
            <a:ext cx="482642" cy="482642"/>
          </a:xfrm>
          <a:prstGeom prst="rect">
            <a:avLst/>
          </a:prstGeom>
        </p:spPr>
      </p:pic>
      <p:pic>
        <p:nvPicPr>
          <p:cNvPr id="148" name="Picture 147" descr="A black background with white dots&#10;&#10;AI-generated content may be incorrect.">
            <a:extLst>
              <a:ext uri="{FF2B5EF4-FFF2-40B4-BE49-F238E27FC236}">
                <a16:creationId xmlns:a16="http://schemas.microsoft.com/office/drawing/2014/main" id="{654DFA2E-0DBB-A920-C056-6C86CA627668}"/>
              </a:ext>
            </a:extLst>
          </p:cNvPr>
          <p:cNvPicPr>
            <a:picLocks noChangeAspect="1"/>
          </p:cNvPicPr>
          <p:nvPr/>
        </p:nvPicPr>
        <p:blipFill>
          <a:blip r:embed="rId38"/>
          <a:stretch>
            <a:fillRect/>
          </a:stretch>
        </p:blipFill>
        <p:spPr>
          <a:xfrm>
            <a:off x="4488859" y="3100026"/>
            <a:ext cx="482642" cy="482642"/>
          </a:xfrm>
          <a:prstGeom prst="rect">
            <a:avLst/>
          </a:prstGeom>
        </p:spPr>
      </p:pic>
      <p:pic>
        <p:nvPicPr>
          <p:cNvPr id="150" name="Picture 149" descr="A black and white dot pattern&#10;&#10;AI-generated content may be incorrect.">
            <a:extLst>
              <a:ext uri="{FF2B5EF4-FFF2-40B4-BE49-F238E27FC236}">
                <a16:creationId xmlns:a16="http://schemas.microsoft.com/office/drawing/2014/main" id="{8A463023-56C9-728C-CE71-AC0CD476E42B}"/>
              </a:ext>
            </a:extLst>
          </p:cNvPr>
          <p:cNvPicPr>
            <a:picLocks noChangeAspect="1"/>
          </p:cNvPicPr>
          <p:nvPr/>
        </p:nvPicPr>
        <p:blipFill>
          <a:blip r:embed="rId39"/>
          <a:stretch>
            <a:fillRect/>
          </a:stretch>
        </p:blipFill>
        <p:spPr>
          <a:xfrm>
            <a:off x="5420227" y="3100026"/>
            <a:ext cx="482642" cy="482642"/>
          </a:xfrm>
          <a:prstGeom prst="rect">
            <a:avLst/>
          </a:prstGeom>
        </p:spPr>
      </p:pic>
      <p:pic>
        <p:nvPicPr>
          <p:cNvPr id="152" name="Picture 151" descr="A black background with white dots&#10;&#10;AI-generated content may be incorrect.">
            <a:extLst>
              <a:ext uri="{FF2B5EF4-FFF2-40B4-BE49-F238E27FC236}">
                <a16:creationId xmlns:a16="http://schemas.microsoft.com/office/drawing/2014/main" id="{2D424D13-887D-6742-2819-F04E50F14C79}"/>
              </a:ext>
            </a:extLst>
          </p:cNvPr>
          <p:cNvPicPr>
            <a:picLocks noChangeAspect="1"/>
          </p:cNvPicPr>
          <p:nvPr/>
        </p:nvPicPr>
        <p:blipFill>
          <a:blip r:embed="rId40"/>
          <a:stretch>
            <a:fillRect/>
          </a:stretch>
        </p:blipFill>
        <p:spPr>
          <a:xfrm>
            <a:off x="6351595" y="3100026"/>
            <a:ext cx="482642" cy="482642"/>
          </a:xfrm>
          <a:prstGeom prst="rect">
            <a:avLst/>
          </a:prstGeom>
        </p:spPr>
      </p:pic>
      <p:pic>
        <p:nvPicPr>
          <p:cNvPr id="154" name="Picture 153" descr="A black and white background with white dots&#10;&#10;AI-generated content may be incorrect.">
            <a:extLst>
              <a:ext uri="{FF2B5EF4-FFF2-40B4-BE49-F238E27FC236}">
                <a16:creationId xmlns:a16="http://schemas.microsoft.com/office/drawing/2014/main" id="{5103E8E0-9569-EFB0-B6DB-4E1D126C5401}"/>
              </a:ext>
            </a:extLst>
          </p:cNvPr>
          <p:cNvPicPr>
            <a:picLocks noChangeAspect="1"/>
          </p:cNvPicPr>
          <p:nvPr/>
        </p:nvPicPr>
        <p:blipFill>
          <a:blip r:embed="rId41"/>
          <a:stretch>
            <a:fillRect/>
          </a:stretch>
        </p:blipFill>
        <p:spPr>
          <a:xfrm>
            <a:off x="8207987" y="4986734"/>
            <a:ext cx="482642" cy="482642"/>
          </a:xfrm>
          <a:prstGeom prst="rect">
            <a:avLst/>
          </a:prstGeom>
        </p:spPr>
      </p:pic>
      <p:pic>
        <p:nvPicPr>
          <p:cNvPr id="156" name="Picture 155" descr="A black background with white dots&#10;&#10;AI-generated content may be incorrect.">
            <a:extLst>
              <a:ext uri="{FF2B5EF4-FFF2-40B4-BE49-F238E27FC236}">
                <a16:creationId xmlns:a16="http://schemas.microsoft.com/office/drawing/2014/main" id="{872F3CA8-371D-2DF6-36F5-64B239E4EDB6}"/>
              </a:ext>
            </a:extLst>
          </p:cNvPr>
          <p:cNvPicPr>
            <a:picLocks noChangeAspect="1"/>
          </p:cNvPicPr>
          <p:nvPr/>
        </p:nvPicPr>
        <p:blipFill>
          <a:blip r:embed="rId42"/>
          <a:stretch>
            <a:fillRect/>
          </a:stretch>
        </p:blipFill>
        <p:spPr>
          <a:xfrm>
            <a:off x="8214331" y="3100026"/>
            <a:ext cx="482642" cy="482642"/>
          </a:xfrm>
          <a:prstGeom prst="rect">
            <a:avLst/>
          </a:prstGeom>
        </p:spPr>
      </p:pic>
      <p:pic>
        <p:nvPicPr>
          <p:cNvPr id="158" name="Picture 157" descr="A black background with white dots&#10;&#10;AI-generated content may be incorrect.">
            <a:extLst>
              <a:ext uri="{FF2B5EF4-FFF2-40B4-BE49-F238E27FC236}">
                <a16:creationId xmlns:a16="http://schemas.microsoft.com/office/drawing/2014/main" id="{06714896-01DB-D435-AEBA-7FC3A89FDFBE}"/>
              </a:ext>
            </a:extLst>
          </p:cNvPr>
          <p:cNvPicPr>
            <a:picLocks noChangeAspect="1"/>
          </p:cNvPicPr>
          <p:nvPr/>
        </p:nvPicPr>
        <p:blipFill>
          <a:blip r:embed="rId43"/>
          <a:stretch>
            <a:fillRect/>
          </a:stretch>
        </p:blipFill>
        <p:spPr>
          <a:xfrm>
            <a:off x="11008437" y="4986734"/>
            <a:ext cx="482642" cy="482642"/>
          </a:xfrm>
          <a:prstGeom prst="rect">
            <a:avLst/>
          </a:prstGeom>
        </p:spPr>
      </p:pic>
      <p:pic>
        <p:nvPicPr>
          <p:cNvPr id="160" name="Picture 159" descr="A black background with white dots&#10;&#10;AI-generated content may be incorrect.">
            <a:extLst>
              <a:ext uri="{FF2B5EF4-FFF2-40B4-BE49-F238E27FC236}">
                <a16:creationId xmlns:a16="http://schemas.microsoft.com/office/drawing/2014/main" id="{30DF373B-A549-D9CB-3919-4E3A7BCE9D4A}"/>
              </a:ext>
            </a:extLst>
          </p:cNvPr>
          <p:cNvPicPr>
            <a:picLocks noChangeAspect="1"/>
          </p:cNvPicPr>
          <p:nvPr/>
        </p:nvPicPr>
        <p:blipFill>
          <a:blip r:embed="rId44"/>
          <a:stretch>
            <a:fillRect/>
          </a:stretch>
        </p:blipFill>
        <p:spPr>
          <a:xfrm>
            <a:off x="4485687" y="4986734"/>
            <a:ext cx="482642" cy="482642"/>
          </a:xfrm>
          <a:prstGeom prst="rect">
            <a:avLst/>
          </a:prstGeom>
        </p:spPr>
      </p:pic>
      <p:pic>
        <p:nvPicPr>
          <p:cNvPr id="162" name="Picture 161" descr="A black background with white dots&#10;&#10;AI-generated content may be incorrect.">
            <a:extLst>
              <a:ext uri="{FF2B5EF4-FFF2-40B4-BE49-F238E27FC236}">
                <a16:creationId xmlns:a16="http://schemas.microsoft.com/office/drawing/2014/main" id="{BE79FAB6-A392-A6E9-3303-4CA6DA2FD6FC}"/>
              </a:ext>
            </a:extLst>
          </p:cNvPr>
          <p:cNvPicPr>
            <a:picLocks noChangeAspect="1"/>
          </p:cNvPicPr>
          <p:nvPr/>
        </p:nvPicPr>
        <p:blipFill>
          <a:blip r:embed="rId45"/>
          <a:stretch>
            <a:fillRect/>
          </a:stretch>
        </p:blipFill>
        <p:spPr>
          <a:xfrm>
            <a:off x="7282963" y="4051572"/>
            <a:ext cx="482642" cy="482642"/>
          </a:xfrm>
          <a:prstGeom prst="rect">
            <a:avLst/>
          </a:prstGeom>
        </p:spPr>
      </p:pic>
      <p:pic>
        <p:nvPicPr>
          <p:cNvPr id="164" name="Picture 163" descr="A black background with white dots&#10;&#10;AI-generated content may be incorrect.">
            <a:extLst>
              <a:ext uri="{FF2B5EF4-FFF2-40B4-BE49-F238E27FC236}">
                <a16:creationId xmlns:a16="http://schemas.microsoft.com/office/drawing/2014/main" id="{C1696CF7-BDB9-A1ED-8150-527F507DB257}"/>
              </a:ext>
            </a:extLst>
          </p:cNvPr>
          <p:cNvPicPr>
            <a:picLocks noChangeAspect="1"/>
          </p:cNvPicPr>
          <p:nvPr/>
        </p:nvPicPr>
        <p:blipFill>
          <a:blip r:embed="rId46"/>
          <a:stretch>
            <a:fillRect/>
          </a:stretch>
        </p:blipFill>
        <p:spPr>
          <a:xfrm>
            <a:off x="6351595" y="4051572"/>
            <a:ext cx="482642" cy="482642"/>
          </a:xfrm>
          <a:prstGeom prst="rect">
            <a:avLst/>
          </a:prstGeom>
        </p:spPr>
      </p:pic>
      <p:pic>
        <p:nvPicPr>
          <p:cNvPr id="166" name="Picture 165" descr="A black background with white dots&#10;&#10;AI-generated content may be incorrect.">
            <a:extLst>
              <a:ext uri="{FF2B5EF4-FFF2-40B4-BE49-F238E27FC236}">
                <a16:creationId xmlns:a16="http://schemas.microsoft.com/office/drawing/2014/main" id="{EFAA88CB-484F-EB6B-073F-013D86E40DC6}"/>
              </a:ext>
            </a:extLst>
          </p:cNvPr>
          <p:cNvPicPr>
            <a:picLocks noChangeAspect="1"/>
          </p:cNvPicPr>
          <p:nvPr/>
        </p:nvPicPr>
        <p:blipFill>
          <a:blip r:embed="rId47"/>
          <a:stretch>
            <a:fillRect/>
          </a:stretch>
        </p:blipFill>
        <p:spPr>
          <a:xfrm>
            <a:off x="763387" y="4986734"/>
            <a:ext cx="482642" cy="482642"/>
          </a:xfrm>
          <a:prstGeom prst="rect">
            <a:avLst/>
          </a:prstGeom>
        </p:spPr>
      </p:pic>
      <p:pic>
        <p:nvPicPr>
          <p:cNvPr id="168" name="Picture 167" descr="A black background with white dots&#10;&#10;AI-generated content may be incorrect.">
            <a:extLst>
              <a:ext uri="{FF2B5EF4-FFF2-40B4-BE49-F238E27FC236}">
                <a16:creationId xmlns:a16="http://schemas.microsoft.com/office/drawing/2014/main" id="{1150B3FA-F569-79A0-BD9A-B713DAA17243}"/>
              </a:ext>
            </a:extLst>
          </p:cNvPr>
          <p:cNvPicPr>
            <a:picLocks noChangeAspect="1"/>
          </p:cNvPicPr>
          <p:nvPr/>
        </p:nvPicPr>
        <p:blipFill>
          <a:blip r:embed="rId48"/>
          <a:stretch>
            <a:fillRect/>
          </a:stretch>
        </p:blipFill>
        <p:spPr>
          <a:xfrm>
            <a:off x="4488859" y="4051572"/>
            <a:ext cx="482642" cy="482642"/>
          </a:xfrm>
          <a:prstGeom prst="rect">
            <a:avLst/>
          </a:prstGeom>
        </p:spPr>
      </p:pic>
      <p:pic>
        <p:nvPicPr>
          <p:cNvPr id="170" name="Picture 169" descr="A black background with white dots&#10;&#10;AI-generated content may be incorrect.">
            <a:extLst>
              <a:ext uri="{FF2B5EF4-FFF2-40B4-BE49-F238E27FC236}">
                <a16:creationId xmlns:a16="http://schemas.microsoft.com/office/drawing/2014/main" id="{3D4A4C33-2F03-E50B-A03A-608E58991CA9}"/>
              </a:ext>
            </a:extLst>
          </p:cNvPr>
          <p:cNvPicPr>
            <a:picLocks noChangeAspect="1"/>
          </p:cNvPicPr>
          <p:nvPr/>
        </p:nvPicPr>
        <p:blipFill>
          <a:blip r:embed="rId49"/>
          <a:stretch>
            <a:fillRect/>
          </a:stretch>
        </p:blipFill>
        <p:spPr>
          <a:xfrm>
            <a:off x="3557491" y="4051572"/>
            <a:ext cx="482642" cy="482642"/>
          </a:xfrm>
          <a:prstGeom prst="rect">
            <a:avLst/>
          </a:prstGeom>
        </p:spPr>
      </p:pic>
      <p:pic>
        <p:nvPicPr>
          <p:cNvPr id="172" name="Picture 171" descr="A black and white dot pattern&#10;&#10;AI-generated content may be incorrect.">
            <a:extLst>
              <a:ext uri="{FF2B5EF4-FFF2-40B4-BE49-F238E27FC236}">
                <a16:creationId xmlns:a16="http://schemas.microsoft.com/office/drawing/2014/main" id="{C63FAC46-3711-E960-D3ED-A0DE82F29E38}"/>
              </a:ext>
            </a:extLst>
          </p:cNvPr>
          <p:cNvPicPr>
            <a:picLocks noChangeAspect="1"/>
          </p:cNvPicPr>
          <p:nvPr/>
        </p:nvPicPr>
        <p:blipFill>
          <a:blip r:embed="rId50"/>
          <a:stretch>
            <a:fillRect/>
          </a:stretch>
        </p:blipFill>
        <p:spPr>
          <a:xfrm>
            <a:off x="2626123" y="4051572"/>
            <a:ext cx="482642" cy="482642"/>
          </a:xfrm>
          <a:prstGeom prst="rect">
            <a:avLst/>
          </a:prstGeom>
        </p:spPr>
      </p:pic>
      <p:pic>
        <p:nvPicPr>
          <p:cNvPr id="174" name="Picture 173" descr="A black background with white dots&#10;&#10;AI-generated content may be incorrect.">
            <a:extLst>
              <a:ext uri="{FF2B5EF4-FFF2-40B4-BE49-F238E27FC236}">
                <a16:creationId xmlns:a16="http://schemas.microsoft.com/office/drawing/2014/main" id="{C2D9CFC5-A8CE-D8A7-F2F2-42F67795AE58}"/>
              </a:ext>
            </a:extLst>
          </p:cNvPr>
          <p:cNvPicPr>
            <a:picLocks noChangeAspect="1"/>
          </p:cNvPicPr>
          <p:nvPr/>
        </p:nvPicPr>
        <p:blipFill>
          <a:blip r:embed="rId51"/>
          <a:stretch>
            <a:fillRect/>
          </a:stretch>
        </p:blipFill>
        <p:spPr>
          <a:xfrm>
            <a:off x="1694755" y="4051572"/>
            <a:ext cx="482642" cy="482642"/>
          </a:xfrm>
          <a:prstGeom prst="rect">
            <a:avLst/>
          </a:prstGeom>
        </p:spPr>
      </p:pic>
      <p:pic>
        <p:nvPicPr>
          <p:cNvPr id="176" name="Picture 175" descr="A number of dots in a black background&#10;&#10;AI-generated content may be incorrect.">
            <a:extLst>
              <a:ext uri="{FF2B5EF4-FFF2-40B4-BE49-F238E27FC236}">
                <a16:creationId xmlns:a16="http://schemas.microsoft.com/office/drawing/2014/main" id="{C66E68BD-92DD-FF4F-CE1A-08962BDA9DEB}"/>
              </a:ext>
            </a:extLst>
          </p:cNvPr>
          <p:cNvPicPr>
            <a:picLocks noChangeAspect="1"/>
          </p:cNvPicPr>
          <p:nvPr/>
        </p:nvPicPr>
        <p:blipFill>
          <a:blip r:embed="rId52"/>
          <a:stretch>
            <a:fillRect/>
          </a:stretch>
        </p:blipFill>
        <p:spPr>
          <a:xfrm>
            <a:off x="763387" y="4051572"/>
            <a:ext cx="482642" cy="482642"/>
          </a:xfrm>
          <a:prstGeom prst="rect">
            <a:avLst/>
          </a:prstGeom>
        </p:spPr>
      </p:pic>
      <p:pic>
        <p:nvPicPr>
          <p:cNvPr id="178" name="Picture 177" descr="A black background with white dots&#10;&#10;AI-generated content may be incorrect.">
            <a:extLst>
              <a:ext uri="{FF2B5EF4-FFF2-40B4-BE49-F238E27FC236}">
                <a16:creationId xmlns:a16="http://schemas.microsoft.com/office/drawing/2014/main" id="{778696D5-2321-695F-E23A-F60DDEEDC81D}"/>
              </a:ext>
            </a:extLst>
          </p:cNvPr>
          <p:cNvPicPr>
            <a:picLocks noChangeAspect="1"/>
          </p:cNvPicPr>
          <p:nvPr/>
        </p:nvPicPr>
        <p:blipFill>
          <a:blip r:embed="rId53"/>
          <a:stretch>
            <a:fillRect/>
          </a:stretch>
        </p:blipFill>
        <p:spPr>
          <a:xfrm>
            <a:off x="5420227" y="4051572"/>
            <a:ext cx="482642" cy="482642"/>
          </a:xfrm>
          <a:prstGeom prst="rect">
            <a:avLst/>
          </a:prstGeom>
        </p:spPr>
      </p:pic>
      <p:pic>
        <p:nvPicPr>
          <p:cNvPr id="180" name="Picture 179" descr="A black and white square with white dots&#10;&#10;AI-generated content may be incorrect.">
            <a:extLst>
              <a:ext uri="{FF2B5EF4-FFF2-40B4-BE49-F238E27FC236}">
                <a16:creationId xmlns:a16="http://schemas.microsoft.com/office/drawing/2014/main" id="{139FFF5F-A1AC-6D52-18EF-7ED2AD2A8897}"/>
              </a:ext>
            </a:extLst>
          </p:cNvPr>
          <p:cNvPicPr>
            <a:picLocks noChangeAspect="1"/>
          </p:cNvPicPr>
          <p:nvPr/>
        </p:nvPicPr>
        <p:blipFill>
          <a:blip r:embed="rId54"/>
          <a:stretch>
            <a:fillRect/>
          </a:stretch>
        </p:blipFill>
        <p:spPr>
          <a:xfrm>
            <a:off x="1694755" y="2173381"/>
            <a:ext cx="482642" cy="482642"/>
          </a:xfrm>
          <a:prstGeom prst="rect">
            <a:avLst/>
          </a:prstGeom>
        </p:spPr>
      </p:pic>
      <p:pic>
        <p:nvPicPr>
          <p:cNvPr id="182" name="Picture 181" descr="A black background with white dots&#10;&#10;AI-generated content may be incorrect.">
            <a:extLst>
              <a:ext uri="{FF2B5EF4-FFF2-40B4-BE49-F238E27FC236}">
                <a16:creationId xmlns:a16="http://schemas.microsoft.com/office/drawing/2014/main" id="{7849F373-1C76-D0E4-7D1B-E67575BE7A01}"/>
              </a:ext>
            </a:extLst>
          </p:cNvPr>
          <p:cNvPicPr>
            <a:picLocks noChangeAspect="1"/>
          </p:cNvPicPr>
          <p:nvPr/>
        </p:nvPicPr>
        <p:blipFill>
          <a:blip r:embed="rId55"/>
          <a:stretch>
            <a:fillRect/>
          </a:stretch>
        </p:blipFill>
        <p:spPr>
          <a:xfrm>
            <a:off x="6351595" y="1234922"/>
            <a:ext cx="482642" cy="482642"/>
          </a:xfrm>
          <a:prstGeom prst="rect">
            <a:avLst/>
          </a:prstGeom>
        </p:spPr>
      </p:pic>
      <p:pic>
        <p:nvPicPr>
          <p:cNvPr id="184" name="Picture 183" descr="A black background with white dots&#10;&#10;AI-generated content may be incorrect.">
            <a:extLst>
              <a:ext uri="{FF2B5EF4-FFF2-40B4-BE49-F238E27FC236}">
                <a16:creationId xmlns:a16="http://schemas.microsoft.com/office/drawing/2014/main" id="{2DDA2806-C6D9-C19A-0704-188F01F116A7}"/>
              </a:ext>
            </a:extLst>
          </p:cNvPr>
          <p:cNvPicPr>
            <a:picLocks noChangeAspect="1"/>
          </p:cNvPicPr>
          <p:nvPr/>
        </p:nvPicPr>
        <p:blipFill>
          <a:blip r:embed="rId56"/>
          <a:stretch>
            <a:fillRect/>
          </a:stretch>
        </p:blipFill>
        <p:spPr>
          <a:xfrm>
            <a:off x="7282963" y="3100026"/>
            <a:ext cx="482642" cy="482642"/>
          </a:xfrm>
          <a:prstGeom prst="rect">
            <a:avLst/>
          </a:prstGeom>
        </p:spPr>
      </p:pic>
      <p:pic>
        <p:nvPicPr>
          <p:cNvPr id="186" name="Picture 185" descr="A black background with white dots&#10;&#10;AI-generated content may be incorrect.">
            <a:extLst>
              <a:ext uri="{FF2B5EF4-FFF2-40B4-BE49-F238E27FC236}">
                <a16:creationId xmlns:a16="http://schemas.microsoft.com/office/drawing/2014/main" id="{B3CEC434-EA62-C39B-C206-41129DB9F5B6}"/>
              </a:ext>
            </a:extLst>
          </p:cNvPr>
          <p:cNvPicPr>
            <a:picLocks noChangeAspect="1"/>
          </p:cNvPicPr>
          <p:nvPr/>
        </p:nvPicPr>
        <p:blipFill>
          <a:blip r:embed="rId57"/>
          <a:stretch>
            <a:fillRect/>
          </a:stretch>
        </p:blipFill>
        <p:spPr>
          <a:xfrm>
            <a:off x="8214331" y="4051572"/>
            <a:ext cx="482642" cy="482642"/>
          </a:xfrm>
          <a:prstGeom prst="rect">
            <a:avLst/>
          </a:prstGeom>
        </p:spPr>
      </p:pic>
      <p:pic>
        <p:nvPicPr>
          <p:cNvPr id="188" name="Picture 187" descr="A black and white background with dots&#10;&#10;AI-generated content may be incorrect.">
            <a:extLst>
              <a:ext uri="{FF2B5EF4-FFF2-40B4-BE49-F238E27FC236}">
                <a16:creationId xmlns:a16="http://schemas.microsoft.com/office/drawing/2014/main" id="{4E2D43DD-2991-82C8-E5FF-5441F459CEED}"/>
              </a:ext>
            </a:extLst>
          </p:cNvPr>
          <p:cNvPicPr>
            <a:picLocks noChangeAspect="1"/>
          </p:cNvPicPr>
          <p:nvPr/>
        </p:nvPicPr>
        <p:blipFill>
          <a:blip r:embed="rId58"/>
          <a:stretch>
            <a:fillRect/>
          </a:stretch>
        </p:blipFill>
        <p:spPr>
          <a:xfrm>
            <a:off x="10077067" y="1234922"/>
            <a:ext cx="482642" cy="482642"/>
          </a:xfrm>
          <a:prstGeom prst="rect">
            <a:avLst/>
          </a:prstGeom>
        </p:spPr>
      </p:pic>
      <p:pic>
        <p:nvPicPr>
          <p:cNvPr id="190" name="Picture 189" descr="A black background with white dots&#10;&#10;AI-generated content may be incorrect.">
            <a:extLst>
              <a:ext uri="{FF2B5EF4-FFF2-40B4-BE49-F238E27FC236}">
                <a16:creationId xmlns:a16="http://schemas.microsoft.com/office/drawing/2014/main" id="{79AEBF3F-713E-CAED-E24F-5C6C191C7230}"/>
              </a:ext>
            </a:extLst>
          </p:cNvPr>
          <p:cNvPicPr>
            <a:picLocks noChangeAspect="1"/>
          </p:cNvPicPr>
          <p:nvPr/>
        </p:nvPicPr>
        <p:blipFill>
          <a:blip r:embed="rId59"/>
          <a:stretch>
            <a:fillRect/>
          </a:stretch>
        </p:blipFill>
        <p:spPr>
          <a:xfrm>
            <a:off x="6346837" y="4986734"/>
            <a:ext cx="482642" cy="482642"/>
          </a:xfrm>
          <a:prstGeom prst="rect">
            <a:avLst/>
          </a:prstGeom>
        </p:spPr>
      </p:pic>
      <p:pic>
        <p:nvPicPr>
          <p:cNvPr id="192" name="Picture 191" descr="A black background with white dots&#10;&#10;AI-generated content may be incorrect.">
            <a:extLst>
              <a:ext uri="{FF2B5EF4-FFF2-40B4-BE49-F238E27FC236}">
                <a16:creationId xmlns:a16="http://schemas.microsoft.com/office/drawing/2014/main" id="{47E46881-95C8-59C4-F903-F2EEE886787C}"/>
              </a:ext>
            </a:extLst>
          </p:cNvPr>
          <p:cNvPicPr>
            <a:picLocks noChangeAspect="1"/>
          </p:cNvPicPr>
          <p:nvPr/>
        </p:nvPicPr>
        <p:blipFill>
          <a:blip r:embed="rId60"/>
          <a:stretch>
            <a:fillRect/>
          </a:stretch>
        </p:blipFill>
        <p:spPr>
          <a:xfrm>
            <a:off x="3555112" y="4986734"/>
            <a:ext cx="482642" cy="482642"/>
          </a:xfrm>
          <a:prstGeom prst="rect">
            <a:avLst/>
          </a:prstGeom>
        </p:spPr>
      </p:pic>
      <p:sp>
        <p:nvSpPr>
          <p:cNvPr id="2" name="TextBox 1">
            <a:extLst>
              <a:ext uri="{FF2B5EF4-FFF2-40B4-BE49-F238E27FC236}">
                <a16:creationId xmlns:a16="http://schemas.microsoft.com/office/drawing/2014/main" id="{02066429-2640-24C2-D71B-9A8AAE609663}"/>
              </a:ext>
            </a:extLst>
          </p:cNvPr>
          <p:cNvSpPr txBox="1"/>
          <p:nvPr/>
        </p:nvSpPr>
        <p:spPr>
          <a:xfrm>
            <a:off x="581922" y="1688601"/>
            <a:ext cx="845573" cy="253916"/>
          </a:xfrm>
          <a:prstGeom prst="rect">
            <a:avLst/>
          </a:prstGeom>
          <a:noFill/>
        </p:spPr>
        <p:txBody>
          <a:bodyPr wrap="none" rtlCol="0">
            <a:spAutoFit/>
          </a:bodyPr>
          <a:lstStyle/>
          <a:p>
            <a:pPr algn="ctr"/>
            <a:r>
              <a:rPr lang="en-US" sz="1000"/>
              <a:t>Credit cards</a:t>
            </a:r>
          </a:p>
        </p:txBody>
      </p:sp>
      <p:sp>
        <p:nvSpPr>
          <p:cNvPr id="3" name="TextBox 2">
            <a:extLst>
              <a:ext uri="{FF2B5EF4-FFF2-40B4-BE49-F238E27FC236}">
                <a16:creationId xmlns:a16="http://schemas.microsoft.com/office/drawing/2014/main" id="{040A04D7-C5E2-CDEC-07D8-CD256E0BAFE0}"/>
              </a:ext>
            </a:extLst>
          </p:cNvPr>
          <p:cNvSpPr txBox="1"/>
          <p:nvPr/>
        </p:nvSpPr>
        <p:spPr>
          <a:xfrm>
            <a:off x="8181691" y="4499482"/>
            <a:ext cx="538930" cy="246221"/>
          </a:xfrm>
          <a:prstGeom prst="rect">
            <a:avLst/>
          </a:prstGeom>
          <a:noFill/>
        </p:spPr>
        <p:txBody>
          <a:bodyPr wrap="none" rtlCol="0">
            <a:spAutoFit/>
          </a:bodyPr>
          <a:lstStyle/>
          <a:p>
            <a:pPr algn="ctr"/>
            <a:r>
              <a:rPr lang="en-US" sz="1000"/>
              <a:t>Trophy</a:t>
            </a:r>
          </a:p>
        </p:txBody>
      </p:sp>
      <p:sp>
        <p:nvSpPr>
          <p:cNvPr id="4" name="TextBox 3">
            <a:extLst>
              <a:ext uri="{FF2B5EF4-FFF2-40B4-BE49-F238E27FC236}">
                <a16:creationId xmlns:a16="http://schemas.microsoft.com/office/drawing/2014/main" id="{70A05BA9-A3B8-A6BB-6C86-6C3E73A1FB2A}"/>
              </a:ext>
            </a:extLst>
          </p:cNvPr>
          <p:cNvSpPr txBox="1"/>
          <p:nvPr/>
        </p:nvSpPr>
        <p:spPr>
          <a:xfrm>
            <a:off x="1680447" y="5425016"/>
            <a:ext cx="516487" cy="246221"/>
          </a:xfrm>
          <a:prstGeom prst="rect">
            <a:avLst/>
          </a:prstGeom>
          <a:noFill/>
        </p:spPr>
        <p:txBody>
          <a:bodyPr wrap="none" rtlCol="0">
            <a:spAutoFit/>
          </a:bodyPr>
          <a:lstStyle/>
          <a:p>
            <a:pPr algn="ctr"/>
            <a:r>
              <a:rPr lang="en-US" sz="1000"/>
              <a:t>Health</a:t>
            </a:r>
          </a:p>
        </p:txBody>
      </p:sp>
      <p:sp>
        <p:nvSpPr>
          <p:cNvPr id="5" name="TextBox 4">
            <a:extLst>
              <a:ext uri="{FF2B5EF4-FFF2-40B4-BE49-F238E27FC236}">
                <a16:creationId xmlns:a16="http://schemas.microsoft.com/office/drawing/2014/main" id="{014486E9-3D52-E415-BB2F-6E2D18E4FB85}"/>
              </a:ext>
            </a:extLst>
          </p:cNvPr>
          <p:cNvSpPr txBox="1"/>
          <p:nvPr/>
        </p:nvSpPr>
        <p:spPr>
          <a:xfrm>
            <a:off x="10874495" y="2630071"/>
            <a:ext cx="750526" cy="246221"/>
          </a:xfrm>
          <a:prstGeom prst="rect">
            <a:avLst/>
          </a:prstGeom>
          <a:noFill/>
        </p:spPr>
        <p:txBody>
          <a:bodyPr wrap="none" rtlCol="0">
            <a:spAutoFit/>
          </a:bodyPr>
          <a:lstStyle/>
          <a:p>
            <a:pPr algn="ctr"/>
            <a:r>
              <a:rPr lang="en-US" sz="1000"/>
              <a:t>Automotive</a:t>
            </a:r>
          </a:p>
        </p:txBody>
      </p:sp>
      <p:sp>
        <p:nvSpPr>
          <p:cNvPr id="6" name="TextBox 5">
            <a:extLst>
              <a:ext uri="{FF2B5EF4-FFF2-40B4-BE49-F238E27FC236}">
                <a16:creationId xmlns:a16="http://schemas.microsoft.com/office/drawing/2014/main" id="{20A04486-35D1-76AF-73AA-F8156EAA6EAF}"/>
              </a:ext>
            </a:extLst>
          </p:cNvPr>
          <p:cNvSpPr txBox="1"/>
          <p:nvPr/>
        </p:nvSpPr>
        <p:spPr>
          <a:xfrm>
            <a:off x="10930601" y="3545767"/>
            <a:ext cx="638315" cy="246221"/>
          </a:xfrm>
          <a:prstGeom prst="rect">
            <a:avLst/>
          </a:prstGeom>
          <a:noFill/>
        </p:spPr>
        <p:txBody>
          <a:bodyPr wrap="none" rtlCol="0">
            <a:spAutoFit/>
          </a:bodyPr>
          <a:lstStyle/>
          <a:p>
            <a:pPr algn="ctr"/>
            <a:r>
              <a:rPr lang="en-US" sz="1000"/>
              <a:t>Analytics</a:t>
            </a:r>
          </a:p>
        </p:txBody>
      </p:sp>
      <p:sp>
        <p:nvSpPr>
          <p:cNvPr id="8" name="TextBox 7">
            <a:extLst>
              <a:ext uri="{FF2B5EF4-FFF2-40B4-BE49-F238E27FC236}">
                <a16:creationId xmlns:a16="http://schemas.microsoft.com/office/drawing/2014/main" id="{60771EA2-A771-E967-A66C-81F417606083}"/>
              </a:ext>
            </a:extLst>
          </p:cNvPr>
          <p:cNvSpPr txBox="1"/>
          <p:nvPr/>
        </p:nvSpPr>
        <p:spPr>
          <a:xfrm>
            <a:off x="3436679" y="2630071"/>
            <a:ext cx="708848" cy="246221"/>
          </a:xfrm>
          <a:prstGeom prst="rect">
            <a:avLst/>
          </a:prstGeom>
          <a:noFill/>
        </p:spPr>
        <p:txBody>
          <a:bodyPr wrap="none" rtlCol="0">
            <a:spAutoFit/>
          </a:bodyPr>
          <a:lstStyle/>
          <a:p>
            <a:pPr algn="ctr"/>
            <a:r>
              <a:rPr lang="en-US" sz="1000"/>
              <a:t>Household</a:t>
            </a:r>
          </a:p>
        </p:txBody>
      </p:sp>
      <p:sp>
        <p:nvSpPr>
          <p:cNvPr id="9" name="TextBox 8">
            <a:extLst>
              <a:ext uri="{FF2B5EF4-FFF2-40B4-BE49-F238E27FC236}">
                <a16:creationId xmlns:a16="http://schemas.microsoft.com/office/drawing/2014/main" id="{B17C2E35-6469-9279-C301-2BE5A238846F}"/>
              </a:ext>
            </a:extLst>
          </p:cNvPr>
          <p:cNvSpPr txBox="1"/>
          <p:nvPr/>
        </p:nvSpPr>
        <p:spPr>
          <a:xfrm>
            <a:off x="6307483" y="2630071"/>
            <a:ext cx="545341" cy="246221"/>
          </a:xfrm>
          <a:prstGeom prst="rect">
            <a:avLst/>
          </a:prstGeom>
          <a:noFill/>
        </p:spPr>
        <p:txBody>
          <a:bodyPr wrap="none" rtlCol="0">
            <a:spAutoFit/>
          </a:bodyPr>
          <a:lstStyle/>
          <a:p>
            <a:pPr algn="ctr"/>
            <a:r>
              <a:rPr lang="en-US" sz="1000"/>
              <a:t>Laptop</a:t>
            </a:r>
          </a:p>
        </p:txBody>
      </p:sp>
      <p:sp>
        <p:nvSpPr>
          <p:cNvPr id="10" name="TextBox 9">
            <a:extLst>
              <a:ext uri="{FF2B5EF4-FFF2-40B4-BE49-F238E27FC236}">
                <a16:creationId xmlns:a16="http://schemas.microsoft.com/office/drawing/2014/main" id="{E1C67B98-B548-8517-9E6E-10C4FDB762DA}"/>
              </a:ext>
            </a:extLst>
          </p:cNvPr>
          <p:cNvSpPr txBox="1"/>
          <p:nvPr/>
        </p:nvSpPr>
        <p:spPr>
          <a:xfrm>
            <a:off x="3513623" y="4499482"/>
            <a:ext cx="554960" cy="246221"/>
          </a:xfrm>
          <a:prstGeom prst="rect">
            <a:avLst/>
          </a:prstGeom>
          <a:noFill/>
        </p:spPr>
        <p:txBody>
          <a:bodyPr wrap="none" rtlCol="0">
            <a:spAutoFit/>
          </a:bodyPr>
          <a:lstStyle/>
          <a:p>
            <a:pPr algn="ctr"/>
            <a:r>
              <a:rPr lang="en-US" sz="1000"/>
              <a:t>Service</a:t>
            </a:r>
          </a:p>
        </p:txBody>
      </p:sp>
      <p:sp>
        <p:nvSpPr>
          <p:cNvPr id="11" name="TextBox 10">
            <a:extLst>
              <a:ext uri="{FF2B5EF4-FFF2-40B4-BE49-F238E27FC236}">
                <a16:creationId xmlns:a16="http://schemas.microsoft.com/office/drawing/2014/main" id="{1B27C157-D579-06AB-D5BC-C6632ADC9D27}"/>
              </a:ext>
            </a:extLst>
          </p:cNvPr>
          <p:cNvSpPr txBox="1"/>
          <p:nvPr/>
        </p:nvSpPr>
        <p:spPr>
          <a:xfrm>
            <a:off x="802570" y="3545767"/>
            <a:ext cx="404277" cy="246221"/>
          </a:xfrm>
          <a:prstGeom prst="rect">
            <a:avLst/>
          </a:prstGeom>
          <a:noFill/>
        </p:spPr>
        <p:txBody>
          <a:bodyPr wrap="none" rtlCol="0">
            <a:spAutoFit/>
          </a:bodyPr>
          <a:lstStyle/>
          <a:p>
            <a:pPr algn="ctr"/>
            <a:r>
              <a:rPr lang="en-US" sz="1000"/>
              <a:t>Lock</a:t>
            </a:r>
          </a:p>
        </p:txBody>
      </p:sp>
      <p:sp>
        <p:nvSpPr>
          <p:cNvPr id="12" name="TextBox 11">
            <a:extLst>
              <a:ext uri="{FF2B5EF4-FFF2-40B4-BE49-F238E27FC236}">
                <a16:creationId xmlns:a16="http://schemas.microsoft.com/office/drawing/2014/main" id="{19F1C80F-AB74-25AC-2591-9AB02236117E}"/>
              </a:ext>
            </a:extLst>
          </p:cNvPr>
          <p:cNvSpPr txBox="1"/>
          <p:nvPr/>
        </p:nvSpPr>
        <p:spPr>
          <a:xfrm>
            <a:off x="607805" y="4499482"/>
            <a:ext cx="793807" cy="246221"/>
          </a:xfrm>
          <a:prstGeom prst="rect">
            <a:avLst/>
          </a:prstGeom>
          <a:noFill/>
        </p:spPr>
        <p:txBody>
          <a:bodyPr wrap="none" rtlCol="0">
            <a:spAutoFit/>
          </a:bodyPr>
          <a:lstStyle/>
          <a:p>
            <a:pPr algn="ctr"/>
            <a:r>
              <a:rPr lang="en-US" sz="1000"/>
              <a:t>Smartphone</a:t>
            </a:r>
          </a:p>
        </p:txBody>
      </p:sp>
      <p:sp>
        <p:nvSpPr>
          <p:cNvPr id="13" name="TextBox 12">
            <a:extLst>
              <a:ext uri="{FF2B5EF4-FFF2-40B4-BE49-F238E27FC236}">
                <a16:creationId xmlns:a16="http://schemas.microsoft.com/office/drawing/2014/main" id="{5D03C33B-4814-F679-0925-2B009ABB6EBD}"/>
              </a:ext>
            </a:extLst>
          </p:cNvPr>
          <p:cNvSpPr txBox="1"/>
          <p:nvPr/>
        </p:nvSpPr>
        <p:spPr>
          <a:xfrm>
            <a:off x="10990712" y="4499482"/>
            <a:ext cx="518091" cy="246221"/>
          </a:xfrm>
          <a:prstGeom prst="rect">
            <a:avLst/>
          </a:prstGeom>
          <a:noFill/>
        </p:spPr>
        <p:txBody>
          <a:bodyPr wrap="none" rtlCol="0">
            <a:spAutoFit/>
          </a:bodyPr>
          <a:lstStyle/>
          <a:p>
            <a:pPr algn="ctr"/>
            <a:r>
              <a:rPr lang="en-US" sz="1000"/>
              <a:t>Bot/AI</a:t>
            </a:r>
          </a:p>
        </p:txBody>
      </p:sp>
      <p:sp>
        <p:nvSpPr>
          <p:cNvPr id="14" name="TextBox 13">
            <a:extLst>
              <a:ext uri="{FF2B5EF4-FFF2-40B4-BE49-F238E27FC236}">
                <a16:creationId xmlns:a16="http://schemas.microsoft.com/office/drawing/2014/main" id="{A45CEF5E-686D-FFEE-968C-477B86BB337A}"/>
              </a:ext>
            </a:extLst>
          </p:cNvPr>
          <p:cNvSpPr txBox="1"/>
          <p:nvPr/>
        </p:nvSpPr>
        <p:spPr>
          <a:xfrm>
            <a:off x="9851107" y="2630071"/>
            <a:ext cx="942886" cy="246221"/>
          </a:xfrm>
          <a:prstGeom prst="rect">
            <a:avLst/>
          </a:prstGeom>
          <a:noFill/>
        </p:spPr>
        <p:txBody>
          <a:bodyPr wrap="none" rtlCol="0">
            <a:spAutoFit/>
          </a:bodyPr>
          <a:lstStyle/>
          <a:p>
            <a:pPr algn="ctr"/>
            <a:r>
              <a:rPr lang="en-US" sz="1000"/>
              <a:t>Chat/Message</a:t>
            </a:r>
          </a:p>
        </p:txBody>
      </p:sp>
      <p:sp>
        <p:nvSpPr>
          <p:cNvPr id="15" name="TextBox 14">
            <a:extLst>
              <a:ext uri="{FF2B5EF4-FFF2-40B4-BE49-F238E27FC236}">
                <a16:creationId xmlns:a16="http://schemas.microsoft.com/office/drawing/2014/main" id="{E6406A52-9D58-1933-8088-1CACC7315E42}"/>
              </a:ext>
            </a:extLst>
          </p:cNvPr>
          <p:cNvSpPr txBox="1"/>
          <p:nvPr/>
        </p:nvSpPr>
        <p:spPr>
          <a:xfrm>
            <a:off x="4459513" y="4499482"/>
            <a:ext cx="532517" cy="246221"/>
          </a:xfrm>
          <a:prstGeom prst="rect">
            <a:avLst/>
          </a:prstGeom>
          <a:noFill/>
        </p:spPr>
        <p:txBody>
          <a:bodyPr wrap="none" rtlCol="0">
            <a:spAutoFit/>
          </a:bodyPr>
          <a:lstStyle/>
          <a:p>
            <a:pPr algn="ctr"/>
            <a:r>
              <a:rPr lang="en-US" sz="1000"/>
              <a:t>Search</a:t>
            </a:r>
          </a:p>
        </p:txBody>
      </p:sp>
      <p:sp>
        <p:nvSpPr>
          <p:cNvPr id="16" name="TextBox 15">
            <a:extLst>
              <a:ext uri="{FF2B5EF4-FFF2-40B4-BE49-F238E27FC236}">
                <a16:creationId xmlns:a16="http://schemas.microsoft.com/office/drawing/2014/main" id="{ABCDE2CE-801C-6A74-91F1-DA0209152B81}"/>
              </a:ext>
            </a:extLst>
          </p:cNvPr>
          <p:cNvSpPr txBox="1"/>
          <p:nvPr/>
        </p:nvSpPr>
        <p:spPr>
          <a:xfrm>
            <a:off x="1732544" y="3545767"/>
            <a:ext cx="412292" cy="246221"/>
          </a:xfrm>
          <a:prstGeom prst="rect">
            <a:avLst/>
          </a:prstGeom>
          <a:noFill/>
        </p:spPr>
        <p:txBody>
          <a:bodyPr wrap="none" rtlCol="0">
            <a:spAutoFit/>
          </a:bodyPr>
          <a:lstStyle/>
          <a:p>
            <a:pPr algn="ctr"/>
            <a:r>
              <a:rPr lang="en-US" sz="1000"/>
              <a:t>Mail</a:t>
            </a:r>
          </a:p>
        </p:txBody>
      </p:sp>
      <p:sp>
        <p:nvSpPr>
          <p:cNvPr id="17" name="TextBox 16">
            <a:extLst>
              <a:ext uri="{FF2B5EF4-FFF2-40B4-BE49-F238E27FC236}">
                <a16:creationId xmlns:a16="http://schemas.microsoft.com/office/drawing/2014/main" id="{D0C091DA-A2B3-1674-2041-FCFD05EE990A}"/>
              </a:ext>
            </a:extLst>
          </p:cNvPr>
          <p:cNvSpPr txBox="1"/>
          <p:nvPr/>
        </p:nvSpPr>
        <p:spPr>
          <a:xfrm>
            <a:off x="1612319" y="1692449"/>
            <a:ext cx="652743" cy="246221"/>
          </a:xfrm>
          <a:prstGeom prst="rect">
            <a:avLst/>
          </a:prstGeom>
          <a:noFill/>
        </p:spPr>
        <p:txBody>
          <a:bodyPr wrap="none" rtlCol="0">
            <a:spAutoFit/>
          </a:bodyPr>
          <a:lstStyle/>
          <a:p>
            <a:pPr algn="ctr"/>
            <a:r>
              <a:rPr lang="en-US" sz="1000"/>
              <a:t>Customer</a:t>
            </a:r>
          </a:p>
        </p:txBody>
      </p:sp>
      <p:sp>
        <p:nvSpPr>
          <p:cNvPr id="18" name="TextBox 17">
            <a:extLst>
              <a:ext uri="{FF2B5EF4-FFF2-40B4-BE49-F238E27FC236}">
                <a16:creationId xmlns:a16="http://schemas.microsoft.com/office/drawing/2014/main" id="{2CACF37F-C7B6-3BD0-38C3-45D493445194}"/>
              </a:ext>
            </a:extLst>
          </p:cNvPr>
          <p:cNvSpPr txBox="1"/>
          <p:nvPr/>
        </p:nvSpPr>
        <p:spPr>
          <a:xfrm>
            <a:off x="8149631" y="2630071"/>
            <a:ext cx="603049" cy="246221"/>
          </a:xfrm>
          <a:prstGeom prst="rect">
            <a:avLst/>
          </a:prstGeom>
          <a:noFill/>
        </p:spPr>
        <p:txBody>
          <a:bodyPr wrap="none" rtlCol="0">
            <a:spAutoFit/>
          </a:bodyPr>
          <a:lstStyle/>
          <a:p>
            <a:pPr algn="ctr"/>
            <a:r>
              <a:rPr lang="en-US" sz="1000"/>
              <a:t>Location</a:t>
            </a:r>
          </a:p>
        </p:txBody>
      </p:sp>
      <p:sp>
        <p:nvSpPr>
          <p:cNvPr id="19" name="TextBox 18">
            <a:extLst>
              <a:ext uri="{FF2B5EF4-FFF2-40B4-BE49-F238E27FC236}">
                <a16:creationId xmlns:a16="http://schemas.microsoft.com/office/drawing/2014/main" id="{5E4EC83F-B904-8493-7044-C5DF3B7A52F4}"/>
              </a:ext>
            </a:extLst>
          </p:cNvPr>
          <p:cNvSpPr txBox="1"/>
          <p:nvPr/>
        </p:nvSpPr>
        <p:spPr>
          <a:xfrm>
            <a:off x="1589877" y="2630071"/>
            <a:ext cx="697627" cy="246221"/>
          </a:xfrm>
          <a:prstGeom prst="rect">
            <a:avLst/>
          </a:prstGeom>
          <a:noFill/>
        </p:spPr>
        <p:txBody>
          <a:bodyPr wrap="none" rtlCol="0">
            <a:spAutoFit/>
          </a:bodyPr>
          <a:lstStyle/>
          <a:p>
            <a:pPr algn="ctr"/>
            <a:r>
              <a:rPr lang="en-US" sz="1000"/>
              <a:t>Storefront</a:t>
            </a:r>
          </a:p>
        </p:txBody>
      </p:sp>
      <p:sp>
        <p:nvSpPr>
          <p:cNvPr id="20" name="TextBox 19">
            <a:extLst>
              <a:ext uri="{FF2B5EF4-FFF2-40B4-BE49-F238E27FC236}">
                <a16:creationId xmlns:a16="http://schemas.microsoft.com/office/drawing/2014/main" id="{4060F0FF-310C-FB48-F755-AB1372C0F17D}"/>
              </a:ext>
            </a:extLst>
          </p:cNvPr>
          <p:cNvSpPr txBox="1"/>
          <p:nvPr/>
        </p:nvSpPr>
        <p:spPr>
          <a:xfrm>
            <a:off x="2631593" y="4499482"/>
            <a:ext cx="476412" cy="246221"/>
          </a:xfrm>
          <a:prstGeom prst="rect">
            <a:avLst/>
          </a:prstGeom>
          <a:noFill/>
        </p:spPr>
        <p:txBody>
          <a:bodyPr wrap="none" rtlCol="0">
            <a:spAutoFit/>
          </a:bodyPr>
          <a:lstStyle/>
          <a:p>
            <a:pPr algn="ctr"/>
            <a:r>
              <a:rPr lang="en-US" sz="1000"/>
              <a:t>Retail</a:t>
            </a:r>
          </a:p>
        </p:txBody>
      </p:sp>
      <p:sp>
        <p:nvSpPr>
          <p:cNvPr id="21" name="TextBox 20">
            <a:extLst>
              <a:ext uri="{FF2B5EF4-FFF2-40B4-BE49-F238E27FC236}">
                <a16:creationId xmlns:a16="http://schemas.microsoft.com/office/drawing/2014/main" id="{DED17334-0E4A-CC40-5B02-C1EABC8A3A4B}"/>
              </a:ext>
            </a:extLst>
          </p:cNvPr>
          <p:cNvSpPr txBox="1"/>
          <p:nvPr/>
        </p:nvSpPr>
        <p:spPr>
          <a:xfrm>
            <a:off x="3425459" y="1692449"/>
            <a:ext cx="731289" cy="246221"/>
          </a:xfrm>
          <a:prstGeom prst="rect">
            <a:avLst/>
          </a:prstGeom>
          <a:noFill/>
        </p:spPr>
        <p:txBody>
          <a:bodyPr wrap="none" rtlCol="0">
            <a:spAutoFit/>
          </a:bodyPr>
          <a:lstStyle/>
          <a:p>
            <a:pPr algn="ctr"/>
            <a:r>
              <a:rPr lang="en-US" sz="1000"/>
              <a:t>Direct mail</a:t>
            </a:r>
          </a:p>
        </p:txBody>
      </p:sp>
      <p:sp>
        <p:nvSpPr>
          <p:cNvPr id="22" name="TextBox 21">
            <a:extLst>
              <a:ext uri="{FF2B5EF4-FFF2-40B4-BE49-F238E27FC236}">
                <a16:creationId xmlns:a16="http://schemas.microsoft.com/office/drawing/2014/main" id="{E26D7F26-3746-766A-5B93-2C83E6BFDDFE}"/>
              </a:ext>
            </a:extLst>
          </p:cNvPr>
          <p:cNvSpPr txBox="1"/>
          <p:nvPr/>
        </p:nvSpPr>
        <p:spPr>
          <a:xfrm>
            <a:off x="6275423" y="4499482"/>
            <a:ext cx="609461" cy="246221"/>
          </a:xfrm>
          <a:prstGeom prst="rect">
            <a:avLst/>
          </a:prstGeom>
          <a:noFill/>
        </p:spPr>
        <p:txBody>
          <a:bodyPr wrap="none" rtlCol="0">
            <a:spAutoFit/>
          </a:bodyPr>
          <a:lstStyle/>
          <a:p>
            <a:pPr algn="ctr"/>
            <a:r>
              <a:rPr lang="en-US" sz="1000"/>
              <a:t>Revenue</a:t>
            </a:r>
          </a:p>
        </p:txBody>
      </p:sp>
      <p:sp>
        <p:nvSpPr>
          <p:cNvPr id="23" name="TextBox 22">
            <a:extLst>
              <a:ext uri="{FF2B5EF4-FFF2-40B4-BE49-F238E27FC236}">
                <a16:creationId xmlns:a16="http://schemas.microsoft.com/office/drawing/2014/main" id="{4D1C75BA-E213-059F-F9FF-C64AC0C4BE6D}"/>
              </a:ext>
            </a:extLst>
          </p:cNvPr>
          <p:cNvSpPr txBox="1"/>
          <p:nvPr/>
        </p:nvSpPr>
        <p:spPr>
          <a:xfrm>
            <a:off x="5393131" y="3545767"/>
            <a:ext cx="532517" cy="246221"/>
          </a:xfrm>
          <a:prstGeom prst="rect">
            <a:avLst/>
          </a:prstGeom>
          <a:noFill/>
        </p:spPr>
        <p:txBody>
          <a:bodyPr wrap="none" rtlCol="0">
            <a:spAutoFit/>
          </a:bodyPr>
          <a:lstStyle/>
          <a:p>
            <a:pPr algn="ctr"/>
            <a:r>
              <a:rPr lang="en-US" sz="1000"/>
              <a:t>Money</a:t>
            </a:r>
          </a:p>
        </p:txBody>
      </p:sp>
      <p:sp>
        <p:nvSpPr>
          <p:cNvPr id="24" name="TextBox 23">
            <a:extLst>
              <a:ext uri="{FF2B5EF4-FFF2-40B4-BE49-F238E27FC236}">
                <a16:creationId xmlns:a16="http://schemas.microsoft.com/office/drawing/2014/main" id="{D14B0E0C-4FAA-ACBF-68FF-2BDA199CD85F}"/>
              </a:ext>
            </a:extLst>
          </p:cNvPr>
          <p:cNvSpPr txBox="1"/>
          <p:nvPr/>
        </p:nvSpPr>
        <p:spPr>
          <a:xfrm>
            <a:off x="8167264" y="1692449"/>
            <a:ext cx="567784" cy="246221"/>
          </a:xfrm>
          <a:prstGeom prst="rect">
            <a:avLst/>
          </a:prstGeom>
          <a:noFill/>
        </p:spPr>
        <p:txBody>
          <a:bodyPr wrap="none" rtlCol="0">
            <a:spAutoFit/>
          </a:bodyPr>
          <a:lstStyle/>
          <a:p>
            <a:pPr algn="ctr"/>
            <a:r>
              <a:rPr lang="en-US" sz="1000"/>
              <a:t>Growth</a:t>
            </a:r>
          </a:p>
        </p:txBody>
      </p:sp>
      <p:sp>
        <p:nvSpPr>
          <p:cNvPr id="25" name="TextBox 24">
            <a:extLst>
              <a:ext uri="{FF2B5EF4-FFF2-40B4-BE49-F238E27FC236}">
                <a16:creationId xmlns:a16="http://schemas.microsoft.com/office/drawing/2014/main" id="{BA709D0B-D8EA-4D8E-D550-F795DC0F84E6}"/>
              </a:ext>
            </a:extLst>
          </p:cNvPr>
          <p:cNvSpPr txBox="1"/>
          <p:nvPr/>
        </p:nvSpPr>
        <p:spPr>
          <a:xfrm>
            <a:off x="9965721" y="1692449"/>
            <a:ext cx="713657" cy="246221"/>
          </a:xfrm>
          <a:prstGeom prst="rect">
            <a:avLst/>
          </a:prstGeom>
          <a:noFill/>
        </p:spPr>
        <p:txBody>
          <a:bodyPr wrap="none" rtlCol="0">
            <a:spAutoFit/>
          </a:bodyPr>
          <a:lstStyle/>
          <a:p>
            <a:pPr algn="ctr"/>
            <a:r>
              <a:rPr lang="en-US" sz="1000"/>
              <a:t>Thumbs up</a:t>
            </a:r>
          </a:p>
        </p:txBody>
      </p:sp>
      <p:sp>
        <p:nvSpPr>
          <p:cNvPr id="26" name="TextBox 25">
            <a:extLst>
              <a:ext uri="{FF2B5EF4-FFF2-40B4-BE49-F238E27FC236}">
                <a16:creationId xmlns:a16="http://schemas.microsoft.com/office/drawing/2014/main" id="{7264328B-FB98-D900-FD45-BA6136AF52E3}"/>
              </a:ext>
            </a:extLst>
          </p:cNvPr>
          <p:cNvSpPr txBox="1"/>
          <p:nvPr/>
        </p:nvSpPr>
        <p:spPr>
          <a:xfrm>
            <a:off x="7270886" y="3545767"/>
            <a:ext cx="503664" cy="246221"/>
          </a:xfrm>
          <a:prstGeom prst="rect">
            <a:avLst/>
          </a:prstGeom>
          <a:noFill/>
        </p:spPr>
        <p:txBody>
          <a:bodyPr wrap="none" rtlCol="0">
            <a:spAutoFit/>
          </a:bodyPr>
          <a:lstStyle/>
          <a:p>
            <a:pPr algn="ctr"/>
            <a:r>
              <a:rPr lang="en-US" sz="1000"/>
              <a:t>Travel</a:t>
            </a:r>
          </a:p>
        </p:txBody>
      </p:sp>
      <p:sp>
        <p:nvSpPr>
          <p:cNvPr id="27" name="TextBox 26">
            <a:extLst>
              <a:ext uri="{FF2B5EF4-FFF2-40B4-BE49-F238E27FC236}">
                <a16:creationId xmlns:a16="http://schemas.microsoft.com/office/drawing/2014/main" id="{1B0E4F91-F2EF-4372-83D7-A47E6A2F433E}"/>
              </a:ext>
            </a:extLst>
          </p:cNvPr>
          <p:cNvSpPr txBox="1"/>
          <p:nvPr/>
        </p:nvSpPr>
        <p:spPr>
          <a:xfrm>
            <a:off x="6349161" y="3545767"/>
            <a:ext cx="461985" cy="246221"/>
          </a:xfrm>
          <a:prstGeom prst="rect">
            <a:avLst/>
          </a:prstGeom>
          <a:noFill/>
        </p:spPr>
        <p:txBody>
          <a:bodyPr wrap="none" rtlCol="0">
            <a:spAutoFit/>
          </a:bodyPr>
          <a:lstStyle/>
          <a:p>
            <a:pPr algn="ctr"/>
            <a:r>
              <a:rPr lang="en-US" sz="1000"/>
              <a:t>Music</a:t>
            </a:r>
          </a:p>
        </p:txBody>
      </p:sp>
      <p:sp>
        <p:nvSpPr>
          <p:cNvPr id="28" name="TextBox 27">
            <a:extLst>
              <a:ext uri="{FF2B5EF4-FFF2-40B4-BE49-F238E27FC236}">
                <a16:creationId xmlns:a16="http://schemas.microsoft.com/office/drawing/2014/main" id="{82B2815A-E919-2352-3891-FDD59127A62F}"/>
              </a:ext>
            </a:extLst>
          </p:cNvPr>
          <p:cNvSpPr txBox="1"/>
          <p:nvPr/>
        </p:nvSpPr>
        <p:spPr>
          <a:xfrm>
            <a:off x="7161080" y="4499482"/>
            <a:ext cx="723275" cy="246221"/>
          </a:xfrm>
          <a:prstGeom prst="rect">
            <a:avLst/>
          </a:prstGeom>
          <a:noFill/>
        </p:spPr>
        <p:txBody>
          <a:bodyPr wrap="none" rtlCol="0">
            <a:spAutoFit/>
          </a:bodyPr>
          <a:lstStyle/>
          <a:p>
            <a:pPr algn="ctr"/>
            <a:r>
              <a:rPr lang="en-US" sz="1000"/>
              <a:t>Restaurant</a:t>
            </a:r>
          </a:p>
        </p:txBody>
      </p:sp>
      <p:sp>
        <p:nvSpPr>
          <p:cNvPr id="29" name="TextBox 28">
            <a:extLst>
              <a:ext uri="{FF2B5EF4-FFF2-40B4-BE49-F238E27FC236}">
                <a16:creationId xmlns:a16="http://schemas.microsoft.com/office/drawing/2014/main" id="{EB0C452A-D063-62D0-5366-29C448AC0DC7}"/>
              </a:ext>
            </a:extLst>
          </p:cNvPr>
          <p:cNvSpPr txBox="1"/>
          <p:nvPr/>
        </p:nvSpPr>
        <p:spPr>
          <a:xfrm>
            <a:off x="5323401" y="1692449"/>
            <a:ext cx="671979" cy="246221"/>
          </a:xfrm>
          <a:prstGeom prst="rect">
            <a:avLst/>
          </a:prstGeom>
          <a:noFill/>
        </p:spPr>
        <p:txBody>
          <a:bodyPr wrap="none" rtlCol="0">
            <a:spAutoFit/>
          </a:bodyPr>
          <a:lstStyle/>
          <a:p>
            <a:pPr algn="ctr"/>
            <a:r>
              <a:rPr lang="en-US" sz="1000"/>
              <a:t>Document</a:t>
            </a:r>
          </a:p>
        </p:txBody>
      </p:sp>
      <p:sp>
        <p:nvSpPr>
          <p:cNvPr id="30" name="TextBox 29">
            <a:extLst>
              <a:ext uri="{FF2B5EF4-FFF2-40B4-BE49-F238E27FC236}">
                <a16:creationId xmlns:a16="http://schemas.microsoft.com/office/drawing/2014/main" id="{63580D3E-6808-873A-0164-D5B589EBECF3}"/>
              </a:ext>
            </a:extLst>
          </p:cNvPr>
          <p:cNvSpPr txBox="1"/>
          <p:nvPr/>
        </p:nvSpPr>
        <p:spPr>
          <a:xfrm>
            <a:off x="7203560" y="1692449"/>
            <a:ext cx="638316" cy="246221"/>
          </a:xfrm>
          <a:prstGeom prst="rect">
            <a:avLst/>
          </a:prstGeom>
          <a:noFill/>
        </p:spPr>
        <p:txBody>
          <a:bodyPr wrap="none" rtlCol="0">
            <a:spAutoFit/>
          </a:bodyPr>
          <a:lstStyle/>
          <a:p>
            <a:pPr algn="ctr"/>
            <a:r>
              <a:rPr lang="en-US" sz="1000"/>
              <a:t>Data file</a:t>
            </a:r>
          </a:p>
        </p:txBody>
      </p:sp>
      <p:sp>
        <p:nvSpPr>
          <p:cNvPr id="31" name="TextBox 30">
            <a:extLst>
              <a:ext uri="{FF2B5EF4-FFF2-40B4-BE49-F238E27FC236}">
                <a16:creationId xmlns:a16="http://schemas.microsoft.com/office/drawing/2014/main" id="{91D5EDCB-A8A8-130A-8731-3B7226F85F4B}"/>
              </a:ext>
            </a:extLst>
          </p:cNvPr>
          <p:cNvSpPr txBox="1"/>
          <p:nvPr/>
        </p:nvSpPr>
        <p:spPr>
          <a:xfrm>
            <a:off x="4534053" y="2630071"/>
            <a:ext cx="383438" cy="246221"/>
          </a:xfrm>
          <a:prstGeom prst="rect">
            <a:avLst/>
          </a:prstGeom>
          <a:noFill/>
        </p:spPr>
        <p:txBody>
          <a:bodyPr wrap="none" rtlCol="0">
            <a:spAutoFit/>
          </a:bodyPr>
          <a:lstStyle/>
          <a:p>
            <a:pPr algn="ctr"/>
            <a:r>
              <a:rPr lang="en-US" sz="1000"/>
              <a:t>Key</a:t>
            </a:r>
          </a:p>
        </p:txBody>
      </p:sp>
      <p:sp>
        <p:nvSpPr>
          <p:cNvPr id="32" name="TextBox 31">
            <a:extLst>
              <a:ext uri="{FF2B5EF4-FFF2-40B4-BE49-F238E27FC236}">
                <a16:creationId xmlns:a16="http://schemas.microsoft.com/office/drawing/2014/main" id="{8A27A294-10EC-FC1C-EE87-902443BC6E9F}"/>
              </a:ext>
            </a:extLst>
          </p:cNvPr>
          <p:cNvSpPr txBox="1"/>
          <p:nvPr/>
        </p:nvSpPr>
        <p:spPr>
          <a:xfrm>
            <a:off x="2632394" y="2630071"/>
            <a:ext cx="474809" cy="246221"/>
          </a:xfrm>
          <a:prstGeom prst="rect">
            <a:avLst/>
          </a:prstGeom>
          <a:noFill/>
        </p:spPr>
        <p:txBody>
          <a:bodyPr wrap="none" rtlCol="0">
            <a:spAutoFit/>
          </a:bodyPr>
          <a:lstStyle/>
          <a:p>
            <a:pPr algn="ctr"/>
            <a:r>
              <a:rPr lang="en-US" sz="1000"/>
              <a:t>Heart</a:t>
            </a:r>
          </a:p>
        </p:txBody>
      </p:sp>
      <p:sp>
        <p:nvSpPr>
          <p:cNvPr id="33" name="TextBox 32">
            <a:extLst>
              <a:ext uri="{FF2B5EF4-FFF2-40B4-BE49-F238E27FC236}">
                <a16:creationId xmlns:a16="http://schemas.microsoft.com/office/drawing/2014/main" id="{2D45988C-93E2-53F2-0DC9-DACF55951965}"/>
              </a:ext>
            </a:extLst>
          </p:cNvPr>
          <p:cNvSpPr txBox="1"/>
          <p:nvPr/>
        </p:nvSpPr>
        <p:spPr>
          <a:xfrm>
            <a:off x="9169797" y="1692449"/>
            <a:ext cx="425116" cy="246221"/>
          </a:xfrm>
          <a:prstGeom prst="rect">
            <a:avLst/>
          </a:prstGeom>
          <a:noFill/>
        </p:spPr>
        <p:txBody>
          <a:bodyPr wrap="none" rtlCol="0">
            <a:spAutoFit/>
          </a:bodyPr>
          <a:lstStyle/>
          <a:p>
            <a:pPr algn="ctr"/>
            <a:r>
              <a:rPr lang="en-US" sz="1000"/>
              <a:t>CPG</a:t>
            </a:r>
          </a:p>
        </p:txBody>
      </p:sp>
      <p:sp>
        <p:nvSpPr>
          <p:cNvPr id="34" name="TextBox 33">
            <a:extLst>
              <a:ext uri="{FF2B5EF4-FFF2-40B4-BE49-F238E27FC236}">
                <a16:creationId xmlns:a16="http://schemas.microsoft.com/office/drawing/2014/main" id="{57A8F279-F89F-A9A6-235F-D3DEBD512607}"/>
              </a:ext>
            </a:extLst>
          </p:cNvPr>
          <p:cNvSpPr txBox="1"/>
          <p:nvPr/>
        </p:nvSpPr>
        <p:spPr>
          <a:xfrm>
            <a:off x="2409576" y="3545767"/>
            <a:ext cx="920445" cy="246221"/>
          </a:xfrm>
          <a:prstGeom prst="rect">
            <a:avLst/>
          </a:prstGeom>
          <a:noFill/>
        </p:spPr>
        <p:txBody>
          <a:bodyPr wrap="none" rtlCol="0">
            <a:spAutoFit/>
          </a:bodyPr>
          <a:lstStyle/>
          <a:p>
            <a:pPr algn="ctr"/>
            <a:r>
              <a:rPr lang="en-US" sz="1000"/>
              <a:t>Manufacturing</a:t>
            </a:r>
          </a:p>
        </p:txBody>
      </p:sp>
      <p:sp>
        <p:nvSpPr>
          <p:cNvPr id="35" name="TextBox 34">
            <a:extLst>
              <a:ext uri="{FF2B5EF4-FFF2-40B4-BE49-F238E27FC236}">
                <a16:creationId xmlns:a16="http://schemas.microsoft.com/office/drawing/2014/main" id="{F78A50E6-063D-637E-293A-26FBB767043C}"/>
              </a:ext>
            </a:extLst>
          </p:cNvPr>
          <p:cNvSpPr txBox="1"/>
          <p:nvPr/>
        </p:nvSpPr>
        <p:spPr>
          <a:xfrm>
            <a:off x="3273682" y="3545767"/>
            <a:ext cx="1034842" cy="246221"/>
          </a:xfrm>
          <a:prstGeom prst="rect">
            <a:avLst/>
          </a:prstGeom>
          <a:noFill/>
        </p:spPr>
        <p:txBody>
          <a:bodyPr wrap="none" rtlCol="0">
            <a:spAutoFit/>
          </a:bodyPr>
          <a:lstStyle/>
          <a:p>
            <a:pPr algn="ctr"/>
            <a:r>
              <a:rPr lang="en-US" sz="1000"/>
              <a:t>Manufacturing 2</a:t>
            </a:r>
          </a:p>
        </p:txBody>
      </p:sp>
      <p:sp>
        <p:nvSpPr>
          <p:cNvPr id="36" name="TextBox 35">
            <a:extLst>
              <a:ext uri="{FF2B5EF4-FFF2-40B4-BE49-F238E27FC236}">
                <a16:creationId xmlns:a16="http://schemas.microsoft.com/office/drawing/2014/main" id="{9F8E7E67-B4B9-2F0F-AA07-ECA975FD8D88}"/>
              </a:ext>
            </a:extLst>
          </p:cNvPr>
          <p:cNvSpPr txBox="1"/>
          <p:nvPr/>
        </p:nvSpPr>
        <p:spPr>
          <a:xfrm>
            <a:off x="6356375" y="1692449"/>
            <a:ext cx="447558" cy="246221"/>
          </a:xfrm>
          <a:prstGeom prst="rect">
            <a:avLst/>
          </a:prstGeom>
          <a:noFill/>
        </p:spPr>
        <p:txBody>
          <a:bodyPr wrap="none" rtlCol="0">
            <a:spAutoFit/>
          </a:bodyPr>
          <a:lstStyle/>
          <a:p>
            <a:pPr algn="ctr"/>
            <a:r>
              <a:rPr lang="en-US" sz="1000"/>
              <a:t>Telco</a:t>
            </a:r>
          </a:p>
        </p:txBody>
      </p:sp>
      <p:sp>
        <p:nvSpPr>
          <p:cNvPr id="37" name="TextBox 36">
            <a:extLst>
              <a:ext uri="{FF2B5EF4-FFF2-40B4-BE49-F238E27FC236}">
                <a16:creationId xmlns:a16="http://schemas.microsoft.com/office/drawing/2014/main" id="{4921A901-65A1-F8BD-6FE4-6839B2C93255}"/>
              </a:ext>
            </a:extLst>
          </p:cNvPr>
          <p:cNvSpPr txBox="1"/>
          <p:nvPr/>
        </p:nvSpPr>
        <p:spPr>
          <a:xfrm>
            <a:off x="9936065" y="4499482"/>
            <a:ext cx="772969" cy="246221"/>
          </a:xfrm>
          <a:prstGeom prst="rect">
            <a:avLst/>
          </a:prstGeom>
          <a:noFill/>
        </p:spPr>
        <p:txBody>
          <a:bodyPr wrap="none" rtlCol="0">
            <a:spAutoFit/>
          </a:bodyPr>
          <a:lstStyle/>
          <a:p>
            <a:pPr algn="ctr"/>
            <a:r>
              <a:rPr lang="en-US" sz="1000"/>
              <a:t>Clean room</a:t>
            </a:r>
          </a:p>
        </p:txBody>
      </p:sp>
      <p:sp>
        <p:nvSpPr>
          <p:cNvPr id="38" name="TextBox 37">
            <a:extLst>
              <a:ext uri="{FF2B5EF4-FFF2-40B4-BE49-F238E27FC236}">
                <a16:creationId xmlns:a16="http://schemas.microsoft.com/office/drawing/2014/main" id="{42480341-2939-609D-35D0-016B3E7D7C4B}"/>
              </a:ext>
            </a:extLst>
          </p:cNvPr>
          <p:cNvSpPr txBox="1"/>
          <p:nvPr/>
        </p:nvSpPr>
        <p:spPr>
          <a:xfrm>
            <a:off x="8937361" y="2630071"/>
            <a:ext cx="889987" cy="246221"/>
          </a:xfrm>
          <a:prstGeom prst="rect">
            <a:avLst/>
          </a:prstGeom>
          <a:noFill/>
        </p:spPr>
        <p:txBody>
          <a:bodyPr wrap="none" rtlCol="0">
            <a:spAutoFit/>
          </a:bodyPr>
          <a:lstStyle/>
          <a:p>
            <a:pPr algn="ctr"/>
            <a:r>
              <a:rPr lang="en-US" sz="1000"/>
              <a:t>Connected TV</a:t>
            </a:r>
          </a:p>
        </p:txBody>
      </p:sp>
      <p:sp>
        <p:nvSpPr>
          <p:cNvPr id="39" name="TextBox 38">
            <a:extLst>
              <a:ext uri="{FF2B5EF4-FFF2-40B4-BE49-F238E27FC236}">
                <a16:creationId xmlns:a16="http://schemas.microsoft.com/office/drawing/2014/main" id="{CCB0CC3F-FA66-140E-B2B3-386A37697BC1}"/>
              </a:ext>
            </a:extLst>
          </p:cNvPr>
          <p:cNvSpPr txBox="1"/>
          <p:nvPr/>
        </p:nvSpPr>
        <p:spPr>
          <a:xfrm>
            <a:off x="2650829" y="1692449"/>
            <a:ext cx="437940" cy="246221"/>
          </a:xfrm>
          <a:prstGeom prst="rect">
            <a:avLst/>
          </a:prstGeom>
          <a:noFill/>
        </p:spPr>
        <p:txBody>
          <a:bodyPr wrap="none" rtlCol="0">
            <a:spAutoFit/>
          </a:bodyPr>
          <a:lstStyle/>
          <a:p>
            <a:pPr algn="ctr"/>
            <a:r>
              <a:rPr lang="en-US" sz="1000"/>
              <a:t>Data</a:t>
            </a:r>
          </a:p>
        </p:txBody>
      </p:sp>
      <p:pic>
        <p:nvPicPr>
          <p:cNvPr id="41" name="Picture 40" descr="A black and white check mark&#10;&#10;AI-generated content may be incorrect.">
            <a:extLst>
              <a:ext uri="{FF2B5EF4-FFF2-40B4-BE49-F238E27FC236}">
                <a16:creationId xmlns:a16="http://schemas.microsoft.com/office/drawing/2014/main" id="{AA4CFE65-166F-82F1-41B1-04DDE72729D8}"/>
              </a:ext>
            </a:extLst>
          </p:cNvPr>
          <p:cNvPicPr>
            <a:picLocks noChangeAspect="1"/>
          </p:cNvPicPr>
          <p:nvPr/>
        </p:nvPicPr>
        <p:blipFill>
          <a:blip r:embed="rId61"/>
          <a:stretch>
            <a:fillRect/>
          </a:stretch>
        </p:blipFill>
        <p:spPr>
          <a:xfrm>
            <a:off x="9138562" y="4982369"/>
            <a:ext cx="491372" cy="491372"/>
          </a:xfrm>
          <a:prstGeom prst="rect">
            <a:avLst/>
          </a:prstGeom>
        </p:spPr>
      </p:pic>
      <p:sp>
        <p:nvSpPr>
          <p:cNvPr id="42" name="TextBox 41">
            <a:extLst>
              <a:ext uri="{FF2B5EF4-FFF2-40B4-BE49-F238E27FC236}">
                <a16:creationId xmlns:a16="http://schemas.microsoft.com/office/drawing/2014/main" id="{5CE8E1C2-C31A-1916-AF2C-5F043BDDB5CD}"/>
              </a:ext>
            </a:extLst>
          </p:cNvPr>
          <p:cNvSpPr txBox="1"/>
          <p:nvPr/>
        </p:nvSpPr>
        <p:spPr>
          <a:xfrm>
            <a:off x="4580540" y="1692449"/>
            <a:ext cx="290464" cy="246221"/>
          </a:xfrm>
          <a:prstGeom prst="rect">
            <a:avLst/>
          </a:prstGeom>
          <a:noFill/>
        </p:spPr>
        <p:txBody>
          <a:bodyPr wrap="none" rtlCol="0">
            <a:spAutoFit/>
          </a:bodyPr>
          <a:lstStyle/>
          <a:p>
            <a:pPr algn="ctr"/>
            <a:r>
              <a:rPr lang="en-US" sz="1000"/>
              <a:t>AI</a:t>
            </a:r>
          </a:p>
        </p:txBody>
      </p:sp>
      <p:sp>
        <p:nvSpPr>
          <p:cNvPr id="43" name="TextBox 42">
            <a:extLst>
              <a:ext uri="{FF2B5EF4-FFF2-40B4-BE49-F238E27FC236}">
                <a16:creationId xmlns:a16="http://schemas.microsoft.com/office/drawing/2014/main" id="{07975902-2DA9-1063-FFED-5F2FE83C6E46}"/>
              </a:ext>
            </a:extLst>
          </p:cNvPr>
          <p:cNvSpPr txBox="1"/>
          <p:nvPr/>
        </p:nvSpPr>
        <p:spPr>
          <a:xfrm>
            <a:off x="1488888" y="4499482"/>
            <a:ext cx="899605" cy="246221"/>
          </a:xfrm>
          <a:prstGeom prst="rect">
            <a:avLst/>
          </a:prstGeom>
          <a:noFill/>
        </p:spPr>
        <p:txBody>
          <a:bodyPr wrap="none" rtlCol="0">
            <a:spAutoFit/>
          </a:bodyPr>
          <a:lstStyle/>
          <a:p>
            <a:pPr algn="ctr"/>
            <a:r>
              <a:rPr lang="en-US" sz="1000"/>
              <a:t>Shopping cart</a:t>
            </a:r>
          </a:p>
        </p:txBody>
      </p:sp>
      <p:sp>
        <p:nvSpPr>
          <p:cNvPr id="44" name="TextBox 43">
            <a:extLst>
              <a:ext uri="{FF2B5EF4-FFF2-40B4-BE49-F238E27FC236}">
                <a16:creationId xmlns:a16="http://schemas.microsoft.com/office/drawing/2014/main" id="{85AF2614-D346-E174-C919-9192B88D3596}"/>
              </a:ext>
            </a:extLst>
          </p:cNvPr>
          <p:cNvSpPr txBox="1"/>
          <p:nvPr/>
        </p:nvSpPr>
        <p:spPr>
          <a:xfrm>
            <a:off x="594179" y="2630071"/>
            <a:ext cx="821058" cy="246221"/>
          </a:xfrm>
          <a:prstGeom prst="rect">
            <a:avLst/>
          </a:prstGeom>
          <a:noFill/>
        </p:spPr>
        <p:txBody>
          <a:bodyPr wrap="none" rtlCol="0">
            <a:spAutoFit/>
          </a:bodyPr>
          <a:lstStyle/>
          <a:p>
            <a:pPr algn="ctr"/>
            <a:r>
              <a:rPr lang="en-US" sz="1000"/>
              <a:t>Headphones</a:t>
            </a:r>
          </a:p>
        </p:txBody>
      </p:sp>
      <p:sp>
        <p:nvSpPr>
          <p:cNvPr id="45" name="TextBox 44">
            <a:extLst>
              <a:ext uri="{FF2B5EF4-FFF2-40B4-BE49-F238E27FC236}">
                <a16:creationId xmlns:a16="http://schemas.microsoft.com/office/drawing/2014/main" id="{EC65C762-4827-E934-E8DD-DF6F3BAB7489}"/>
              </a:ext>
            </a:extLst>
          </p:cNvPr>
          <p:cNvSpPr txBox="1"/>
          <p:nvPr/>
        </p:nvSpPr>
        <p:spPr>
          <a:xfrm>
            <a:off x="5354659" y="2630071"/>
            <a:ext cx="609461" cy="246221"/>
          </a:xfrm>
          <a:prstGeom prst="rect">
            <a:avLst/>
          </a:prstGeom>
          <a:noFill/>
        </p:spPr>
        <p:txBody>
          <a:bodyPr wrap="none" rtlCol="0">
            <a:spAutoFit/>
          </a:bodyPr>
          <a:lstStyle/>
          <a:p>
            <a:pPr algn="ctr"/>
            <a:r>
              <a:rPr lang="en-US" sz="1000"/>
              <a:t>Landline</a:t>
            </a:r>
          </a:p>
        </p:txBody>
      </p:sp>
      <p:sp>
        <p:nvSpPr>
          <p:cNvPr id="46" name="TextBox 45">
            <a:extLst>
              <a:ext uri="{FF2B5EF4-FFF2-40B4-BE49-F238E27FC236}">
                <a16:creationId xmlns:a16="http://schemas.microsoft.com/office/drawing/2014/main" id="{73B92B3A-D11B-59E9-30E4-603B17B3FCE6}"/>
              </a:ext>
            </a:extLst>
          </p:cNvPr>
          <p:cNvSpPr txBox="1"/>
          <p:nvPr/>
        </p:nvSpPr>
        <p:spPr>
          <a:xfrm>
            <a:off x="7288519" y="2630071"/>
            <a:ext cx="468397" cy="246221"/>
          </a:xfrm>
          <a:prstGeom prst="rect">
            <a:avLst/>
          </a:prstGeom>
          <a:noFill/>
        </p:spPr>
        <p:txBody>
          <a:bodyPr wrap="none" rtlCol="0">
            <a:spAutoFit/>
          </a:bodyPr>
          <a:lstStyle/>
          <a:p>
            <a:pPr algn="ctr"/>
            <a:r>
              <a:rPr lang="en-US" sz="1000"/>
              <a:t>Legal</a:t>
            </a:r>
          </a:p>
        </p:txBody>
      </p:sp>
      <p:sp>
        <p:nvSpPr>
          <p:cNvPr id="47" name="TextBox 46">
            <a:extLst>
              <a:ext uri="{FF2B5EF4-FFF2-40B4-BE49-F238E27FC236}">
                <a16:creationId xmlns:a16="http://schemas.microsoft.com/office/drawing/2014/main" id="{170B862B-B525-110C-7BB3-AD3BC8B3CB46}"/>
              </a:ext>
            </a:extLst>
          </p:cNvPr>
          <p:cNvSpPr txBox="1"/>
          <p:nvPr/>
        </p:nvSpPr>
        <p:spPr>
          <a:xfrm>
            <a:off x="8170470" y="3545767"/>
            <a:ext cx="561372" cy="246221"/>
          </a:xfrm>
          <a:prstGeom prst="rect">
            <a:avLst/>
          </a:prstGeom>
          <a:noFill/>
        </p:spPr>
        <p:txBody>
          <a:bodyPr wrap="none" rtlCol="0">
            <a:spAutoFit/>
          </a:bodyPr>
          <a:lstStyle/>
          <a:p>
            <a:pPr algn="ctr"/>
            <a:r>
              <a:rPr lang="en-US" sz="1000"/>
              <a:t>Privacy</a:t>
            </a:r>
          </a:p>
        </p:txBody>
      </p:sp>
      <p:sp>
        <p:nvSpPr>
          <p:cNvPr id="48" name="TextBox 47">
            <a:extLst>
              <a:ext uri="{FF2B5EF4-FFF2-40B4-BE49-F238E27FC236}">
                <a16:creationId xmlns:a16="http://schemas.microsoft.com/office/drawing/2014/main" id="{F4AC9202-7104-D170-8D8C-B0D3E618B9C4}"/>
              </a:ext>
            </a:extLst>
          </p:cNvPr>
          <p:cNvSpPr txBox="1"/>
          <p:nvPr/>
        </p:nvSpPr>
        <p:spPr>
          <a:xfrm>
            <a:off x="9141744" y="3545767"/>
            <a:ext cx="481221" cy="246221"/>
          </a:xfrm>
          <a:prstGeom prst="rect">
            <a:avLst/>
          </a:prstGeom>
          <a:noFill/>
        </p:spPr>
        <p:txBody>
          <a:bodyPr wrap="none" rtlCol="0">
            <a:spAutoFit/>
          </a:bodyPr>
          <a:lstStyle/>
          <a:p>
            <a:pPr algn="ctr"/>
            <a:r>
              <a:rPr lang="en-US" sz="1000"/>
              <a:t>Cloud</a:t>
            </a:r>
          </a:p>
        </p:txBody>
      </p:sp>
      <p:sp>
        <p:nvSpPr>
          <p:cNvPr id="49" name="TextBox 48">
            <a:extLst>
              <a:ext uri="{FF2B5EF4-FFF2-40B4-BE49-F238E27FC236}">
                <a16:creationId xmlns:a16="http://schemas.microsoft.com/office/drawing/2014/main" id="{2F3797C3-079E-41D9-ED4E-A2A4207768D2}"/>
              </a:ext>
            </a:extLst>
          </p:cNvPr>
          <p:cNvSpPr txBox="1"/>
          <p:nvPr/>
        </p:nvSpPr>
        <p:spPr>
          <a:xfrm>
            <a:off x="9989766" y="3545767"/>
            <a:ext cx="665567" cy="246221"/>
          </a:xfrm>
          <a:prstGeom prst="rect">
            <a:avLst/>
          </a:prstGeom>
          <a:noFill/>
        </p:spPr>
        <p:txBody>
          <a:bodyPr wrap="none" rtlCol="0">
            <a:spAutoFit/>
          </a:bodyPr>
          <a:lstStyle/>
          <a:p>
            <a:pPr algn="ctr"/>
            <a:r>
              <a:rPr lang="en-US" sz="1000"/>
              <a:t>Calendar</a:t>
            </a:r>
          </a:p>
        </p:txBody>
      </p:sp>
      <p:sp>
        <p:nvSpPr>
          <p:cNvPr id="50" name="TextBox 49">
            <a:extLst>
              <a:ext uri="{FF2B5EF4-FFF2-40B4-BE49-F238E27FC236}">
                <a16:creationId xmlns:a16="http://schemas.microsoft.com/office/drawing/2014/main" id="{D2B171CA-B629-A3E9-67DA-77399E4A9CC7}"/>
              </a:ext>
            </a:extLst>
          </p:cNvPr>
          <p:cNvSpPr txBox="1"/>
          <p:nvPr/>
        </p:nvSpPr>
        <p:spPr>
          <a:xfrm>
            <a:off x="4325662" y="3545767"/>
            <a:ext cx="800219" cy="246221"/>
          </a:xfrm>
          <a:prstGeom prst="rect">
            <a:avLst/>
          </a:prstGeom>
          <a:noFill/>
        </p:spPr>
        <p:txBody>
          <a:bodyPr wrap="none" rtlCol="0">
            <a:spAutoFit/>
          </a:bodyPr>
          <a:lstStyle/>
          <a:p>
            <a:pPr algn="ctr"/>
            <a:r>
              <a:rPr lang="en-US" sz="1000"/>
              <a:t>Megaphone</a:t>
            </a:r>
          </a:p>
        </p:txBody>
      </p:sp>
      <p:sp>
        <p:nvSpPr>
          <p:cNvPr id="51" name="TextBox 50">
            <a:extLst>
              <a:ext uri="{FF2B5EF4-FFF2-40B4-BE49-F238E27FC236}">
                <a16:creationId xmlns:a16="http://schemas.microsoft.com/office/drawing/2014/main" id="{967150FF-9B68-41C8-B933-15BD233712EC}"/>
              </a:ext>
            </a:extLst>
          </p:cNvPr>
          <p:cNvSpPr txBox="1"/>
          <p:nvPr/>
        </p:nvSpPr>
        <p:spPr>
          <a:xfrm>
            <a:off x="5199167" y="4499482"/>
            <a:ext cx="920445" cy="246221"/>
          </a:xfrm>
          <a:prstGeom prst="rect">
            <a:avLst/>
          </a:prstGeom>
          <a:noFill/>
        </p:spPr>
        <p:txBody>
          <a:bodyPr wrap="none" rtlCol="0">
            <a:spAutoFit/>
          </a:bodyPr>
          <a:lstStyle/>
          <a:p>
            <a:pPr algn="ctr"/>
            <a:r>
              <a:rPr lang="en-US" sz="1000"/>
              <a:t>Speech bubbe</a:t>
            </a:r>
          </a:p>
        </p:txBody>
      </p:sp>
      <p:sp>
        <p:nvSpPr>
          <p:cNvPr id="52" name="TextBox 51">
            <a:extLst>
              <a:ext uri="{FF2B5EF4-FFF2-40B4-BE49-F238E27FC236}">
                <a16:creationId xmlns:a16="http://schemas.microsoft.com/office/drawing/2014/main" id="{894EBD43-2676-BB7D-402A-61D6D3FA0C4B}"/>
              </a:ext>
            </a:extLst>
          </p:cNvPr>
          <p:cNvSpPr txBox="1"/>
          <p:nvPr/>
        </p:nvSpPr>
        <p:spPr>
          <a:xfrm>
            <a:off x="9152164" y="4499482"/>
            <a:ext cx="460382" cy="246221"/>
          </a:xfrm>
          <a:prstGeom prst="rect">
            <a:avLst/>
          </a:prstGeom>
          <a:noFill/>
        </p:spPr>
        <p:txBody>
          <a:bodyPr wrap="none" rtlCol="0">
            <a:spAutoFit/>
          </a:bodyPr>
          <a:lstStyle/>
          <a:p>
            <a:pPr algn="ctr"/>
            <a:r>
              <a:rPr lang="en-US" sz="1000"/>
              <a:t>Clock</a:t>
            </a:r>
          </a:p>
        </p:txBody>
      </p:sp>
      <p:sp>
        <p:nvSpPr>
          <p:cNvPr id="53" name="TextBox 52">
            <a:extLst>
              <a:ext uri="{FF2B5EF4-FFF2-40B4-BE49-F238E27FC236}">
                <a16:creationId xmlns:a16="http://schemas.microsoft.com/office/drawing/2014/main" id="{E0E3D356-37E4-FD83-623C-0D562A56065F}"/>
              </a:ext>
            </a:extLst>
          </p:cNvPr>
          <p:cNvSpPr txBox="1"/>
          <p:nvPr/>
        </p:nvSpPr>
        <p:spPr>
          <a:xfrm>
            <a:off x="520441" y="5425016"/>
            <a:ext cx="968534" cy="246221"/>
          </a:xfrm>
          <a:prstGeom prst="rect">
            <a:avLst/>
          </a:prstGeom>
          <a:noFill/>
        </p:spPr>
        <p:txBody>
          <a:bodyPr wrap="none" rtlCol="0">
            <a:spAutoFit/>
          </a:bodyPr>
          <a:lstStyle/>
          <a:p>
            <a:pPr algn="ctr"/>
            <a:r>
              <a:rPr lang="en-US" sz="1000"/>
              <a:t>Reverse arrows</a:t>
            </a:r>
          </a:p>
        </p:txBody>
      </p:sp>
      <p:sp>
        <p:nvSpPr>
          <p:cNvPr id="54" name="TextBox 53">
            <a:extLst>
              <a:ext uri="{FF2B5EF4-FFF2-40B4-BE49-F238E27FC236}">
                <a16:creationId xmlns:a16="http://schemas.microsoft.com/office/drawing/2014/main" id="{3A46E65B-7E6C-830F-ADAF-4428CCEA260A}"/>
              </a:ext>
            </a:extLst>
          </p:cNvPr>
          <p:cNvSpPr txBox="1"/>
          <p:nvPr/>
        </p:nvSpPr>
        <p:spPr>
          <a:xfrm>
            <a:off x="2636402" y="5425016"/>
            <a:ext cx="466794" cy="246221"/>
          </a:xfrm>
          <a:prstGeom prst="rect">
            <a:avLst/>
          </a:prstGeom>
          <a:noFill/>
        </p:spPr>
        <p:txBody>
          <a:bodyPr wrap="none" rtlCol="0">
            <a:spAutoFit/>
          </a:bodyPr>
          <a:lstStyle/>
          <a:p>
            <a:pPr algn="ctr"/>
            <a:r>
              <a:rPr lang="en-US" sz="1000"/>
              <a:t>Equal</a:t>
            </a:r>
          </a:p>
        </p:txBody>
      </p:sp>
      <p:sp>
        <p:nvSpPr>
          <p:cNvPr id="55" name="TextBox 54">
            <a:extLst>
              <a:ext uri="{FF2B5EF4-FFF2-40B4-BE49-F238E27FC236}">
                <a16:creationId xmlns:a16="http://schemas.microsoft.com/office/drawing/2014/main" id="{5F9ECBF1-43AB-C7A0-9C9A-A9168B26DEF1}"/>
              </a:ext>
            </a:extLst>
          </p:cNvPr>
          <p:cNvSpPr txBox="1"/>
          <p:nvPr/>
        </p:nvSpPr>
        <p:spPr>
          <a:xfrm>
            <a:off x="3467937" y="5425016"/>
            <a:ext cx="646331" cy="246221"/>
          </a:xfrm>
          <a:prstGeom prst="rect">
            <a:avLst/>
          </a:prstGeom>
          <a:noFill/>
        </p:spPr>
        <p:txBody>
          <a:bodyPr wrap="none" rtlCol="0">
            <a:spAutoFit/>
          </a:bodyPr>
          <a:lstStyle/>
          <a:p>
            <a:pPr algn="ctr"/>
            <a:r>
              <a:rPr lang="en-US" sz="1000"/>
              <a:t>X symbol</a:t>
            </a:r>
          </a:p>
        </p:txBody>
      </p:sp>
      <p:sp>
        <p:nvSpPr>
          <p:cNvPr id="56" name="TextBox 55">
            <a:extLst>
              <a:ext uri="{FF2B5EF4-FFF2-40B4-BE49-F238E27FC236}">
                <a16:creationId xmlns:a16="http://schemas.microsoft.com/office/drawing/2014/main" id="{3F717CD4-3FC3-4011-EB35-8845A6579170}"/>
              </a:ext>
            </a:extLst>
          </p:cNvPr>
          <p:cNvSpPr txBox="1"/>
          <p:nvPr/>
        </p:nvSpPr>
        <p:spPr>
          <a:xfrm>
            <a:off x="4328868" y="5425016"/>
            <a:ext cx="793807" cy="246221"/>
          </a:xfrm>
          <a:prstGeom prst="rect">
            <a:avLst/>
          </a:prstGeom>
          <a:noFill/>
        </p:spPr>
        <p:txBody>
          <a:bodyPr wrap="none" rtlCol="0">
            <a:spAutoFit/>
          </a:bodyPr>
          <a:lstStyle/>
          <a:p>
            <a:pPr algn="ctr"/>
            <a:r>
              <a:rPr lang="en-US" sz="1000"/>
              <a:t>Quote mark</a:t>
            </a:r>
          </a:p>
        </p:txBody>
      </p:sp>
      <p:sp>
        <p:nvSpPr>
          <p:cNvPr id="57" name="TextBox 56">
            <a:extLst>
              <a:ext uri="{FF2B5EF4-FFF2-40B4-BE49-F238E27FC236}">
                <a16:creationId xmlns:a16="http://schemas.microsoft.com/office/drawing/2014/main" id="{DA82AA65-BBDC-A28B-866B-D8743D713EA8}"/>
              </a:ext>
            </a:extLst>
          </p:cNvPr>
          <p:cNvSpPr txBox="1"/>
          <p:nvPr/>
        </p:nvSpPr>
        <p:spPr>
          <a:xfrm>
            <a:off x="5415573" y="5425016"/>
            <a:ext cx="487633" cy="246221"/>
          </a:xfrm>
          <a:prstGeom prst="rect">
            <a:avLst/>
          </a:prstGeom>
          <a:noFill/>
        </p:spPr>
        <p:txBody>
          <a:bodyPr wrap="none" rtlCol="0">
            <a:spAutoFit/>
          </a:bodyPr>
          <a:lstStyle/>
          <a:p>
            <a:pPr algn="ctr"/>
            <a:r>
              <a:rPr lang="en-US" sz="1000"/>
              <a:t>Check</a:t>
            </a:r>
          </a:p>
        </p:txBody>
      </p:sp>
      <p:sp>
        <p:nvSpPr>
          <p:cNvPr id="58" name="TextBox 57">
            <a:extLst>
              <a:ext uri="{FF2B5EF4-FFF2-40B4-BE49-F238E27FC236}">
                <a16:creationId xmlns:a16="http://schemas.microsoft.com/office/drawing/2014/main" id="{E7F91DF3-DEBF-D324-19B5-F587321092B3}"/>
              </a:ext>
            </a:extLst>
          </p:cNvPr>
          <p:cNvSpPr txBox="1"/>
          <p:nvPr/>
        </p:nvSpPr>
        <p:spPr>
          <a:xfrm>
            <a:off x="6324314" y="5425016"/>
            <a:ext cx="511679" cy="246221"/>
          </a:xfrm>
          <a:prstGeom prst="rect">
            <a:avLst/>
          </a:prstGeom>
          <a:noFill/>
        </p:spPr>
        <p:txBody>
          <a:bodyPr wrap="none" rtlCol="0">
            <a:spAutoFit/>
          </a:bodyPr>
          <a:lstStyle/>
          <a:p>
            <a:pPr algn="ctr"/>
            <a:r>
              <a:rPr lang="en-US" sz="1000"/>
              <a:t>Versus</a:t>
            </a:r>
          </a:p>
        </p:txBody>
      </p:sp>
      <p:sp>
        <p:nvSpPr>
          <p:cNvPr id="59" name="TextBox 58">
            <a:extLst>
              <a:ext uri="{FF2B5EF4-FFF2-40B4-BE49-F238E27FC236}">
                <a16:creationId xmlns:a16="http://schemas.microsoft.com/office/drawing/2014/main" id="{55F2E260-F558-A3C8-F171-9264575BDBC0}"/>
              </a:ext>
            </a:extLst>
          </p:cNvPr>
          <p:cNvSpPr txBox="1"/>
          <p:nvPr/>
        </p:nvSpPr>
        <p:spPr>
          <a:xfrm>
            <a:off x="10956248" y="1692449"/>
            <a:ext cx="587020" cy="246221"/>
          </a:xfrm>
          <a:prstGeom prst="rect">
            <a:avLst/>
          </a:prstGeom>
          <a:noFill/>
        </p:spPr>
        <p:txBody>
          <a:bodyPr wrap="none" rtlCol="0">
            <a:spAutoFit/>
          </a:bodyPr>
          <a:lstStyle/>
          <a:p>
            <a:pPr algn="ctr"/>
            <a:r>
              <a:rPr lang="en-US" sz="1000"/>
              <a:t>Banking</a:t>
            </a:r>
          </a:p>
        </p:txBody>
      </p:sp>
      <p:sp>
        <p:nvSpPr>
          <p:cNvPr id="60" name="TextBox 59">
            <a:extLst>
              <a:ext uri="{FF2B5EF4-FFF2-40B4-BE49-F238E27FC236}">
                <a16:creationId xmlns:a16="http://schemas.microsoft.com/office/drawing/2014/main" id="{1CBD4598-B3DB-FF73-2584-DC700819EF86}"/>
              </a:ext>
            </a:extLst>
          </p:cNvPr>
          <p:cNvSpPr txBox="1"/>
          <p:nvPr/>
        </p:nvSpPr>
        <p:spPr>
          <a:xfrm>
            <a:off x="7157073" y="5425016"/>
            <a:ext cx="731289" cy="246221"/>
          </a:xfrm>
          <a:prstGeom prst="rect">
            <a:avLst/>
          </a:prstGeom>
          <a:noFill/>
        </p:spPr>
        <p:txBody>
          <a:bodyPr wrap="none" rtlCol="0">
            <a:spAutoFit/>
          </a:bodyPr>
          <a:lstStyle/>
          <a:p>
            <a:pPr algn="ctr"/>
            <a:r>
              <a:rPr lang="en-US" sz="1000"/>
              <a:t>Directional</a:t>
            </a:r>
          </a:p>
        </p:txBody>
      </p:sp>
      <p:sp>
        <p:nvSpPr>
          <p:cNvPr id="61" name="TextBox 60">
            <a:extLst>
              <a:ext uri="{FF2B5EF4-FFF2-40B4-BE49-F238E27FC236}">
                <a16:creationId xmlns:a16="http://schemas.microsoft.com/office/drawing/2014/main" id="{44D995F7-2FC3-A9AF-DA88-45FA3838C8E8}"/>
              </a:ext>
            </a:extLst>
          </p:cNvPr>
          <p:cNvSpPr txBox="1"/>
          <p:nvPr/>
        </p:nvSpPr>
        <p:spPr>
          <a:xfrm>
            <a:off x="8088716" y="5425016"/>
            <a:ext cx="724878" cy="246221"/>
          </a:xfrm>
          <a:prstGeom prst="rect">
            <a:avLst/>
          </a:prstGeom>
          <a:noFill/>
        </p:spPr>
        <p:txBody>
          <a:bodyPr wrap="none" rtlCol="0">
            <a:spAutoFit/>
          </a:bodyPr>
          <a:lstStyle/>
          <a:p>
            <a:pPr algn="ctr"/>
            <a:r>
              <a:rPr lang="en-US" sz="1000"/>
              <a:t>No symbol</a:t>
            </a:r>
          </a:p>
        </p:txBody>
      </p:sp>
      <p:sp>
        <p:nvSpPr>
          <p:cNvPr id="62" name="TextBox 61">
            <a:extLst>
              <a:ext uri="{FF2B5EF4-FFF2-40B4-BE49-F238E27FC236}">
                <a16:creationId xmlns:a16="http://schemas.microsoft.com/office/drawing/2014/main" id="{64914AB1-0B85-6F55-ABE2-5DBCC9978E05}"/>
              </a:ext>
            </a:extLst>
          </p:cNvPr>
          <p:cNvSpPr txBox="1"/>
          <p:nvPr/>
        </p:nvSpPr>
        <p:spPr>
          <a:xfrm>
            <a:off x="9005489" y="5425016"/>
            <a:ext cx="753732" cy="246221"/>
          </a:xfrm>
          <a:prstGeom prst="rect">
            <a:avLst/>
          </a:prstGeom>
          <a:noFill/>
        </p:spPr>
        <p:txBody>
          <a:bodyPr wrap="none" rtlCol="0">
            <a:spAutoFit/>
          </a:bodyPr>
          <a:lstStyle/>
          <a:p>
            <a:pPr algn="ctr"/>
            <a:r>
              <a:rPr lang="en-US" sz="1000"/>
              <a:t>Yes symbol</a:t>
            </a:r>
          </a:p>
        </p:txBody>
      </p:sp>
      <p:sp>
        <p:nvSpPr>
          <p:cNvPr id="63" name="TextBox 62">
            <a:extLst>
              <a:ext uri="{FF2B5EF4-FFF2-40B4-BE49-F238E27FC236}">
                <a16:creationId xmlns:a16="http://schemas.microsoft.com/office/drawing/2014/main" id="{917E134E-41AF-9C12-53CD-595FBE69BC24}"/>
              </a:ext>
            </a:extLst>
          </p:cNvPr>
          <p:cNvSpPr txBox="1"/>
          <p:nvPr/>
        </p:nvSpPr>
        <p:spPr>
          <a:xfrm>
            <a:off x="10085947" y="5425016"/>
            <a:ext cx="473206" cy="246221"/>
          </a:xfrm>
          <a:prstGeom prst="rect">
            <a:avLst/>
          </a:prstGeom>
          <a:noFill/>
        </p:spPr>
        <p:txBody>
          <a:bodyPr wrap="none" rtlCol="0">
            <a:spAutoFit/>
          </a:bodyPr>
          <a:lstStyle/>
          <a:p>
            <a:pPr algn="ctr"/>
            <a:r>
              <a:rPr lang="en-US" sz="1000"/>
              <a:t>Churn</a:t>
            </a:r>
          </a:p>
        </p:txBody>
      </p:sp>
      <p:sp>
        <p:nvSpPr>
          <p:cNvPr id="64" name="TextBox 63">
            <a:extLst>
              <a:ext uri="{FF2B5EF4-FFF2-40B4-BE49-F238E27FC236}">
                <a16:creationId xmlns:a16="http://schemas.microsoft.com/office/drawing/2014/main" id="{8BD196D9-36D9-0EAC-365F-606F941A9F2E}"/>
              </a:ext>
            </a:extLst>
          </p:cNvPr>
          <p:cNvSpPr txBox="1"/>
          <p:nvPr/>
        </p:nvSpPr>
        <p:spPr>
          <a:xfrm>
            <a:off x="10788734" y="5425016"/>
            <a:ext cx="922047" cy="246221"/>
          </a:xfrm>
          <a:prstGeom prst="rect">
            <a:avLst/>
          </a:prstGeom>
          <a:noFill/>
        </p:spPr>
        <p:txBody>
          <a:bodyPr wrap="none" rtlCol="0">
            <a:spAutoFit/>
          </a:bodyPr>
          <a:lstStyle/>
          <a:p>
            <a:pPr algn="ctr"/>
            <a:r>
              <a:rPr lang="en-US" sz="1000"/>
              <a:t>Question mark</a:t>
            </a:r>
          </a:p>
        </p:txBody>
      </p:sp>
    </p:spTree>
    <p:extLst>
      <p:ext uri="{BB962C8B-B14F-4D97-AF65-F5344CB8AC3E}">
        <p14:creationId xmlns:p14="http://schemas.microsoft.com/office/powerpoint/2010/main" val="159972936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2F6AB-3A86-ABAB-688F-82977BB1621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1F4AECF-5E3F-9F95-D8D1-98A3E92316E0}"/>
              </a:ext>
            </a:extLst>
          </p:cNvPr>
          <p:cNvSpPr>
            <a:spLocks noGrp="1"/>
          </p:cNvSpPr>
          <p:nvPr>
            <p:ph type="ctrTitle"/>
          </p:nvPr>
        </p:nvSpPr>
        <p:spPr>
          <a:prstGeom prst="rect">
            <a:avLst/>
          </a:prstGeom>
        </p:spPr>
        <p:txBody>
          <a:bodyPr/>
          <a:lstStyle/>
          <a:p>
            <a:r>
              <a:rPr lang="en-US"/>
              <a:t>Dotted icons</a:t>
            </a:r>
          </a:p>
        </p:txBody>
      </p:sp>
      <p:pic>
        <p:nvPicPr>
          <p:cNvPr id="76" name="Picture 75" descr="A black background with white dots&#10;&#10;AI-generated content may be incorrect.">
            <a:extLst>
              <a:ext uri="{FF2B5EF4-FFF2-40B4-BE49-F238E27FC236}">
                <a16:creationId xmlns:a16="http://schemas.microsoft.com/office/drawing/2014/main" id="{650A2B01-B4AC-B035-6220-C1D2597F1635}"/>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4488859" y="1234922"/>
            <a:ext cx="482642" cy="482642"/>
          </a:xfrm>
          <a:prstGeom prst="rect">
            <a:avLst/>
          </a:prstGeom>
        </p:spPr>
      </p:pic>
      <p:pic>
        <p:nvPicPr>
          <p:cNvPr id="78" name="Picture 77" descr="A black background with white dots&#10;&#10;AI-generated content may be incorrect.">
            <a:extLst>
              <a:ext uri="{FF2B5EF4-FFF2-40B4-BE49-F238E27FC236}">
                <a16:creationId xmlns:a16="http://schemas.microsoft.com/office/drawing/2014/main" id="{F9C308A0-9AA8-FC9A-5158-62844F4A3A01}"/>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1008437" y="3100026"/>
            <a:ext cx="482642" cy="482642"/>
          </a:xfrm>
          <a:prstGeom prst="rect">
            <a:avLst/>
          </a:prstGeom>
        </p:spPr>
      </p:pic>
      <p:pic>
        <p:nvPicPr>
          <p:cNvPr id="80" name="Picture 79" descr="A black and white dot pattern&#10;&#10;AI-generated content may be incorrect.">
            <a:extLst>
              <a:ext uri="{FF2B5EF4-FFF2-40B4-BE49-F238E27FC236}">
                <a16:creationId xmlns:a16="http://schemas.microsoft.com/office/drawing/2014/main" id="{530C11FC-B4C6-A422-EDF2-280C62072564}"/>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1008437" y="2173381"/>
            <a:ext cx="482642" cy="482642"/>
          </a:xfrm>
          <a:prstGeom prst="rect">
            <a:avLst/>
          </a:prstGeom>
        </p:spPr>
      </p:pic>
      <p:pic>
        <p:nvPicPr>
          <p:cNvPr id="82" name="Picture 81" descr="A black and white dot pattern&#10;&#10;AI-generated content may be incorrect.">
            <a:extLst>
              <a:ext uri="{FF2B5EF4-FFF2-40B4-BE49-F238E27FC236}">
                <a16:creationId xmlns:a16="http://schemas.microsoft.com/office/drawing/2014/main" id="{FC3CD634-A6E7-EAB6-015B-D2202479BB88}"/>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11008437" y="1234922"/>
            <a:ext cx="482642" cy="482642"/>
          </a:xfrm>
          <a:prstGeom prst="rect">
            <a:avLst/>
          </a:prstGeom>
        </p:spPr>
      </p:pic>
      <p:pic>
        <p:nvPicPr>
          <p:cNvPr id="84" name="Picture 83" descr="A black and white dot pattern&#10;&#10;AI-generated content may be incorrect.">
            <a:extLst>
              <a:ext uri="{FF2B5EF4-FFF2-40B4-BE49-F238E27FC236}">
                <a16:creationId xmlns:a16="http://schemas.microsoft.com/office/drawing/2014/main" id="{F591F8E3-010A-C0EB-0E6D-8682EA74C41E}"/>
              </a:ext>
            </a:extLst>
          </p:cNvPr>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11008437" y="4051572"/>
            <a:ext cx="482642" cy="482642"/>
          </a:xfrm>
          <a:prstGeom prst="rect">
            <a:avLst/>
          </a:prstGeom>
        </p:spPr>
      </p:pic>
      <p:pic>
        <p:nvPicPr>
          <p:cNvPr id="86" name="Picture 85" descr="A black background with white dots&#10;&#10;AI-generated content may be incorrect.">
            <a:extLst>
              <a:ext uri="{FF2B5EF4-FFF2-40B4-BE49-F238E27FC236}">
                <a16:creationId xmlns:a16="http://schemas.microsoft.com/office/drawing/2014/main" id="{5EB58A15-C419-C2B6-6B3C-934E9261B38F}"/>
              </a:ext>
            </a:extLst>
          </p:cNvPr>
          <p:cNvPicPr>
            <a:picLocks noChangeAspect="1"/>
          </p:cNvPicPr>
          <p:nvPr/>
        </p:nvPicPr>
        <p:blipFill>
          <a:blip r:embed="rId12">
            <a:extLst>
              <a:ext uri="{BEBA8EAE-BF5A-486C-A8C5-ECC9F3942E4B}">
                <a14:imgProps xmlns:a14="http://schemas.microsoft.com/office/drawing/2010/main">
                  <a14:imgLayer r:embed="rId13">
                    <a14:imgEffect>
                      <a14:brightnessContrast bright="-100000"/>
                    </a14:imgEffect>
                  </a14:imgLayer>
                </a14:imgProps>
              </a:ext>
            </a:extLst>
          </a:blip>
          <a:stretch>
            <a:fillRect/>
          </a:stretch>
        </p:blipFill>
        <p:spPr>
          <a:xfrm>
            <a:off x="10077067" y="4051572"/>
            <a:ext cx="482642" cy="482642"/>
          </a:xfrm>
          <a:prstGeom prst="rect">
            <a:avLst/>
          </a:prstGeom>
        </p:spPr>
      </p:pic>
      <p:pic>
        <p:nvPicPr>
          <p:cNvPr id="88" name="Picture 87" descr="A black and white background with white dots&#10;&#10;AI-generated content may be incorrect.">
            <a:extLst>
              <a:ext uri="{FF2B5EF4-FFF2-40B4-BE49-F238E27FC236}">
                <a16:creationId xmlns:a16="http://schemas.microsoft.com/office/drawing/2014/main" id="{5C1DD990-8202-869B-7F33-206FB13398C9}"/>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Lst>
          </a:blip>
          <a:stretch>
            <a:fillRect/>
          </a:stretch>
        </p:blipFill>
        <p:spPr>
          <a:xfrm>
            <a:off x="10077067" y="3100026"/>
            <a:ext cx="482642" cy="482642"/>
          </a:xfrm>
          <a:prstGeom prst="rect">
            <a:avLst/>
          </a:prstGeom>
        </p:spPr>
      </p:pic>
      <p:pic>
        <p:nvPicPr>
          <p:cNvPr id="90" name="Picture 89" descr="A black and white image of a number&#10;&#10;AI-generated content may be incorrect.">
            <a:extLst>
              <a:ext uri="{FF2B5EF4-FFF2-40B4-BE49-F238E27FC236}">
                <a16:creationId xmlns:a16="http://schemas.microsoft.com/office/drawing/2014/main" id="{3586126B-72F6-9642-C508-AB1899704571}"/>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bright="-100000"/>
                    </a14:imgEffect>
                  </a14:imgLayer>
                </a14:imgProps>
              </a:ext>
            </a:extLst>
          </a:blip>
          <a:stretch>
            <a:fillRect/>
          </a:stretch>
        </p:blipFill>
        <p:spPr>
          <a:xfrm>
            <a:off x="10077067" y="2173381"/>
            <a:ext cx="482642" cy="482642"/>
          </a:xfrm>
          <a:prstGeom prst="rect">
            <a:avLst/>
          </a:prstGeom>
        </p:spPr>
      </p:pic>
      <p:pic>
        <p:nvPicPr>
          <p:cNvPr id="92" name="Picture 91" descr="A black background with white dots&#10;&#10;AI-generated content may be incorrect.">
            <a:extLst>
              <a:ext uri="{FF2B5EF4-FFF2-40B4-BE49-F238E27FC236}">
                <a16:creationId xmlns:a16="http://schemas.microsoft.com/office/drawing/2014/main" id="{F3D77070-C901-3356-198D-80CB17D85421}"/>
              </a:ext>
            </a:extLst>
          </p:cNvPr>
          <p:cNvPicPr>
            <a:picLocks noChangeAspect="1"/>
          </p:cNvPicPr>
          <p:nvPr/>
        </p:nvPicPr>
        <p:blipFill>
          <a:blip r:embed="rId18">
            <a:extLst>
              <a:ext uri="{BEBA8EAE-BF5A-486C-A8C5-ECC9F3942E4B}">
                <a14:imgProps xmlns:a14="http://schemas.microsoft.com/office/drawing/2010/main">
                  <a14:imgLayer r:embed="rId19">
                    <a14:imgEffect>
                      <a14:brightnessContrast bright="-100000"/>
                    </a14:imgEffect>
                  </a14:imgLayer>
                </a14:imgProps>
              </a:ext>
            </a:extLst>
          </a:blip>
          <a:stretch>
            <a:fillRect/>
          </a:stretch>
        </p:blipFill>
        <p:spPr>
          <a:xfrm>
            <a:off x="5416262" y="4986734"/>
            <a:ext cx="482642" cy="482642"/>
          </a:xfrm>
          <a:prstGeom prst="rect">
            <a:avLst/>
          </a:prstGeom>
        </p:spPr>
      </p:pic>
      <p:pic>
        <p:nvPicPr>
          <p:cNvPr id="94" name="Picture 93" descr="A black background with white dots&#10;&#10;AI-generated content may be incorrect.">
            <a:extLst>
              <a:ext uri="{FF2B5EF4-FFF2-40B4-BE49-F238E27FC236}">
                <a16:creationId xmlns:a16="http://schemas.microsoft.com/office/drawing/2014/main" id="{8A68697B-5382-1A9C-4C06-F20EED920FFB}"/>
              </a:ext>
            </a:extLst>
          </p:cNvPr>
          <p:cNvPicPr>
            <a:picLocks noChangeAspect="1"/>
          </p:cNvPicPr>
          <p:nvPr/>
        </p:nvPicPr>
        <p:blipFill>
          <a:blip r:embed="rId20">
            <a:extLst>
              <a:ext uri="{BEBA8EAE-BF5A-486C-A8C5-ECC9F3942E4B}">
                <a14:imgProps xmlns:a14="http://schemas.microsoft.com/office/drawing/2010/main">
                  <a14:imgLayer r:embed="rId21">
                    <a14:imgEffect>
                      <a14:brightnessContrast bright="-100000"/>
                    </a14:imgEffect>
                  </a14:imgLayer>
                </a14:imgProps>
              </a:ext>
            </a:extLst>
          </a:blip>
          <a:stretch>
            <a:fillRect/>
          </a:stretch>
        </p:blipFill>
        <p:spPr>
          <a:xfrm>
            <a:off x="10077867" y="4986734"/>
            <a:ext cx="482642" cy="482642"/>
          </a:xfrm>
          <a:prstGeom prst="rect">
            <a:avLst/>
          </a:prstGeom>
        </p:spPr>
      </p:pic>
      <p:pic>
        <p:nvPicPr>
          <p:cNvPr id="96" name="Picture 95" descr="A black and white dot pattern&#10;&#10;AI-generated content may be incorrect.">
            <a:extLst>
              <a:ext uri="{FF2B5EF4-FFF2-40B4-BE49-F238E27FC236}">
                <a16:creationId xmlns:a16="http://schemas.microsoft.com/office/drawing/2014/main" id="{1A687147-E335-293D-74F6-0C59C8005C4D}"/>
              </a:ext>
            </a:extLst>
          </p:cNvPr>
          <p:cNvPicPr>
            <a:picLocks noChangeAspect="1"/>
          </p:cNvPicPr>
          <p:nvPr/>
        </p:nvPicPr>
        <p:blipFill>
          <a:blip r:embed="rId22">
            <a:extLst>
              <a:ext uri="{BEBA8EAE-BF5A-486C-A8C5-ECC9F3942E4B}">
                <a14:imgProps xmlns:a14="http://schemas.microsoft.com/office/drawing/2010/main">
                  <a14:imgLayer r:embed="rId23">
                    <a14:imgEffect>
                      <a14:brightnessContrast bright="-100000"/>
                    </a14:imgEffect>
                  </a14:imgLayer>
                </a14:imgProps>
              </a:ext>
            </a:extLst>
          </a:blip>
          <a:stretch>
            <a:fillRect/>
          </a:stretch>
        </p:blipFill>
        <p:spPr>
          <a:xfrm>
            <a:off x="9145699" y="4051572"/>
            <a:ext cx="482642" cy="482642"/>
          </a:xfrm>
          <a:prstGeom prst="rect">
            <a:avLst/>
          </a:prstGeom>
        </p:spPr>
      </p:pic>
      <p:pic>
        <p:nvPicPr>
          <p:cNvPr id="98" name="Picture 97" descr="A black background with white dots&#10;&#10;AI-generated content may be incorrect.">
            <a:extLst>
              <a:ext uri="{FF2B5EF4-FFF2-40B4-BE49-F238E27FC236}">
                <a16:creationId xmlns:a16="http://schemas.microsoft.com/office/drawing/2014/main" id="{5AE0FD51-326B-96D2-FBE1-ACB6D157D57C}"/>
              </a:ext>
            </a:extLst>
          </p:cNvPr>
          <p:cNvPicPr>
            <a:picLocks noChangeAspect="1"/>
          </p:cNvPicPr>
          <p:nvPr/>
        </p:nvPicPr>
        <p:blipFill>
          <a:blip r:embed="rId24">
            <a:extLst>
              <a:ext uri="{BEBA8EAE-BF5A-486C-A8C5-ECC9F3942E4B}">
                <a14:imgProps xmlns:a14="http://schemas.microsoft.com/office/drawing/2010/main">
                  <a14:imgLayer r:embed="rId25">
                    <a14:imgEffect>
                      <a14:brightnessContrast bright="-100000"/>
                    </a14:imgEffect>
                  </a14:imgLayer>
                </a14:imgProps>
              </a:ext>
            </a:extLst>
          </a:blip>
          <a:stretch>
            <a:fillRect/>
          </a:stretch>
        </p:blipFill>
        <p:spPr>
          <a:xfrm>
            <a:off x="9145699" y="3100026"/>
            <a:ext cx="482642" cy="482642"/>
          </a:xfrm>
          <a:prstGeom prst="rect">
            <a:avLst/>
          </a:prstGeom>
        </p:spPr>
      </p:pic>
      <p:pic>
        <p:nvPicPr>
          <p:cNvPr id="100" name="Picture 99" descr="A black background with white dots&#10;&#10;AI-generated content may be incorrect.">
            <a:extLst>
              <a:ext uri="{FF2B5EF4-FFF2-40B4-BE49-F238E27FC236}">
                <a16:creationId xmlns:a16="http://schemas.microsoft.com/office/drawing/2014/main" id="{F7EFBBA5-8219-E4F5-413E-FF31EE2EBC0F}"/>
              </a:ext>
            </a:extLst>
          </p:cNvPr>
          <p:cNvPicPr>
            <a:picLocks noChangeAspect="1"/>
          </p:cNvPicPr>
          <p:nvPr/>
        </p:nvPicPr>
        <p:blipFill>
          <a:blip r:embed="rId26">
            <a:extLst>
              <a:ext uri="{BEBA8EAE-BF5A-486C-A8C5-ECC9F3942E4B}">
                <a14:imgProps xmlns:a14="http://schemas.microsoft.com/office/drawing/2010/main">
                  <a14:imgLayer r:embed="rId27">
                    <a14:imgEffect>
                      <a14:brightnessContrast bright="-100000"/>
                    </a14:imgEffect>
                  </a14:imgLayer>
                </a14:imgProps>
              </a:ext>
            </a:extLst>
          </a:blip>
          <a:stretch>
            <a:fillRect/>
          </a:stretch>
        </p:blipFill>
        <p:spPr>
          <a:xfrm>
            <a:off x="9145699" y="2173381"/>
            <a:ext cx="482642" cy="482642"/>
          </a:xfrm>
          <a:prstGeom prst="rect">
            <a:avLst/>
          </a:prstGeom>
        </p:spPr>
      </p:pic>
      <p:pic>
        <p:nvPicPr>
          <p:cNvPr id="102" name="Picture 101" descr="A black background with white dots&#10;&#10;AI-generated content may be incorrect.">
            <a:extLst>
              <a:ext uri="{FF2B5EF4-FFF2-40B4-BE49-F238E27FC236}">
                <a16:creationId xmlns:a16="http://schemas.microsoft.com/office/drawing/2014/main" id="{ABA2D3AC-5CB9-6EF8-24F1-33CA8E7AB35A}"/>
              </a:ext>
            </a:extLst>
          </p:cNvPr>
          <p:cNvPicPr>
            <a:picLocks noChangeAspect="1"/>
          </p:cNvPicPr>
          <p:nvPr/>
        </p:nvPicPr>
        <p:blipFill>
          <a:blip r:embed="rId28">
            <a:extLst>
              <a:ext uri="{BEBA8EAE-BF5A-486C-A8C5-ECC9F3942E4B}">
                <a14:imgProps xmlns:a14="http://schemas.microsoft.com/office/drawing/2010/main">
                  <a14:imgLayer r:embed="rId29">
                    <a14:imgEffect>
                      <a14:brightnessContrast bright="-100000"/>
                    </a14:imgEffect>
                  </a14:imgLayer>
                </a14:imgProps>
              </a:ext>
            </a:extLst>
          </a:blip>
          <a:stretch>
            <a:fillRect/>
          </a:stretch>
        </p:blipFill>
        <p:spPr>
          <a:xfrm>
            <a:off x="9145699" y="1234922"/>
            <a:ext cx="482642" cy="482642"/>
          </a:xfrm>
          <a:prstGeom prst="rect">
            <a:avLst/>
          </a:prstGeom>
        </p:spPr>
      </p:pic>
      <p:pic>
        <p:nvPicPr>
          <p:cNvPr id="104" name="Picture 103" descr="A black and white background with white dots&#10;&#10;AI-generated content may be incorrect.">
            <a:extLst>
              <a:ext uri="{FF2B5EF4-FFF2-40B4-BE49-F238E27FC236}">
                <a16:creationId xmlns:a16="http://schemas.microsoft.com/office/drawing/2014/main" id="{FF6B9423-FAFC-816E-A51C-3A948B6D5FA7}"/>
              </a:ext>
            </a:extLst>
          </p:cNvPr>
          <p:cNvPicPr>
            <a:picLocks noChangeAspect="1"/>
          </p:cNvPicPr>
          <p:nvPr/>
        </p:nvPicPr>
        <p:blipFill>
          <a:blip r:embed="rId30">
            <a:extLst>
              <a:ext uri="{BEBA8EAE-BF5A-486C-A8C5-ECC9F3942E4B}">
                <a14:imgProps xmlns:a14="http://schemas.microsoft.com/office/drawing/2010/main">
                  <a14:imgLayer r:embed="rId31">
                    <a14:imgEffect>
                      <a14:brightnessContrast bright="-100000"/>
                    </a14:imgEffect>
                  </a14:imgLayer>
                </a14:imgProps>
              </a:ext>
            </a:extLst>
          </a:blip>
          <a:stretch>
            <a:fillRect/>
          </a:stretch>
        </p:blipFill>
        <p:spPr>
          <a:xfrm>
            <a:off x="763387" y="1234922"/>
            <a:ext cx="482642" cy="482642"/>
          </a:xfrm>
          <a:prstGeom prst="rect">
            <a:avLst/>
          </a:prstGeom>
        </p:spPr>
      </p:pic>
      <p:pic>
        <p:nvPicPr>
          <p:cNvPr id="106" name="Picture 105" descr="A black and white background with white dots&#10;&#10;AI-generated content may be incorrect.">
            <a:extLst>
              <a:ext uri="{FF2B5EF4-FFF2-40B4-BE49-F238E27FC236}">
                <a16:creationId xmlns:a16="http://schemas.microsoft.com/office/drawing/2014/main" id="{9D249DE2-A906-5603-66BC-4094CEA50E11}"/>
              </a:ext>
            </a:extLst>
          </p:cNvPr>
          <p:cNvPicPr>
            <a:picLocks noChangeAspect="1"/>
          </p:cNvPicPr>
          <p:nvPr/>
        </p:nvPicPr>
        <p:blipFill>
          <a:blip r:embed="rId32">
            <a:extLst>
              <a:ext uri="{BEBA8EAE-BF5A-486C-A8C5-ECC9F3942E4B}">
                <a14:imgProps xmlns:a14="http://schemas.microsoft.com/office/drawing/2010/main">
                  <a14:imgLayer r:embed="rId33">
                    <a14:imgEffect>
                      <a14:brightnessContrast bright="-100000"/>
                    </a14:imgEffect>
                  </a14:imgLayer>
                </a14:imgProps>
              </a:ext>
            </a:extLst>
          </a:blip>
          <a:stretch>
            <a:fillRect/>
          </a:stretch>
        </p:blipFill>
        <p:spPr>
          <a:xfrm>
            <a:off x="1694755" y="1234922"/>
            <a:ext cx="482642" cy="482642"/>
          </a:xfrm>
          <a:prstGeom prst="rect">
            <a:avLst/>
          </a:prstGeom>
        </p:spPr>
      </p:pic>
      <p:pic>
        <p:nvPicPr>
          <p:cNvPr id="108" name="Picture 107" descr="A number eight with white dots&#10;&#10;AI-generated content may be incorrect.">
            <a:extLst>
              <a:ext uri="{FF2B5EF4-FFF2-40B4-BE49-F238E27FC236}">
                <a16:creationId xmlns:a16="http://schemas.microsoft.com/office/drawing/2014/main" id="{72CBF4E6-D1D6-FAD7-7E69-66262DB7F6FF}"/>
              </a:ext>
            </a:extLst>
          </p:cNvPr>
          <p:cNvPicPr>
            <a:picLocks noChangeAspect="1"/>
          </p:cNvPicPr>
          <p:nvPr/>
        </p:nvPicPr>
        <p:blipFill>
          <a:blip r:embed="rId34">
            <a:extLst>
              <a:ext uri="{BEBA8EAE-BF5A-486C-A8C5-ECC9F3942E4B}">
                <a14:imgProps xmlns:a14="http://schemas.microsoft.com/office/drawing/2010/main">
                  <a14:imgLayer r:embed="rId35">
                    <a14:imgEffect>
                      <a14:brightnessContrast bright="-100000"/>
                    </a14:imgEffect>
                  </a14:imgLayer>
                </a14:imgProps>
              </a:ext>
            </a:extLst>
          </a:blip>
          <a:stretch>
            <a:fillRect/>
          </a:stretch>
        </p:blipFill>
        <p:spPr>
          <a:xfrm>
            <a:off x="2626123" y="1234922"/>
            <a:ext cx="482642" cy="482642"/>
          </a:xfrm>
          <a:prstGeom prst="rect">
            <a:avLst/>
          </a:prstGeom>
        </p:spPr>
      </p:pic>
      <p:pic>
        <p:nvPicPr>
          <p:cNvPr id="110" name="Picture 109" descr="A black background with white dots&#10;&#10;AI-generated content may be incorrect.">
            <a:extLst>
              <a:ext uri="{FF2B5EF4-FFF2-40B4-BE49-F238E27FC236}">
                <a16:creationId xmlns:a16="http://schemas.microsoft.com/office/drawing/2014/main" id="{A5DF3296-A091-DB14-AB9D-E1E3C36E66A1}"/>
              </a:ext>
            </a:extLst>
          </p:cNvPr>
          <p:cNvPicPr>
            <a:picLocks noChangeAspect="1"/>
          </p:cNvPicPr>
          <p:nvPr/>
        </p:nvPicPr>
        <p:blipFill>
          <a:blip r:embed="rId36">
            <a:extLst>
              <a:ext uri="{BEBA8EAE-BF5A-486C-A8C5-ECC9F3942E4B}">
                <a14:imgProps xmlns:a14="http://schemas.microsoft.com/office/drawing/2010/main">
                  <a14:imgLayer r:embed="rId37">
                    <a14:imgEffect>
                      <a14:brightnessContrast bright="-100000"/>
                    </a14:imgEffect>
                  </a14:imgLayer>
                </a14:imgProps>
              </a:ext>
            </a:extLst>
          </a:blip>
          <a:stretch>
            <a:fillRect/>
          </a:stretch>
        </p:blipFill>
        <p:spPr>
          <a:xfrm>
            <a:off x="3557491" y="1234922"/>
            <a:ext cx="482642" cy="482642"/>
          </a:xfrm>
          <a:prstGeom prst="rect">
            <a:avLst/>
          </a:prstGeom>
        </p:spPr>
      </p:pic>
      <p:pic>
        <p:nvPicPr>
          <p:cNvPr id="112" name="Picture 111">
            <a:extLst>
              <a:ext uri="{FF2B5EF4-FFF2-40B4-BE49-F238E27FC236}">
                <a16:creationId xmlns:a16="http://schemas.microsoft.com/office/drawing/2014/main" id="{E14A7633-46CC-5608-E665-C9FC0B4CBFD6}"/>
              </a:ext>
            </a:extLst>
          </p:cNvPr>
          <p:cNvPicPr>
            <a:picLocks noChangeAspect="1"/>
          </p:cNvPicPr>
          <p:nvPr/>
        </p:nvPicPr>
        <p:blipFill>
          <a:blip r:embed="rId38">
            <a:extLst>
              <a:ext uri="{BEBA8EAE-BF5A-486C-A8C5-ECC9F3942E4B}">
                <a14:imgProps xmlns:a14="http://schemas.microsoft.com/office/drawing/2010/main">
                  <a14:imgLayer r:embed="rId39">
                    <a14:imgEffect>
                      <a14:brightnessContrast bright="-100000"/>
                    </a14:imgEffect>
                  </a14:imgLayer>
                </a14:imgProps>
              </a:ext>
            </a:extLst>
          </a:blip>
          <a:stretch>
            <a:fillRect/>
          </a:stretch>
        </p:blipFill>
        <p:spPr>
          <a:xfrm>
            <a:off x="7277412" y="4986734"/>
            <a:ext cx="482642" cy="482642"/>
          </a:xfrm>
          <a:prstGeom prst="rect">
            <a:avLst/>
          </a:prstGeom>
        </p:spPr>
      </p:pic>
      <p:pic>
        <p:nvPicPr>
          <p:cNvPr id="114" name="Picture 113">
            <a:extLst>
              <a:ext uri="{FF2B5EF4-FFF2-40B4-BE49-F238E27FC236}">
                <a16:creationId xmlns:a16="http://schemas.microsoft.com/office/drawing/2014/main" id="{79A68050-DCEA-C119-FFA7-00D3B228DA66}"/>
              </a:ext>
            </a:extLst>
          </p:cNvPr>
          <p:cNvPicPr>
            <a:picLocks noChangeAspect="1"/>
          </p:cNvPicPr>
          <p:nvPr/>
        </p:nvPicPr>
        <p:blipFill>
          <a:blip r:embed="rId40">
            <a:extLst>
              <a:ext uri="{BEBA8EAE-BF5A-486C-A8C5-ECC9F3942E4B}">
                <a14:imgProps xmlns:a14="http://schemas.microsoft.com/office/drawing/2010/main">
                  <a14:imgLayer r:embed="rId41">
                    <a14:imgEffect>
                      <a14:brightnessContrast bright="-100000"/>
                    </a14:imgEffect>
                  </a14:imgLayer>
                </a14:imgProps>
              </a:ext>
            </a:extLst>
          </a:blip>
          <a:srcRect/>
          <a:stretch/>
        </p:blipFill>
        <p:spPr>
          <a:xfrm>
            <a:off x="5420227" y="1234922"/>
            <a:ext cx="482642" cy="482642"/>
          </a:xfrm>
          <a:prstGeom prst="rect">
            <a:avLst/>
          </a:prstGeom>
        </p:spPr>
      </p:pic>
      <p:pic>
        <p:nvPicPr>
          <p:cNvPr id="116" name="Picture 115" descr="A black background with white dots&#10;&#10;AI-generated content may be incorrect.">
            <a:extLst>
              <a:ext uri="{FF2B5EF4-FFF2-40B4-BE49-F238E27FC236}">
                <a16:creationId xmlns:a16="http://schemas.microsoft.com/office/drawing/2014/main" id="{ED4B2C80-8C92-F453-D376-A412F080BE7E}"/>
              </a:ext>
            </a:extLst>
          </p:cNvPr>
          <p:cNvPicPr>
            <a:picLocks noChangeAspect="1"/>
          </p:cNvPicPr>
          <p:nvPr/>
        </p:nvPicPr>
        <p:blipFill>
          <a:blip r:embed="rId42">
            <a:extLst>
              <a:ext uri="{BEBA8EAE-BF5A-486C-A8C5-ECC9F3942E4B}">
                <a14:imgProps xmlns:a14="http://schemas.microsoft.com/office/drawing/2010/main">
                  <a14:imgLayer r:embed="rId43">
                    <a14:imgEffect>
                      <a14:brightnessContrast bright="-100000"/>
                    </a14:imgEffect>
                  </a14:imgLayer>
                </a14:imgProps>
              </a:ext>
            </a:extLst>
          </a:blip>
          <a:stretch>
            <a:fillRect/>
          </a:stretch>
        </p:blipFill>
        <p:spPr>
          <a:xfrm>
            <a:off x="2624537" y="4986734"/>
            <a:ext cx="482642" cy="482642"/>
          </a:xfrm>
          <a:prstGeom prst="rect">
            <a:avLst/>
          </a:prstGeom>
        </p:spPr>
      </p:pic>
      <p:pic>
        <p:nvPicPr>
          <p:cNvPr id="118" name="Picture 117" descr="A black and white square with dots&#10;&#10;AI-generated content may be incorrect.">
            <a:extLst>
              <a:ext uri="{FF2B5EF4-FFF2-40B4-BE49-F238E27FC236}">
                <a16:creationId xmlns:a16="http://schemas.microsoft.com/office/drawing/2014/main" id="{208AB0CF-7418-1ECF-4403-534DDC8B717F}"/>
              </a:ext>
            </a:extLst>
          </p:cNvPr>
          <p:cNvPicPr>
            <a:picLocks noChangeAspect="1"/>
          </p:cNvPicPr>
          <p:nvPr/>
        </p:nvPicPr>
        <p:blipFill>
          <a:blip r:embed="rId44">
            <a:extLst>
              <a:ext uri="{BEBA8EAE-BF5A-486C-A8C5-ECC9F3942E4B}">
                <a14:imgProps xmlns:a14="http://schemas.microsoft.com/office/drawing/2010/main">
                  <a14:imgLayer r:embed="rId45">
                    <a14:imgEffect>
                      <a14:brightnessContrast bright="-100000"/>
                    </a14:imgEffect>
                  </a14:imgLayer>
                </a14:imgProps>
              </a:ext>
            </a:extLst>
          </a:blip>
          <a:stretch>
            <a:fillRect/>
          </a:stretch>
        </p:blipFill>
        <p:spPr>
          <a:xfrm>
            <a:off x="7282963" y="1234922"/>
            <a:ext cx="482642" cy="482642"/>
          </a:xfrm>
          <a:prstGeom prst="rect">
            <a:avLst/>
          </a:prstGeom>
        </p:spPr>
      </p:pic>
      <p:pic>
        <p:nvPicPr>
          <p:cNvPr id="120" name="Picture 119" descr="A black background with white dots&#10;&#10;AI-generated content may be incorrect.">
            <a:extLst>
              <a:ext uri="{FF2B5EF4-FFF2-40B4-BE49-F238E27FC236}">
                <a16:creationId xmlns:a16="http://schemas.microsoft.com/office/drawing/2014/main" id="{E0A2B2F1-CAF7-084F-9D76-B091FA748C53}"/>
              </a:ext>
            </a:extLst>
          </p:cNvPr>
          <p:cNvPicPr>
            <a:picLocks noChangeAspect="1"/>
          </p:cNvPicPr>
          <p:nvPr/>
        </p:nvPicPr>
        <p:blipFill>
          <a:blip r:embed="rId46">
            <a:extLst>
              <a:ext uri="{BEBA8EAE-BF5A-486C-A8C5-ECC9F3942E4B}">
                <a14:imgProps xmlns:a14="http://schemas.microsoft.com/office/drawing/2010/main">
                  <a14:imgLayer r:embed="rId47">
                    <a14:imgEffect>
                      <a14:brightnessContrast bright="-100000"/>
                    </a14:imgEffect>
                  </a14:imgLayer>
                </a14:imgProps>
              </a:ext>
            </a:extLst>
          </a:blip>
          <a:stretch>
            <a:fillRect/>
          </a:stretch>
        </p:blipFill>
        <p:spPr>
          <a:xfrm>
            <a:off x="8214331" y="1234922"/>
            <a:ext cx="482642" cy="482642"/>
          </a:xfrm>
          <a:prstGeom prst="rect">
            <a:avLst/>
          </a:prstGeom>
        </p:spPr>
      </p:pic>
      <p:pic>
        <p:nvPicPr>
          <p:cNvPr id="122" name="Picture 121" descr="A black background with white dots&#10;&#10;AI-generated content may be incorrect.">
            <a:extLst>
              <a:ext uri="{FF2B5EF4-FFF2-40B4-BE49-F238E27FC236}">
                <a16:creationId xmlns:a16="http://schemas.microsoft.com/office/drawing/2014/main" id="{DF9E3669-F9D2-5909-2A84-AE90081D6C88}"/>
              </a:ext>
            </a:extLst>
          </p:cNvPr>
          <p:cNvPicPr>
            <a:picLocks noChangeAspect="1"/>
          </p:cNvPicPr>
          <p:nvPr/>
        </p:nvPicPr>
        <p:blipFill>
          <a:blip r:embed="rId48">
            <a:extLst>
              <a:ext uri="{BEBA8EAE-BF5A-486C-A8C5-ECC9F3942E4B}">
                <a14:imgProps xmlns:a14="http://schemas.microsoft.com/office/drawing/2010/main">
                  <a14:imgLayer r:embed="rId49">
                    <a14:imgEffect>
                      <a14:brightnessContrast bright="-100000"/>
                    </a14:imgEffect>
                  </a14:imgLayer>
                </a14:imgProps>
              </a:ext>
            </a:extLst>
          </a:blip>
          <a:stretch>
            <a:fillRect/>
          </a:stretch>
        </p:blipFill>
        <p:spPr>
          <a:xfrm>
            <a:off x="763387" y="2173381"/>
            <a:ext cx="482642" cy="482642"/>
          </a:xfrm>
          <a:prstGeom prst="rect">
            <a:avLst/>
          </a:prstGeom>
        </p:spPr>
      </p:pic>
      <p:pic>
        <p:nvPicPr>
          <p:cNvPr id="124" name="Picture 123" descr="A black and white cross with white dots&#10;&#10;AI-generated content may be incorrect.">
            <a:extLst>
              <a:ext uri="{FF2B5EF4-FFF2-40B4-BE49-F238E27FC236}">
                <a16:creationId xmlns:a16="http://schemas.microsoft.com/office/drawing/2014/main" id="{B83D69C1-8BFE-EBE0-A86B-BE198E2F2194}"/>
              </a:ext>
            </a:extLst>
          </p:cNvPr>
          <p:cNvPicPr>
            <a:picLocks noChangeAspect="1"/>
          </p:cNvPicPr>
          <p:nvPr/>
        </p:nvPicPr>
        <p:blipFill>
          <a:blip r:embed="rId50">
            <a:extLst>
              <a:ext uri="{BEBA8EAE-BF5A-486C-A8C5-ECC9F3942E4B}">
                <a14:imgProps xmlns:a14="http://schemas.microsoft.com/office/drawing/2010/main">
                  <a14:imgLayer r:embed="rId51">
                    <a14:imgEffect>
                      <a14:brightnessContrast bright="-100000"/>
                    </a14:imgEffect>
                  </a14:imgLayer>
                </a14:imgProps>
              </a:ext>
            </a:extLst>
          </a:blip>
          <a:stretch>
            <a:fillRect/>
          </a:stretch>
        </p:blipFill>
        <p:spPr>
          <a:xfrm>
            <a:off x="1693962" y="4986734"/>
            <a:ext cx="482642" cy="482642"/>
          </a:xfrm>
          <a:prstGeom prst="rect">
            <a:avLst/>
          </a:prstGeom>
        </p:spPr>
      </p:pic>
      <p:pic>
        <p:nvPicPr>
          <p:cNvPr id="126" name="Picture 125" descr="A heart made of white dots&#10;&#10;AI-generated content may be incorrect.">
            <a:extLst>
              <a:ext uri="{FF2B5EF4-FFF2-40B4-BE49-F238E27FC236}">
                <a16:creationId xmlns:a16="http://schemas.microsoft.com/office/drawing/2014/main" id="{E50BE651-8EA3-7D2B-07E5-A086EB120A00}"/>
              </a:ext>
            </a:extLst>
          </p:cNvPr>
          <p:cNvPicPr>
            <a:picLocks noChangeAspect="1"/>
          </p:cNvPicPr>
          <p:nvPr/>
        </p:nvPicPr>
        <p:blipFill>
          <a:blip r:embed="rId52">
            <a:extLst>
              <a:ext uri="{BEBA8EAE-BF5A-486C-A8C5-ECC9F3942E4B}">
                <a14:imgProps xmlns:a14="http://schemas.microsoft.com/office/drawing/2010/main">
                  <a14:imgLayer r:embed="rId53">
                    <a14:imgEffect>
                      <a14:brightnessContrast bright="-100000"/>
                    </a14:imgEffect>
                  </a14:imgLayer>
                </a14:imgProps>
              </a:ext>
            </a:extLst>
          </a:blip>
          <a:stretch>
            <a:fillRect/>
          </a:stretch>
        </p:blipFill>
        <p:spPr>
          <a:xfrm>
            <a:off x="2626123" y="2173381"/>
            <a:ext cx="482642" cy="482642"/>
          </a:xfrm>
          <a:prstGeom prst="rect">
            <a:avLst/>
          </a:prstGeom>
        </p:spPr>
      </p:pic>
      <p:pic>
        <p:nvPicPr>
          <p:cNvPr id="128" name="Picture 127">
            <a:extLst>
              <a:ext uri="{FF2B5EF4-FFF2-40B4-BE49-F238E27FC236}">
                <a16:creationId xmlns:a16="http://schemas.microsoft.com/office/drawing/2014/main" id="{9ABC5676-CB3D-C665-65C3-10CEC737EA5C}"/>
              </a:ext>
            </a:extLst>
          </p:cNvPr>
          <p:cNvPicPr>
            <a:picLocks noChangeAspect="1"/>
          </p:cNvPicPr>
          <p:nvPr/>
        </p:nvPicPr>
        <p:blipFill>
          <a:blip r:embed="rId54">
            <a:extLst>
              <a:ext uri="{BEBA8EAE-BF5A-486C-A8C5-ECC9F3942E4B}">
                <a14:imgProps xmlns:a14="http://schemas.microsoft.com/office/drawing/2010/main">
                  <a14:imgLayer r:embed="rId55">
                    <a14:imgEffect>
                      <a14:brightnessContrast bright="-100000"/>
                    </a14:imgEffect>
                  </a14:imgLayer>
                </a14:imgProps>
              </a:ext>
            </a:extLst>
          </a:blip>
          <a:stretch>
            <a:fillRect/>
          </a:stretch>
        </p:blipFill>
        <p:spPr>
          <a:xfrm>
            <a:off x="3557491" y="2173381"/>
            <a:ext cx="482642" cy="482642"/>
          </a:xfrm>
          <a:prstGeom prst="rect">
            <a:avLst/>
          </a:prstGeom>
        </p:spPr>
      </p:pic>
      <p:pic>
        <p:nvPicPr>
          <p:cNvPr id="130" name="Picture 129" descr="A black background with white dots&#10;&#10;AI-generated content may be incorrect.">
            <a:extLst>
              <a:ext uri="{FF2B5EF4-FFF2-40B4-BE49-F238E27FC236}">
                <a16:creationId xmlns:a16="http://schemas.microsoft.com/office/drawing/2014/main" id="{79203934-CA53-AA08-6FFD-6CF51E28FB76}"/>
              </a:ext>
            </a:extLst>
          </p:cNvPr>
          <p:cNvPicPr>
            <a:picLocks noChangeAspect="1"/>
          </p:cNvPicPr>
          <p:nvPr/>
        </p:nvPicPr>
        <p:blipFill>
          <a:blip r:embed="rId56">
            <a:extLst>
              <a:ext uri="{BEBA8EAE-BF5A-486C-A8C5-ECC9F3942E4B}">
                <a14:imgProps xmlns:a14="http://schemas.microsoft.com/office/drawing/2010/main">
                  <a14:imgLayer r:embed="rId57">
                    <a14:imgEffect>
                      <a14:brightnessContrast bright="-100000"/>
                    </a14:imgEffect>
                  </a14:imgLayer>
                </a14:imgProps>
              </a:ext>
            </a:extLst>
          </a:blip>
          <a:stretch>
            <a:fillRect/>
          </a:stretch>
        </p:blipFill>
        <p:spPr>
          <a:xfrm>
            <a:off x="4488859" y="2173381"/>
            <a:ext cx="482642" cy="482642"/>
          </a:xfrm>
          <a:prstGeom prst="rect">
            <a:avLst/>
          </a:prstGeom>
        </p:spPr>
      </p:pic>
      <p:pic>
        <p:nvPicPr>
          <p:cNvPr id="132" name="Picture 131" descr="A black background with white dots&#10;&#10;AI-generated content may be incorrect.">
            <a:extLst>
              <a:ext uri="{FF2B5EF4-FFF2-40B4-BE49-F238E27FC236}">
                <a16:creationId xmlns:a16="http://schemas.microsoft.com/office/drawing/2014/main" id="{4BA53C03-68AC-1C86-85E4-F660390EF9A7}"/>
              </a:ext>
            </a:extLst>
          </p:cNvPr>
          <p:cNvPicPr>
            <a:picLocks noChangeAspect="1"/>
          </p:cNvPicPr>
          <p:nvPr/>
        </p:nvPicPr>
        <p:blipFill>
          <a:blip r:embed="rId58">
            <a:extLst>
              <a:ext uri="{BEBA8EAE-BF5A-486C-A8C5-ECC9F3942E4B}">
                <a14:imgProps xmlns:a14="http://schemas.microsoft.com/office/drawing/2010/main">
                  <a14:imgLayer r:embed="rId59">
                    <a14:imgEffect>
                      <a14:brightnessContrast bright="-100000"/>
                    </a14:imgEffect>
                  </a14:imgLayer>
                </a14:imgProps>
              </a:ext>
            </a:extLst>
          </a:blip>
          <a:stretch>
            <a:fillRect/>
          </a:stretch>
        </p:blipFill>
        <p:spPr>
          <a:xfrm>
            <a:off x="5420227" y="2173381"/>
            <a:ext cx="482642" cy="482642"/>
          </a:xfrm>
          <a:prstGeom prst="rect">
            <a:avLst/>
          </a:prstGeom>
        </p:spPr>
      </p:pic>
      <p:pic>
        <p:nvPicPr>
          <p:cNvPr id="134" name="Picture 133" descr="A black and white square with white dots&#10;&#10;AI-generated content may be incorrect.">
            <a:extLst>
              <a:ext uri="{FF2B5EF4-FFF2-40B4-BE49-F238E27FC236}">
                <a16:creationId xmlns:a16="http://schemas.microsoft.com/office/drawing/2014/main" id="{9B422F55-CA07-0B2F-3D6F-44A24B2D9D55}"/>
              </a:ext>
            </a:extLst>
          </p:cNvPr>
          <p:cNvPicPr>
            <a:picLocks noChangeAspect="1"/>
          </p:cNvPicPr>
          <p:nvPr/>
        </p:nvPicPr>
        <p:blipFill>
          <a:blip r:embed="rId60">
            <a:extLst>
              <a:ext uri="{BEBA8EAE-BF5A-486C-A8C5-ECC9F3942E4B}">
                <a14:imgProps xmlns:a14="http://schemas.microsoft.com/office/drawing/2010/main">
                  <a14:imgLayer r:embed="rId61">
                    <a14:imgEffect>
                      <a14:brightnessContrast bright="-100000"/>
                    </a14:imgEffect>
                  </a14:imgLayer>
                </a14:imgProps>
              </a:ext>
            </a:extLst>
          </a:blip>
          <a:stretch>
            <a:fillRect/>
          </a:stretch>
        </p:blipFill>
        <p:spPr>
          <a:xfrm>
            <a:off x="6351595" y="2173381"/>
            <a:ext cx="482642" cy="482642"/>
          </a:xfrm>
          <a:prstGeom prst="rect">
            <a:avLst/>
          </a:prstGeom>
        </p:spPr>
      </p:pic>
      <p:pic>
        <p:nvPicPr>
          <p:cNvPr id="136" name="Picture 135" descr="A black and white dot pattern&#10;&#10;AI-generated content may be incorrect.">
            <a:extLst>
              <a:ext uri="{FF2B5EF4-FFF2-40B4-BE49-F238E27FC236}">
                <a16:creationId xmlns:a16="http://schemas.microsoft.com/office/drawing/2014/main" id="{8537851F-363B-C552-A723-CF984A4CCF54}"/>
              </a:ext>
            </a:extLst>
          </p:cNvPr>
          <p:cNvPicPr>
            <a:picLocks noChangeAspect="1"/>
          </p:cNvPicPr>
          <p:nvPr/>
        </p:nvPicPr>
        <p:blipFill>
          <a:blip r:embed="rId62">
            <a:extLst>
              <a:ext uri="{BEBA8EAE-BF5A-486C-A8C5-ECC9F3942E4B}">
                <a14:imgProps xmlns:a14="http://schemas.microsoft.com/office/drawing/2010/main">
                  <a14:imgLayer r:embed="rId63">
                    <a14:imgEffect>
                      <a14:brightnessContrast bright="-100000"/>
                    </a14:imgEffect>
                  </a14:imgLayer>
                </a14:imgProps>
              </a:ext>
            </a:extLst>
          </a:blip>
          <a:stretch>
            <a:fillRect/>
          </a:stretch>
        </p:blipFill>
        <p:spPr>
          <a:xfrm>
            <a:off x="7282963" y="2173381"/>
            <a:ext cx="482642" cy="482642"/>
          </a:xfrm>
          <a:prstGeom prst="rect">
            <a:avLst/>
          </a:prstGeom>
        </p:spPr>
      </p:pic>
      <p:pic>
        <p:nvPicPr>
          <p:cNvPr id="138" name="Picture 137" descr="A number with white dots on a black background&#10;&#10;AI-generated content may be incorrect.">
            <a:extLst>
              <a:ext uri="{FF2B5EF4-FFF2-40B4-BE49-F238E27FC236}">
                <a16:creationId xmlns:a16="http://schemas.microsoft.com/office/drawing/2014/main" id="{D524F5D0-CB98-E5F3-99D6-FB07F76B857F}"/>
              </a:ext>
            </a:extLst>
          </p:cNvPr>
          <p:cNvPicPr>
            <a:picLocks noChangeAspect="1"/>
          </p:cNvPicPr>
          <p:nvPr/>
        </p:nvPicPr>
        <p:blipFill>
          <a:blip r:embed="rId64">
            <a:extLst>
              <a:ext uri="{BEBA8EAE-BF5A-486C-A8C5-ECC9F3942E4B}">
                <a14:imgProps xmlns:a14="http://schemas.microsoft.com/office/drawing/2010/main">
                  <a14:imgLayer r:embed="rId65">
                    <a14:imgEffect>
                      <a14:brightnessContrast bright="-100000"/>
                    </a14:imgEffect>
                  </a14:imgLayer>
                </a14:imgProps>
              </a:ext>
            </a:extLst>
          </a:blip>
          <a:stretch>
            <a:fillRect/>
          </a:stretch>
        </p:blipFill>
        <p:spPr>
          <a:xfrm>
            <a:off x="8214331" y="2173381"/>
            <a:ext cx="482642" cy="482642"/>
          </a:xfrm>
          <a:prstGeom prst="rect">
            <a:avLst/>
          </a:prstGeom>
        </p:spPr>
      </p:pic>
      <p:pic>
        <p:nvPicPr>
          <p:cNvPr id="140" name="Picture 139" descr="A number with dots in the shape of a number&#10;&#10;AI-generated content may be incorrect.">
            <a:extLst>
              <a:ext uri="{FF2B5EF4-FFF2-40B4-BE49-F238E27FC236}">
                <a16:creationId xmlns:a16="http://schemas.microsoft.com/office/drawing/2014/main" id="{D71F718D-C3E2-9E53-D964-7138208C68BA}"/>
              </a:ext>
            </a:extLst>
          </p:cNvPr>
          <p:cNvPicPr>
            <a:picLocks noChangeAspect="1"/>
          </p:cNvPicPr>
          <p:nvPr/>
        </p:nvPicPr>
        <p:blipFill>
          <a:blip r:embed="rId66">
            <a:extLst>
              <a:ext uri="{BEBA8EAE-BF5A-486C-A8C5-ECC9F3942E4B}">
                <a14:imgProps xmlns:a14="http://schemas.microsoft.com/office/drawing/2010/main">
                  <a14:imgLayer r:embed="rId67">
                    <a14:imgEffect>
                      <a14:brightnessContrast bright="-100000"/>
                    </a14:imgEffect>
                  </a14:imgLayer>
                </a14:imgProps>
              </a:ext>
            </a:extLst>
          </a:blip>
          <a:stretch>
            <a:fillRect/>
          </a:stretch>
        </p:blipFill>
        <p:spPr>
          <a:xfrm>
            <a:off x="763387" y="3100026"/>
            <a:ext cx="482642" cy="482642"/>
          </a:xfrm>
          <a:prstGeom prst="rect">
            <a:avLst/>
          </a:prstGeom>
        </p:spPr>
      </p:pic>
      <p:pic>
        <p:nvPicPr>
          <p:cNvPr id="142" name="Picture 141" descr="A black and white square with white dots&#10;&#10;AI-generated content may be incorrect.">
            <a:extLst>
              <a:ext uri="{FF2B5EF4-FFF2-40B4-BE49-F238E27FC236}">
                <a16:creationId xmlns:a16="http://schemas.microsoft.com/office/drawing/2014/main" id="{5FD2D651-99EC-9875-52C3-4D7EED8AF568}"/>
              </a:ext>
            </a:extLst>
          </p:cNvPr>
          <p:cNvPicPr>
            <a:picLocks noChangeAspect="1"/>
          </p:cNvPicPr>
          <p:nvPr/>
        </p:nvPicPr>
        <p:blipFill>
          <a:blip r:embed="rId68">
            <a:extLst>
              <a:ext uri="{BEBA8EAE-BF5A-486C-A8C5-ECC9F3942E4B}">
                <a14:imgProps xmlns:a14="http://schemas.microsoft.com/office/drawing/2010/main">
                  <a14:imgLayer r:embed="rId69">
                    <a14:imgEffect>
                      <a14:brightnessContrast bright="-100000"/>
                    </a14:imgEffect>
                  </a14:imgLayer>
                </a14:imgProps>
              </a:ext>
            </a:extLst>
          </a:blip>
          <a:stretch>
            <a:fillRect/>
          </a:stretch>
        </p:blipFill>
        <p:spPr>
          <a:xfrm>
            <a:off x="1694755" y="3100026"/>
            <a:ext cx="482642" cy="482642"/>
          </a:xfrm>
          <a:prstGeom prst="rect">
            <a:avLst/>
          </a:prstGeom>
        </p:spPr>
      </p:pic>
      <p:pic>
        <p:nvPicPr>
          <p:cNvPr id="144" name="Picture 143" descr="A black and white circle with dots&#10;&#10;AI-generated content may be incorrect.">
            <a:extLst>
              <a:ext uri="{FF2B5EF4-FFF2-40B4-BE49-F238E27FC236}">
                <a16:creationId xmlns:a16="http://schemas.microsoft.com/office/drawing/2014/main" id="{F26C2F0B-304D-7521-C80E-C621B68A8E6F}"/>
              </a:ext>
            </a:extLst>
          </p:cNvPr>
          <p:cNvPicPr>
            <a:picLocks noChangeAspect="1"/>
          </p:cNvPicPr>
          <p:nvPr/>
        </p:nvPicPr>
        <p:blipFill>
          <a:blip r:embed="rId70">
            <a:extLst>
              <a:ext uri="{BEBA8EAE-BF5A-486C-A8C5-ECC9F3942E4B}">
                <a14:imgProps xmlns:a14="http://schemas.microsoft.com/office/drawing/2010/main">
                  <a14:imgLayer r:embed="rId71">
                    <a14:imgEffect>
                      <a14:brightnessContrast bright="-100000"/>
                    </a14:imgEffect>
                  </a14:imgLayer>
                </a14:imgProps>
              </a:ext>
            </a:extLst>
          </a:blip>
          <a:stretch>
            <a:fillRect/>
          </a:stretch>
        </p:blipFill>
        <p:spPr>
          <a:xfrm>
            <a:off x="2626123" y="3100026"/>
            <a:ext cx="482642" cy="482642"/>
          </a:xfrm>
          <a:prstGeom prst="rect">
            <a:avLst/>
          </a:prstGeom>
        </p:spPr>
      </p:pic>
      <p:pic>
        <p:nvPicPr>
          <p:cNvPr id="146" name="Picture 145" descr="A black background with white dots&#10;&#10;AI-generated content may be incorrect.">
            <a:extLst>
              <a:ext uri="{FF2B5EF4-FFF2-40B4-BE49-F238E27FC236}">
                <a16:creationId xmlns:a16="http://schemas.microsoft.com/office/drawing/2014/main" id="{C4A407E2-BECA-FA74-CB91-3117201BA210}"/>
              </a:ext>
            </a:extLst>
          </p:cNvPr>
          <p:cNvPicPr>
            <a:picLocks noChangeAspect="1"/>
          </p:cNvPicPr>
          <p:nvPr/>
        </p:nvPicPr>
        <p:blipFill>
          <a:blip r:embed="rId72">
            <a:extLst>
              <a:ext uri="{BEBA8EAE-BF5A-486C-A8C5-ECC9F3942E4B}">
                <a14:imgProps xmlns:a14="http://schemas.microsoft.com/office/drawing/2010/main">
                  <a14:imgLayer r:embed="rId73">
                    <a14:imgEffect>
                      <a14:brightnessContrast bright="-100000"/>
                    </a14:imgEffect>
                  </a14:imgLayer>
                </a14:imgProps>
              </a:ext>
            </a:extLst>
          </a:blip>
          <a:stretch>
            <a:fillRect/>
          </a:stretch>
        </p:blipFill>
        <p:spPr>
          <a:xfrm>
            <a:off x="3557491" y="3100026"/>
            <a:ext cx="482642" cy="482642"/>
          </a:xfrm>
          <a:prstGeom prst="rect">
            <a:avLst/>
          </a:prstGeom>
        </p:spPr>
      </p:pic>
      <p:pic>
        <p:nvPicPr>
          <p:cNvPr id="148" name="Picture 147" descr="A black background with white dots&#10;&#10;AI-generated content may be incorrect.">
            <a:extLst>
              <a:ext uri="{FF2B5EF4-FFF2-40B4-BE49-F238E27FC236}">
                <a16:creationId xmlns:a16="http://schemas.microsoft.com/office/drawing/2014/main" id="{DE4EA915-6491-5488-F58E-044C247B4F5B}"/>
              </a:ext>
            </a:extLst>
          </p:cNvPr>
          <p:cNvPicPr>
            <a:picLocks noChangeAspect="1"/>
          </p:cNvPicPr>
          <p:nvPr/>
        </p:nvPicPr>
        <p:blipFill>
          <a:blip r:embed="rId74">
            <a:extLst>
              <a:ext uri="{BEBA8EAE-BF5A-486C-A8C5-ECC9F3942E4B}">
                <a14:imgProps xmlns:a14="http://schemas.microsoft.com/office/drawing/2010/main">
                  <a14:imgLayer r:embed="rId75">
                    <a14:imgEffect>
                      <a14:brightnessContrast bright="-100000"/>
                    </a14:imgEffect>
                  </a14:imgLayer>
                </a14:imgProps>
              </a:ext>
            </a:extLst>
          </a:blip>
          <a:stretch>
            <a:fillRect/>
          </a:stretch>
        </p:blipFill>
        <p:spPr>
          <a:xfrm>
            <a:off x="4488859" y="3100026"/>
            <a:ext cx="482642" cy="482642"/>
          </a:xfrm>
          <a:prstGeom prst="rect">
            <a:avLst/>
          </a:prstGeom>
        </p:spPr>
      </p:pic>
      <p:pic>
        <p:nvPicPr>
          <p:cNvPr id="150" name="Picture 149" descr="A black and white dot pattern&#10;&#10;AI-generated content may be incorrect.">
            <a:extLst>
              <a:ext uri="{FF2B5EF4-FFF2-40B4-BE49-F238E27FC236}">
                <a16:creationId xmlns:a16="http://schemas.microsoft.com/office/drawing/2014/main" id="{26D5D1CD-9D67-7BFB-0838-F5E8CD1A1ACB}"/>
              </a:ext>
            </a:extLst>
          </p:cNvPr>
          <p:cNvPicPr>
            <a:picLocks noChangeAspect="1"/>
          </p:cNvPicPr>
          <p:nvPr/>
        </p:nvPicPr>
        <p:blipFill>
          <a:blip r:embed="rId76">
            <a:extLst>
              <a:ext uri="{BEBA8EAE-BF5A-486C-A8C5-ECC9F3942E4B}">
                <a14:imgProps xmlns:a14="http://schemas.microsoft.com/office/drawing/2010/main">
                  <a14:imgLayer r:embed="rId77">
                    <a14:imgEffect>
                      <a14:brightnessContrast bright="-100000"/>
                    </a14:imgEffect>
                  </a14:imgLayer>
                </a14:imgProps>
              </a:ext>
            </a:extLst>
          </a:blip>
          <a:stretch>
            <a:fillRect/>
          </a:stretch>
        </p:blipFill>
        <p:spPr>
          <a:xfrm>
            <a:off x="5420227" y="3100026"/>
            <a:ext cx="482642" cy="482642"/>
          </a:xfrm>
          <a:prstGeom prst="rect">
            <a:avLst/>
          </a:prstGeom>
        </p:spPr>
      </p:pic>
      <p:pic>
        <p:nvPicPr>
          <p:cNvPr id="152" name="Picture 151" descr="A black background with white dots&#10;&#10;AI-generated content may be incorrect.">
            <a:extLst>
              <a:ext uri="{FF2B5EF4-FFF2-40B4-BE49-F238E27FC236}">
                <a16:creationId xmlns:a16="http://schemas.microsoft.com/office/drawing/2014/main" id="{8F5AE92D-C90C-ADAE-9FD8-2A8D66671A11}"/>
              </a:ext>
            </a:extLst>
          </p:cNvPr>
          <p:cNvPicPr>
            <a:picLocks noChangeAspect="1"/>
          </p:cNvPicPr>
          <p:nvPr/>
        </p:nvPicPr>
        <p:blipFill>
          <a:blip r:embed="rId78">
            <a:extLst>
              <a:ext uri="{BEBA8EAE-BF5A-486C-A8C5-ECC9F3942E4B}">
                <a14:imgProps xmlns:a14="http://schemas.microsoft.com/office/drawing/2010/main">
                  <a14:imgLayer r:embed="rId79">
                    <a14:imgEffect>
                      <a14:brightnessContrast bright="-100000"/>
                    </a14:imgEffect>
                  </a14:imgLayer>
                </a14:imgProps>
              </a:ext>
            </a:extLst>
          </a:blip>
          <a:stretch>
            <a:fillRect/>
          </a:stretch>
        </p:blipFill>
        <p:spPr>
          <a:xfrm>
            <a:off x="6351595" y="3100026"/>
            <a:ext cx="482642" cy="482642"/>
          </a:xfrm>
          <a:prstGeom prst="rect">
            <a:avLst/>
          </a:prstGeom>
        </p:spPr>
      </p:pic>
      <p:pic>
        <p:nvPicPr>
          <p:cNvPr id="154" name="Picture 153" descr="A black and white background with white dots&#10;&#10;AI-generated content may be incorrect.">
            <a:extLst>
              <a:ext uri="{FF2B5EF4-FFF2-40B4-BE49-F238E27FC236}">
                <a16:creationId xmlns:a16="http://schemas.microsoft.com/office/drawing/2014/main" id="{C5D0CFE1-3874-2C02-7027-4A5843D7490D}"/>
              </a:ext>
            </a:extLst>
          </p:cNvPr>
          <p:cNvPicPr>
            <a:picLocks noChangeAspect="1"/>
          </p:cNvPicPr>
          <p:nvPr/>
        </p:nvPicPr>
        <p:blipFill>
          <a:blip r:embed="rId80">
            <a:extLst>
              <a:ext uri="{BEBA8EAE-BF5A-486C-A8C5-ECC9F3942E4B}">
                <a14:imgProps xmlns:a14="http://schemas.microsoft.com/office/drawing/2010/main">
                  <a14:imgLayer r:embed="rId81">
                    <a14:imgEffect>
                      <a14:brightnessContrast bright="-100000"/>
                    </a14:imgEffect>
                  </a14:imgLayer>
                </a14:imgProps>
              </a:ext>
            </a:extLst>
          </a:blip>
          <a:stretch>
            <a:fillRect/>
          </a:stretch>
        </p:blipFill>
        <p:spPr>
          <a:xfrm>
            <a:off x="8207987" y="4986734"/>
            <a:ext cx="482642" cy="482642"/>
          </a:xfrm>
          <a:prstGeom prst="rect">
            <a:avLst/>
          </a:prstGeom>
        </p:spPr>
      </p:pic>
      <p:pic>
        <p:nvPicPr>
          <p:cNvPr id="156" name="Picture 155" descr="A black background with white dots&#10;&#10;AI-generated content may be incorrect.">
            <a:extLst>
              <a:ext uri="{FF2B5EF4-FFF2-40B4-BE49-F238E27FC236}">
                <a16:creationId xmlns:a16="http://schemas.microsoft.com/office/drawing/2014/main" id="{316078AD-893F-8F4E-DAE9-50E173103E44}"/>
              </a:ext>
            </a:extLst>
          </p:cNvPr>
          <p:cNvPicPr>
            <a:picLocks noChangeAspect="1"/>
          </p:cNvPicPr>
          <p:nvPr/>
        </p:nvPicPr>
        <p:blipFill>
          <a:blip r:embed="rId82">
            <a:extLst>
              <a:ext uri="{BEBA8EAE-BF5A-486C-A8C5-ECC9F3942E4B}">
                <a14:imgProps xmlns:a14="http://schemas.microsoft.com/office/drawing/2010/main">
                  <a14:imgLayer r:embed="rId83">
                    <a14:imgEffect>
                      <a14:brightnessContrast bright="-100000"/>
                    </a14:imgEffect>
                  </a14:imgLayer>
                </a14:imgProps>
              </a:ext>
            </a:extLst>
          </a:blip>
          <a:stretch>
            <a:fillRect/>
          </a:stretch>
        </p:blipFill>
        <p:spPr>
          <a:xfrm>
            <a:off x="8214331" y="3100026"/>
            <a:ext cx="482642" cy="482642"/>
          </a:xfrm>
          <a:prstGeom prst="rect">
            <a:avLst/>
          </a:prstGeom>
        </p:spPr>
      </p:pic>
      <p:pic>
        <p:nvPicPr>
          <p:cNvPr id="158" name="Picture 157" descr="A black background with white dots&#10;&#10;AI-generated content may be incorrect.">
            <a:extLst>
              <a:ext uri="{FF2B5EF4-FFF2-40B4-BE49-F238E27FC236}">
                <a16:creationId xmlns:a16="http://schemas.microsoft.com/office/drawing/2014/main" id="{8F20FBC5-09BA-857F-261C-0EE4B0D10F36}"/>
              </a:ext>
            </a:extLst>
          </p:cNvPr>
          <p:cNvPicPr>
            <a:picLocks noChangeAspect="1"/>
          </p:cNvPicPr>
          <p:nvPr/>
        </p:nvPicPr>
        <p:blipFill>
          <a:blip r:embed="rId84">
            <a:extLst>
              <a:ext uri="{BEBA8EAE-BF5A-486C-A8C5-ECC9F3942E4B}">
                <a14:imgProps xmlns:a14="http://schemas.microsoft.com/office/drawing/2010/main">
                  <a14:imgLayer r:embed="rId85">
                    <a14:imgEffect>
                      <a14:brightnessContrast bright="-100000"/>
                    </a14:imgEffect>
                  </a14:imgLayer>
                </a14:imgProps>
              </a:ext>
            </a:extLst>
          </a:blip>
          <a:stretch>
            <a:fillRect/>
          </a:stretch>
        </p:blipFill>
        <p:spPr>
          <a:xfrm>
            <a:off x="11008437" y="4986734"/>
            <a:ext cx="482642" cy="482642"/>
          </a:xfrm>
          <a:prstGeom prst="rect">
            <a:avLst/>
          </a:prstGeom>
        </p:spPr>
      </p:pic>
      <p:pic>
        <p:nvPicPr>
          <p:cNvPr id="160" name="Picture 159" descr="A black background with white dots&#10;&#10;AI-generated content may be incorrect.">
            <a:extLst>
              <a:ext uri="{FF2B5EF4-FFF2-40B4-BE49-F238E27FC236}">
                <a16:creationId xmlns:a16="http://schemas.microsoft.com/office/drawing/2014/main" id="{DCE9F5AA-575A-354B-7067-875E4361F876}"/>
              </a:ext>
            </a:extLst>
          </p:cNvPr>
          <p:cNvPicPr>
            <a:picLocks noChangeAspect="1"/>
          </p:cNvPicPr>
          <p:nvPr/>
        </p:nvPicPr>
        <p:blipFill>
          <a:blip r:embed="rId86">
            <a:extLst>
              <a:ext uri="{BEBA8EAE-BF5A-486C-A8C5-ECC9F3942E4B}">
                <a14:imgProps xmlns:a14="http://schemas.microsoft.com/office/drawing/2010/main">
                  <a14:imgLayer r:embed="rId87">
                    <a14:imgEffect>
                      <a14:brightnessContrast bright="-100000"/>
                    </a14:imgEffect>
                  </a14:imgLayer>
                </a14:imgProps>
              </a:ext>
            </a:extLst>
          </a:blip>
          <a:stretch>
            <a:fillRect/>
          </a:stretch>
        </p:blipFill>
        <p:spPr>
          <a:xfrm>
            <a:off x="4485687" y="4986734"/>
            <a:ext cx="482642" cy="482642"/>
          </a:xfrm>
          <a:prstGeom prst="rect">
            <a:avLst/>
          </a:prstGeom>
        </p:spPr>
      </p:pic>
      <p:pic>
        <p:nvPicPr>
          <p:cNvPr id="162" name="Picture 161" descr="A black background with white dots&#10;&#10;AI-generated content may be incorrect.">
            <a:extLst>
              <a:ext uri="{FF2B5EF4-FFF2-40B4-BE49-F238E27FC236}">
                <a16:creationId xmlns:a16="http://schemas.microsoft.com/office/drawing/2014/main" id="{6C6378FE-D8A0-2B32-82D1-0BA22024FB48}"/>
              </a:ext>
            </a:extLst>
          </p:cNvPr>
          <p:cNvPicPr>
            <a:picLocks noChangeAspect="1"/>
          </p:cNvPicPr>
          <p:nvPr/>
        </p:nvPicPr>
        <p:blipFill>
          <a:blip r:embed="rId88">
            <a:extLst>
              <a:ext uri="{BEBA8EAE-BF5A-486C-A8C5-ECC9F3942E4B}">
                <a14:imgProps xmlns:a14="http://schemas.microsoft.com/office/drawing/2010/main">
                  <a14:imgLayer r:embed="rId89">
                    <a14:imgEffect>
                      <a14:brightnessContrast bright="-100000"/>
                    </a14:imgEffect>
                  </a14:imgLayer>
                </a14:imgProps>
              </a:ext>
            </a:extLst>
          </a:blip>
          <a:stretch>
            <a:fillRect/>
          </a:stretch>
        </p:blipFill>
        <p:spPr>
          <a:xfrm>
            <a:off x="7282963" y="4051572"/>
            <a:ext cx="482642" cy="482642"/>
          </a:xfrm>
          <a:prstGeom prst="rect">
            <a:avLst/>
          </a:prstGeom>
        </p:spPr>
      </p:pic>
      <p:pic>
        <p:nvPicPr>
          <p:cNvPr id="164" name="Picture 163" descr="A black background with white dots&#10;&#10;AI-generated content may be incorrect.">
            <a:extLst>
              <a:ext uri="{FF2B5EF4-FFF2-40B4-BE49-F238E27FC236}">
                <a16:creationId xmlns:a16="http://schemas.microsoft.com/office/drawing/2014/main" id="{63409671-0771-FE28-ED3C-702AC5798DA5}"/>
              </a:ext>
            </a:extLst>
          </p:cNvPr>
          <p:cNvPicPr>
            <a:picLocks noChangeAspect="1"/>
          </p:cNvPicPr>
          <p:nvPr/>
        </p:nvPicPr>
        <p:blipFill>
          <a:blip r:embed="rId90">
            <a:extLst>
              <a:ext uri="{BEBA8EAE-BF5A-486C-A8C5-ECC9F3942E4B}">
                <a14:imgProps xmlns:a14="http://schemas.microsoft.com/office/drawing/2010/main">
                  <a14:imgLayer r:embed="rId91">
                    <a14:imgEffect>
                      <a14:brightnessContrast bright="-100000"/>
                    </a14:imgEffect>
                  </a14:imgLayer>
                </a14:imgProps>
              </a:ext>
            </a:extLst>
          </a:blip>
          <a:stretch>
            <a:fillRect/>
          </a:stretch>
        </p:blipFill>
        <p:spPr>
          <a:xfrm>
            <a:off x="6351595" y="4051572"/>
            <a:ext cx="482642" cy="482642"/>
          </a:xfrm>
          <a:prstGeom prst="rect">
            <a:avLst/>
          </a:prstGeom>
        </p:spPr>
      </p:pic>
      <p:pic>
        <p:nvPicPr>
          <p:cNvPr id="166" name="Picture 165" descr="A black background with white dots&#10;&#10;AI-generated content may be incorrect.">
            <a:extLst>
              <a:ext uri="{FF2B5EF4-FFF2-40B4-BE49-F238E27FC236}">
                <a16:creationId xmlns:a16="http://schemas.microsoft.com/office/drawing/2014/main" id="{CA182315-7C42-1B46-0B04-3C7E1FC02A67}"/>
              </a:ext>
            </a:extLst>
          </p:cNvPr>
          <p:cNvPicPr>
            <a:picLocks noChangeAspect="1"/>
          </p:cNvPicPr>
          <p:nvPr/>
        </p:nvPicPr>
        <p:blipFill>
          <a:blip r:embed="rId92">
            <a:extLst>
              <a:ext uri="{BEBA8EAE-BF5A-486C-A8C5-ECC9F3942E4B}">
                <a14:imgProps xmlns:a14="http://schemas.microsoft.com/office/drawing/2010/main">
                  <a14:imgLayer r:embed="rId93">
                    <a14:imgEffect>
                      <a14:brightnessContrast bright="-100000"/>
                    </a14:imgEffect>
                  </a14:imgLayer>
                </a14:imgProps>
              </a:ext>
            </a:extLst>
          </a:blip>
          <a:stretch>
            <a:fillRect/>
          </a:stretch>
        </p:blipFill>
        <p:spPr>
          <a:xfrm>
            <a:off x="763387" y="4986734"/>
            <a:ext cx="482642" cy="482642"/>
          </a:xfrm>
          <a:prstGeom prst="rect">
            <a:avLst/>
          </a:prstGeom>
        </p:spPr>
      </p:pic>
      <p:pic>
        <p:nvPicPr>
          <p:cNvPr id="168" name="Picture 167" descr="A black background with white dots&#10;&#10;AI-generated content may be incorrect.">
            <a:extLst>
              <a:ext uri="{FF2B5EF4-FFF2-40B4-BE49-F238E27FC236}">
                <a16:creationId xmlns:a16="http://schemas.microsoft.com/office/drawing/2014/main" id="{65C0C4E6-27DC-096C-0C00-84117D843BEE}"/>
              </a:ext>
            </a:extLst>
          </p:cNvPr>
          <p:cNvPicPr>
            <a:picLocks noChangeAspect="1"/>
          </p:cNvPicPr>
          <p:nvPr/>
        </p:nvPicPr>
        <p:blipFill>
          <a:blip r:embed="rId94">
            <a:extLst>
              <a:ext uri="{BEBA8EAE-BF5A-486C-A8C5-ECC9F3942E4B}">
                <a14:imgProps xmlns:a14="http://schemas.microsoft.com/office/drawing/2010/main">
                  <a14:imgLayer r:embed="rId95">
                    <a14:imgEffect>
                      <a14:brightnessContrast bright="-100000"/>
                    </a14:imgEffect>
                  </a14:imgLayer>
                </a14:imgProps>
              </a:ext>
            </a:extLst>
          </a:blip>
          <a:stretch>
            <a:fillRect/>
          </a:stretch>
        </p:blipFill>
        <p:spPr>
          <a:xfrm>
            <a:off x="4488859" y="4051572"/>
            <a:ext cx="482642" cy="482642"/>
          </a:xfrm>
          <a:prstGeom prst="rect">
            <a:avLst/>
          </a:prstGeom>
        </p:spPr>
      </p:pic>
      <p:pic>
        <p:nvPicPr>
          <p:cNvPr id="170" name="Picture 169" descr="A black background with white dots&#10;&#10;AI-generated content may be incorrect.">
            <a:extLst>
              <a:ext uri="{FF2B5EF4-FFF2-40B4-BE49-F238E27FC236}">
                <a16:creationId xmlns:a16="http://schemas.microsoft.com/office/drawing/2014/main" id="{7F395D5B-EED1-4BDA-ABA5-194D5A74AA00}"/>
              </a:ext>
            </a:extLst>
          </p:cNvPr>
          <p:cNvPicPr>
            <a:picLocks noChangeAspect="1"/>
          </p:cNvPicPr>
          <p:nvPr/>
        </p:nvPicPr>
        <p:blipFill>
          <a:blip r:embed="rId96">
            <a:extLst>
              <a:ext uri="{BEBA8EAE-BF5A-486C-A8C5-ECC9F3942E4B}">
                <a14:imgProps xmlns:a14="http://schemas.microsoft.com/office/drawing/2010/main">
                  <a14:imgLayer r:embed="rId97">
                    <a14:imgEffect>
                      <a14:brightnessContrast bright="-100000"/>
                    </a14:imgEffect>
                  </a14:imgLayer>
                </a14:imgProps>
              </a:ext>
            </a:extLst>
          </a:blip>
          <a:stretch>
            <a:fillRect/>
          </a:stretch>
        </p:blipFill>
        <p:spPr>
          <a:xfrm>
            <a:off x="3557491" y="4051572"/>
            <a:ext cx="482642" cy="482642"/>
          </a:xfrm>
          <a:prstGeom prst="rect">
            <a:avLst/>
          </a:prstGeom>
        </p:spPr>
      </p:pic>
      <p:pic>
        <p:nvPicPr>
          <p:cNvPr id="172" name="Picture 171" descr="A black and white dot pattern&#10;&#10;AI-generated content may be incorrect.">
            <a:extLst>
              <a:ext uri="{FF2B5EF4-FFF2-40B4-BE49-F238E27FC236}">
                <a16:creationId xmlns:a16="http://schemas.microsoft.com/office/drawing/2014/main" id="{881C3F11-57ED-D7B8-AAC9-AE064969A359}"/>
              </a:ext>
            </a:extLst>
          </p:cNvPr>
          <p:cNvPicPr>
            <a:picLocks noChangeAspect="1"/>
          </p:cNvPicPr>
          <p:nvPr/>
        </p:nvPicPr>
        <p:blipFill>
          <a:blip r:embed="rId98">
            <a:extLst>
              <a:ext uri="{BEBA8EAE-BF5A-486C-A8C5-ECC9F3942E4B}">
                <a14:imgProps xmlns:a14="http://schemas.microsoft.com/office/drawing/2010/main">
                  <a14:imgLayer r:embed="rId99">
                    <a14:imgEffect>
                      <a14:brightnessContrast bright="-100000"/>
                    </a14:imgEffect>
                  </a14:imgLayer>
                </a14:imgProps>
              </a:ext>
            </a:extLst>
          </a:blip>
          <a:stretch>
            <a:fillRect/>
          </a:stretch>
        </p:blipFill>
        <p:spPr>
          <a:xfrm>
            <a:off x="2626123" y="4051572"/>
            <a:ext cx="482642" cy="482642"/>
          </a:xfrm>
          <a:prstGeom prst="rect">
            <a:avLst/>
          </a:prstGeom>
        </p:spPr>
      </p:pic>
      <p:pic>
        <p:nvPicPr>
          <p:cNvPr id="174" name="Picture 173" descr="A black background with white dots&#10;&#10;AI-generated content may be incorrect.">
            <a:extLst>
              <a:ext uri="{FF2B5EF4-FFF2-40B4-BE49-F238E27FC236}">
                <a16:creationId xmlns:a16="http://schemas.microsoft.com/office/drawing/2014/main" id="{7CAB0810-6C1E-3B12-ED58-52FBD1DED4C5}"/>
              </a:ext>
            </a:extLst>
          </p:cNvPr>
          <p:cNvPicPr>
            <a:picLocks noChangeAspect="1"/>
          </p:cNvPicPr>
          <p:nvPr/>
        </p:nvPicPr>
        <p:blipFill>
          <a:blip r:embed="rId100">
            <a:extLst>
              <a:ext uri="{BEBA8EAE-BF5A-486C-A8C5-ECC9F3942E4B}">
                <a14:imgProps xmlns:a14="http://schemas.microsoft.com/office/drawing/2010/main">
                  <a14:imgLayer r:embed="rId101">
                    <a14:imgEffect>
                      <a14:brightnessContrast bright="-100000"/>
                    </a14:imgEffect>
                  </a14:imgLayer>
                </a14:imgProps>
              </a:ext>
            </a:extLst>
          </a:blip>
          <a:stretch>
            <a:fillRect/>
          </a:stretch>
        </p:blipFill>
        <p:spPr>
          <a:xfrm>
            <a:off x="1694755" y="4051572"/>
            <a:ext cx="482642" cy="482642"/>
          </a:xfrm>
          <a:prstGeom prst="rect">
            <a:avLst/>
          </a:prstGeom>
        </p:spPr>
      </p:pic>
      <p:pic>
        <p:nvPicPr>
          <p:cNvPr id="176" name="Picture 175" descr="A number of dots in a black background&#10;&#10;AI-generated content may be incorrect.">
            <a:extLst>
              <a:ext uri="{FF2B5EF4-FFF2-40B4-BE49-F238E27FC236}">
                <a16:creationId xmlns:a16="http://schemas.microsoft.com/office/drawing/2014/main" id="{8E2A7220-D8C1-104C-1CBC-D4038AF9F7D9}"/>
              </a:ext>
            </a:extLst>
          </p:cNvPr>
          <p:cNvPicPr>
            <a:picLocks noChangeAspect="1"/>
          </p:cNvPicPr>
          <p:nvPr/>
        </p:nvPicPr>
        <p:blipFill>
          <a:blip r:embed="rId102">
            <a:extLst>
              <a:ext uri="{BEBA8EAE-BF5A-486C-A8C5-ECC9F3942E4B}">
                <a14:imgProps xmlns:a14="http://schemas.microsoft.com/office/drawing/2010/main">
                  <a14:imgLayer r:embed="rId103">
                    <a14:imgEffect>
                      <a14:brightnessContrast bright="-100000"/>
                    </a14:imgEffect>
                  </a14:imgLayer>
                </a14:imgProps>
              </a:ext>
            </a:extLst>
          </a:blip>
          <a:stretch>
            <a:fillRect/>
          </a:stretch>
        </p:blipFill>
        <p:spPr>
          <a:xfrm>
            <a:off x="763387" y="4051572"/>
            <a:ext cx="482642" cy="482642"/>
          </a:xfrm>
          <a:prstGeom prst="rect">
            <a:avLst/>
          </a:prstGeom>
        </p:spPr>
      </p:pic>
      <p:pic>
        <p:nvPicPr>
          <p:cNvPr id="178" name="Picture 177" descr="A black background with white dots&#10;&#10;AI-generated content may be incorrect.">
            <a:extLst>
              <a:ext uri="{FF2B5EF4-FFF2-40B4-BE49-F238E27FC236}">
                <a16:creationId xmlns:a16="http://schemas.microsoft.com/office/drawing/2014/main" id="{5460F4D0-AFF8-6032-0D90-CBBC372318EE}"/>
              </a:ext>
            </a:extLst>
          </p:cNvPr>
          <p:cNvPicPr>
            <a:picLocks noChangeAspect="1"/>
          </p:cNvPicPr>
          <p:nvPr/>
        </p:nvPicPr>
        <p:blipFill>
          <a:blip r:embed="rId104">
            <a:extLst>
              <a:ext uri="{BEBA8EAE-BF5A-486C-A8C5-ECC9F3942E4B}">
                <a14:imgProps xmlns:a14="http://schemas.microsoft.com/office/drawing/2010/main">
                  <a14:imgLayer r:embed="rId105">
                    <a14:imgEffect>
                      <a14:brightnessContrast bright="-100000"/>
                    </a14:imgEffect>
                  </a14:imgLayer>
                </a14:imgProps>
              </a:ext>
            </a:extLst>
          </a:blip>
          <a:stretch>
            <a:fillRect/>
          </a:stretch>
        </p:blipFill>
        <p:spPr>
          <a:xfrm>
            <a:off x="5420227" y="4051572"/>
            <a:ext cx="482642" cy="482642"/>
          </a:xfrm>
          <a:prstGeom prst="rect">
            <a:avLst/>
          </a:prstGeom>
        </p:spPr>
      </p:pic>
      <p:pic>
        <p:nvPicPr>
          <p:cNvPr id="180" name="Picture 179" descr="A black and white square with white dots&#10;&#10;AI-generated content may be incorrect.">
            <a:extLst>
              <a:ext uri="{FF2B5EF4-FFF2-40B4-BE49-F238E27FC236}">
                <a16:creationId xmlns:a16="http://schemas.microsoft.com/office/drawing/2014/main" id="{649D28C5-66F5-2D10-8F64-9116784DDE0F}"/>
              </a:ext>
            </a:extLst>
          </p:cNvPr>
          <p:cNvPicPr>
            <a:picLocks noChangeAspect="1"/>
          </p:cNvPicPr>
          <p:nvPr/>
        </p:nvPicPr>
        <p:blipFill>
          <a:blip r:embed="rId106">
            <a:extLst>
              <a:ext uri="{BEBA8EAE-BF5A-486C-A8C5-ECC9F3942E4B}">
                <a14:imgProps xmlns:a14="http://schemas.microsoft.com/office/drawing/2010/main">
                  <a14:imgLayer r:embed="rId107">
                    <a14:imgEffect>
                      <a14:brightnessContrast bright="-100000"/>
                    </a14:imgEffect>
                  </a14:imgLayer>
                </a14:imgProps>
              </a:ext>
            </a:extLst>
          </a:blip>
          <a:stretch>
            <a:fillRect/>
          </a:stretch>
        </p:blipFill>
        <p:spPr>
          <a:xfrm>
            <a:off x="1694755" y="2173381"/>
            <a:ext cx="482642" cy="482642"/>
          </a:xfrm>
          <a:prstGeom prst="rect">
            <a:avLst/>
          </a:prstGeom>
        </p:spPr>
      </p:pic>
      <p:pic>
        <p:nvPicPr>
          <p:cNvPr id="182" name="Picture 181" descr="A black background with white dots&#10;&#10;AI-generated content may be incorrect.">
            <a:extLst>
              <a:ext uri="{FF2B5EF4-FFF2-40B4-BE49-F238E27FC236}">
                <a16:creationId xmlns:a16="http://schemas.microsoft.com/office/drawing/2014/main" id="{5F0207ED-9588-9625-F99F-803ADC603706}"/>
              </a:ext>
            </a:extLst>
          </p:cNvPr>
          <p:cNvPicPr>
            <a:picLocks noChangeAspect="1"/>
          </p:cNvPicPr>
          <p:nvPr/>
        </p:nvPicPr>
        <p:blipFill>
          <a:blip r:embed="rId108">
            <a:extLst>
              <a:ext uri="{BEBA8EAE-BF5A-486C-A8C5-ECC9F3942E4B}">
                <a14:imgProps xmlns:a14="http://schemas.microsoft.com/office/drawing/2010/main">
                  <a14:imgLayer r:embed="rId109">
                    <a14:imgEffect>
                      <a14:brightnessContrast bright="-100000"/>
                    </a14:imgEffect>
                  </a14:imgLayer>
                </a14:imgProps>
              </a:ext>
            </a:extLst>
          </a:blip>
          <a:stretch>
            <a:fillRect/>
          </a:stretch>
        </p:blipFill>
        <p:spPr>
          <a:xfrm>
            <a:off x="6351595" y="1234922"/>
            <a:ext cx="482642" cy="482642"/>
          </a:xfrm>
          <a:prstGeom prst="rect">
            <a:avLst/>
          </a:prstGeom>
        </p:spPr>
      </p:pic>
      <p:pic>
        <p:nvPicPr>
          <p:cNvPr id="184" name="Picture 183" descr="A black background with white dots&#10;&#10;AI-generated content may be incorrect.">
            <a:extLst>
              <a:ext uri="{FF2B5EF4-FFF2-40B4-BE49-F238E27FC236}">
                <a16:creationId xmlns:a16="http://schemas.microsoft.com/office/drawing/2014/main" id="{B22BA39F-84C3-2C22-6AEC-3A8B88754ABE}"/>
              </a:ext>
            </a:extLst>
          </p:cNvPr>
          <p:cNvPicPr>
            <a:picLocks noChangeAspect="1"/>
          </p:cNvPicPr>
          <p:nvPr/>
        </p:nvPicPr>
        <p:blipFill>
          <a:blip r:embed="rId110">
            <a:extLst>
              <a:ext uri="{BEBA8EAE-BF5A-486C-A8C5-ECC9F3942E4B}">
                <a14:imgProps xmlns:a14="http://schemas.microsoft.com/office/drawing/2010/main">
                  <a14:imgLayer r:embed="rId111">
                    <a14:imgEffect>
                      <a14:brightnessContrast bright="-100000"/>
                    </a14:imgEffect>
                  </a14:imgLayer>
                </a14:imgProps>
              </a:ext>
            </a:extLst>
          </a:blip>
          <a:stretch>
            <a:fillRect/>
          </a:stretch>
        </p:blipFill>
        <p:spPr>
          <a:xfrm>
            <a:off x="7282963" y="3100026"/>
            <a:ext cx="482642" cy="482642"/>
          </a:xfrm>
          <a:prstGeom prst="rect">
            <a:avLst/>
          </a:prstGeom>
        </p:spPr>
      </p:pic>
      <p:pic>
        <p:nvPicPr>
          <p:cNvPr id="186" name="Picture 185" descr="A black background with white dots&#10;&#10;AI-generated content may be incorrect.">
            <a:extLst>
              <a:ext uri="{FF2B5EF4-FFF2-40B4-BE49-F238E27FC236}">
                <a16:creationId xmlns:a16="http://schemas.microsoft.com/office/drawing/2014/main" id="{C330C3F5-62D1-B6BF-0F2F-6800A62516EF}"/>
              </a:ext>
            </a:extLst>
          </p:cNvPr>
          <p:cNvPicPr>
            <a:picLocks noChangeAspect="1"/>
          </p:cNvPicPr>
          <p:nvPr/>
        </p:nvPicPr>
        <p:blipFill>
          <a:blip r:embed="rId112">
            <a:extLst>
              <a:ext uri="{BEBA8EAE-BF5A-486C-A8C5-ECC9F3942E4B}">
                <a14:imgProps xmlns:a14="http://schemas.microsoft.com/office/drawing/2010/main">
                  <a14:imgLayer r:embed="rId113">
                    <a14:imgEffect>
                      <a14:brightnessContrast bright="-100000"/>
                    </a14:imgEffect>
                  </a14:imgLayer>
                </a14:imgProps>
              </a:ext>
            </a:extLst>
          </a:blip>
          <a:stretch>
            <a:fillRect/>
          </a:stretch>
        </p:blipFill>
        <p:spPr>
          <a:xfrm>
            <a:off x="8214331" y="4051572"/>
            <a:ext cx="482642" cy="482642"/>
          </a:xfrm>
          <a:prstGeom prst="rect">
            <a:avLst/>
          </a:prstGeom>
        </p:spPr>
      </p:pic>
      <p:pic>
        <p:nvPicPr>
          <p:cNvPr id="188" name="Picture 187" descr="A black and white background with dots&#10;&#10;AI-generated content may be incorrect.">
            <a:extLst>
              <a:ext uri="{FF2B5EF4-FFF2-40B4-BE49-F238E27FC236}">
                <a16:creationId xmlns:a16="http://schemas.microsoft.com/office/drawing/2014/main" id="{D8FE7BAE-2BBC-2059-AFD5-4EEAC57AE856}"/>
              </a:ext>
            </a:extLst>
          </p:cNvPr>
          <p:cNvPicPr>
            <a:picLocks noChangeAspect="1"/>
          </p:cNvPicPr>
          <p:nvPr/>
        </p:nvPicPr>
        <p:blipFill>
          <a:blip r:embed="rId114">
            <a:extLst>
              <a:ext uri="{BEBA8EAE-BF5A-486C-A8C5-ECC9F3942E4B}">
                <a14:imgProps xmlns:a14="http://schemas.microsoft.com/office/drawing/2010/main">
                  <a14:imgLayer r:embed="rId115">
                    <a14:imgEffect>
                      <a14:brightnessContrast bright="-100000"/>
                    </a14:imgEffect>
                  </a14:imgLayer>
                </a14:imgProps>
              </a:ext>
            </a:extLst>
          </a:blip>
          <a:stretch>
            <a:fillRect/>
          </a:stretch>
        </p:blipFill>
        <p:spPr>
          <a:xfrm>
            <a:off x="10077067" y="1234922"/>
            <a:ext cx="482642" cy="482642"/>
          </a:xfrm>
          <a:prstGeom prst="rect">
            <a:avLst/>
          </a:prstGeom>
        </p:spPr>
      </p:pic>
      <p:pic>
        <p:nvPicPr>
          <p:cNvPr id="190" name="Picture 189" descr="A black background with white dots&#10;&#10;AI-generated content may be incorrect.">
            <a:extLst>
              <a:ext uri="{FF2B5EF4-FFF2-40B4-BE49-F238E27FC236}">
                <a16:creationId xmlns:a16="http://schemas.microsoft.com/office/drawing/2014/main" id="{B4D6D29F-2115-6A2A-A1C2-8C043E647A47}"/>
              </a:ext>
            </a:extLst>
          </p:cNvPr>
          <p:cNvPicPr>
            <a:picLocks noChangeAspect="1"/>
          </p:cNvPicPr>
          <p:nvPr/>
        </p:nvPicPr>
        <p:blipFill>
          <a:blip r:embed="rId116">
            <a:extLst>
              <a:ext uri="{BEBA8EAE-BF5A-486C-A8C5-ECC9F3942E4B}">
                <a14:imgProps xmlns:a14="http://schemas.microsoft.com/office/drawing/2010/main">
                  <a14:imgLayer r:embed="rId117">
                    <a14:imgEffect>
                      <a14:brightnessContrast bright="-100000"/>
                    </a14:imgEffect>
                  </a14:imgLayer>
                </a14:imgProps>
              </a:ext>
            </a:extLst>
          </a:blip>
          <a:stretch>
            <a:fillRect/>
          </a:stretch>
        </p:blipFill>
        <p:spPr>
          <a:xfrm>
            <a:off x="6346837" y="4986734"/>
            <a:ext cx="482642" cy="482642"/>
          </a:xfrm>
          <a:prstGeom prst="rect">
            <a:avLst/>
          </a:prstGeom>
        </p:spPr>
      </p:pic>
      <p:pic>
        <p:nvPicPr>
          <p:cNvPr id="192" name="Picture 191" descr="A black background with white dots&#10;&#10;AI-generated content may be incorrect.">
            <a:extLst>
              <a:ext uri="{FF2B5EF4-FFF2-40B4-BE49-F238E27FC236}">
                <a16:creationId xmlns:a16="http://schemas.microsoft.com/office/drawing/2014/main" id="{518453CD-9EDC-7536-49C7-453572F72DEE}"/>
              </a:ext>
            </a:extLst>
          </p:cNvPr>
          <p:cNvPicPr>
            <a:picLocks noChangeAspect="1"/>
          </p:cNvPicPr>
          <p:nvPr/>
        </p:nvPicPr>
        <p:blipFill>
          <a:blip r:embed="rId118">
            <a:extLst>
              <a:ext uri="{BEBA8EAE-BF5A-486C-A8C5-ECC9F3942E4B}">
                <a14:imgProps xmlns:a14="http://schemas.microsoft.com/office/drawing/2010/main">
                  <a14:imgLayer r:embed="rId119">
                    <a14:imgEffect>
                      <a14:brightnessContrast bright="-100000"/>
                    </a14:imgEffect>
                  </a14:imgLayer>
                </a14:imgProps>
              </a:ext>
            </a:extLst>
          </a:blip>
          <a:stretch>
            <a:fillRect/>
          </a:stretch>
        </p:blipFill>
        <p:spPr>
          <a:xfrm>
            <a:off x="3555112" y="4986734"/>
            <a:ext cx="482642" cy="482642"/>
          </a:xfrm>
          <a:prstGeom prst="rect">
            <a:avLst/>
          </a:prstGeom>
        </p:spPr>
      </p:pic>
      <p:sp>
        <p:nvSpPr>
          <p:cNvPr id="2" name="TextBox 1">
            <a:extLst>
              <a:ext uri="{FF2B5EF4-FFF2-40B4-BE49-F238E27FC236}">
                <a16:creationId xmlns:a16="http://schemas.microsoft.com/office/drawing/2014/main" id="{8CCAC0E3-EBDA-A995-FD15-81EC3C4AB739}"/>
              </a:ext>
            </a:extLst>
          </p:cNvPr>
          <p:cNvSpPr txBox="1"/>
          <p:nvPr/>
        </p:nvSpPr>
        <p:spPr>
          <a:xfrm>
            <a:off x="581922" y="1688601"/>
            <a:ext cx="845573" cy="253916"/>
          </a:xfrm>
          <a:prstGeom prst="rect">
            <a:avLst/>
          </a:prstGeom>
          <a:noFill/>
        </p:spPr>
        <p:txBody>
          <a:bodyPr wrap="none" rtlCol="0">
            <a:spAutoFit/>
          </a:bodyPr>
          <a:lstStyle/>
          <a:p>
            <a:pPr algn="ctr"/>
            <a:r>
              <a:rPr lang="en-US" sz="1000"/>
              <a:t>Credit cards</a:t>
            </a:r>
          </a:p>
        </p:txBody>
      </p:sp>
      <p:sp>
        <p:nvSpPr>
          <p:cNvPr id="3" name="TextBox 2">
            <a:extLst>
              <a:ext uri="{FF2B5EF4-FFF2-40B4-BE49-F238E27FC236}">
                <a16:creationId xmlns:a16="http://schemas.microsoft.com/office/drawing/2014/main" id="{450200FA-9728-75CF-5247-FE69CB6D2775}"/>
              </a:ext>
            </a:extLst>
          </p:cNvPr>
          <p:cNvSpPr txBox="1"/>
          <p:nvPr/>
        </p:nvSpPr>
        <p:spPr>
          <a:xfrm>
            <a:off x="8181691" y="4499482"/>
            <a:ext cx="538930" cy="246221"/>
          </a:xfrm>
          <a:prstGeom prst="rect">
            <a:avLst/>
          </a:prstGeom>
          <a:noFill/>
        </p:spPr>
        <p:txBody>
          <a:bodyPr wrap="none" rtlCol="0">
            <a:spAutoFit/>
          </a:bodyPr>
          <a:lstStyle/>
          <a:p>
            <a:pPr algn="ctr"/>
            <a:r>
              <a:rPr lang="en-US" sz="1000"/>
              <a:t>Trophy</a:t>
            </a:r>
          </a:p>
        </p:txBody>
      </p:sp>
      <p:sp>
        <p:nvSpPr>
          <p:cNvPr id="4" name="TextBox 3">
            <a:extLst>
              <a:ext uri="{FF2B5EF4-FFF2-40B4-BE49-F238E27FC236}">
                <a16:creationId xmlns:a16="http://schemas.microsoft.com/office/drawing/2014/main" id="{2A669C15-FEF4-2845-7E6A-1EDF7B6D7AC5}"/>
              </a:ext>
            </a:extLst>
          </p:cNvPr>
          <p:cNvSpPr txBox="1"/>
          <p:nvPr/>
        </p:nvSpPr>
        <p:spPr>
          <a:xfrm>
            <a:off x="1680447" y="5425016"/>
            <a:ext cx="516487" cy="246221"/>
          </a:xfrm>
          <a:prstGeom prst="rect">
            <a:avLst/>
          </a:prstGeom>
          <a:noFill/>
        </p:spPr>
        <p:txBody>
          <a:bodyPr wrap="none" rtlCol="0">
            <a:spAutoFit/>
          </a:bodyPr>
          <a:lstStyle/>
          <a:p>
            <a:pPr algn="ctr"/>
            <a:r>
              <a:rPr lang="en-US" sz="1000"/>
              <a:t>Health</a:t>
            </a:r>
          </a:p>
        </p:txBody>
      </p:sp>
      <p:sp>
        <p:nvSpPr>
          <p:cNvPr id="5" name="TextBox 4">
            <a:extLst>
              <a:ext uri="{FF2B5EF4-FFF2-40B4-BE49-F238E27FC236}">
                <a16:creationId xmlns:a16="http://schemas.microsoft.com/office/drawing/2014/main" id="{89496641-76EE-A16E-C719-0CB64869B6AD}"/>
              </a:ext>
            </a:extLst>
          </p:cNvPr>
          <p:cNvSpPr txBox="1"/>
          <p:nvPr/>
        </p:nvSpPr>
        <p:spPr>
          <a:xfrm>
            <a:off x="10874495" y="2630071"/>
            <a:ext cx="750526" cy="246221"/>
          </a:xfrm>
          <a:prstGeom prst="rect">
            <a:avLst/>
          </a:prstGeom>
          <a:noFill/>
        </p:spPr>
        <p:txBody>
          <a:bodyPr wrap="none" rtlCol="0">
            <a:spAutoFit/>
          </a:bodyPr>
          <a:lstStyle/>
          <a:p>
            <a:pPr algn="ctr"/>
            <a:r>
              <a:rPr lang="en-US" sz="1000"/>
              <a:t>Automotive</a:t>
            </a:r>
          </a:p>
        </p:txBody>
      </p:sp>
      <p:sp>
        <p:nvSpPr>
          <p:cNvPr id="6" name="TextBox 5">
            <a:extLst>
              <a:ext uri="{FF2B5EF4-FFF2-40B4-BE49-F238E27FC236}">
                <a16:creationId xmlns:a16="http://schemas.microsoft.com/office/drawing/2014/main" id="{25D3DA60-17FE-F99E-E6F3-D1EA7E07E987}"/>
              </a:ext>
            </a:extLst>
          </p:cNvPr>
          <p:cNvSpPr txBox="1"/>
          <p:nvPr/>
        </p:nvSpPr>
        <p:spPr>
          <a:xfrm>
            <a:off x="10930601" y="3545767"/>
            <a:ext cx="638315" cy="246221"/>
          </a:xfrm>
          <a:prstGeom prst="rect">
            <a:avLst/>
          </a:prstGeom>
          <a:noFill/>
        </p:spPr>
        <p:txBody>
          <a:bodyPr wrap="none" rtlCol="0">
            <a:spAutoFit/>
          </a:bodyPr>
          <a:lstStyle/>
          <a:p>
            <a:pPr algn="ctr"/>
            <a:r>
              <a:rPr lang="en-US" sz="1000"/>
              <a:t>Analytics</a:t>
            </a:r>
          </a:p>
        </p:txBody>
      </p:sp>
      <p:sp>
        <p:nvSpPr>
          <p:cNvPr id="8" name="TextBox 7">
            <a:extLst>
              <a:ext uri="{FF2B5EF4-FFF2-40B4-BE49-F238E27FC236}">
                <a16:creationId xmlns:a16="http://schemas.microsoft.com/office/drawing/2014/main" id="{110F5D6B-F66C-8F4F-C2E6-A8AEED690740}"/>
              </a:ext>
            </a:extLst>
          </p:cNvPr>
          <p:cNvSpPr txBox="1"/>
          <p:nvPr/>
        </p:nvSpPr>
        <p:spPr>
          <a:xfrm>
            <a:off x="3436679" y="2630071"/>
            <a:ext cx="708848" cy="246221"/>
          </a:xfrm>
          <a:prstGeom prst="rect">
            <a:avLst/>
          </a:prstGeom>
          <a:noFill/>
        </p:spPr>
        <p:txBody>
          <a:bodyPr wrap="none" rtlCol="0">
            <a:spAutoFit/>
          </a:bodyPr>
          <a:lstStyle/>
          <a:p>
            <a:pPr algn="ctr"/>
            <a:r>
              <a:rPr lang="en-US" sz="1000"/>
              <a:t>Household</a:t>
            </a:r>
          </a:p>
        </p:txBody>
      </p:sp>
      <p:sp>
        <p:nvSpPr>
          <p:cNvPr id="9" name="TextBox 8">
            <a:extLst>
              <a:ext uri="{FF2B5EF4-FFF2-40B4-BE49-F238E27FC236}">
                <a16:creationId xmlns:a16="http://schemas.microsoft.com/office/drawing/2014/main" id="{62CE93B1-8084-3B82-5841-7F9CB530CEC9}"/>
              </a:ext>
            </a:extLst>
          </p:cNvPr>
          <p:cNvSpPr txBox="1"/>
          <p:nvPr/>
        </p:nvSpPr>
        <p:spPr>
          <a:xfrm>
            <a:off x="6307483" y="2630071"/>
            <a:ext cx="545341" cy="246221"/>
          </a:xfrm>
          <a:prstGeom prst="rect">
            <a:avLst/>
          </a:prstGeom>
          <a:noFill/>
        </p:spPr>
        <p:txBody>
          <a:bodyPr wrap="none" rtlCol="0">
            <a:spAutoFit/>
          </a:bodyPr>
          <a:lstStyle/>
          <a:p>
            <a:pPr algn="ctr"/>
            <a:r>
              <a:rPr lang="en-US" sz="1000"/>
              <a:t>Laptop</a:t>
            </a:r>
          </a:p>
        </p:txBody>
      </p:sp>
      <p:sp>
        <p:nvSpPr>
          <p:cNvPr id="10" name="TextBox 9">
            <a:extLst>
              <a:ext uri="{FF2B5EF4-FFF2-40B4-BE49-F238E27FC236}">
                <a16:creationId xmlns:a16="http://schemas.microsoft.com/office/drawing/2014/main" id="{9CC6B749-03F0-534D-BFA1-923ADDF26688}"/>
              </a:ext>
            </a:extLst>
          </p:cNvPr>
          <p:cNvSpPr txBox="1"/>
          <p:nvPr/>
        </p:nvSpPr>
        <p:spPr>
          <a:xfrm>
            <a:off x="3513623" y="4499482"/>
            <a:ext cx="554960" cy="246221"/>
          </a:xfrm>
          <a:prstGeom prst="rect">
            <a:avLst/>
          </a:prstGeom>
          <a:noFill/>
        </p:spPr>
        <p:txBody>
          <a:bodyPr wrap="none" rtlCol="0">
            <a:spAutoFit/>
          </a:bodyPr>
          <a:lstStyle/>
          <a:p>
            <a:pPr algn="ctr"/>
            <a:r>
              <a:rPr lang="en-US" sz="1000"/>
              <a:t>Service</a:t>
            </a:r>
          </a:p>
        </p:txBody>
      </p:sp>
      <p:sp>
        <p:nvSpPr>
          <p:cNvPr id="11" name="TextBox 10">
            <a:extLst>
              <a:ext uri="{FF2B5EF4-FFF2-40B4-BE49-F238E27FC236}">
                <a16:creationId xmlns:a16="http://schemas.microsoft.com/office/drawing/2014/main" id="{ED3F8005-B301-3810-3786-EC48CAAB93D7}"/>
              </a:ext>
            </a:extLst>
          </p:cNvPr>
          <p:cNvSpPr txBox="1"/>
          <p:nvPr/>
        </p:nvSpPr>
        <p:spPr>
          <a:xfrm>
            <a:off x="802570" y="3545767"/>
            <a:ext cx="404277" cy="246221"/>
          </a:xfrm>
          <a:prstGeom prst="rect">
            <a:avLst/>
          </a:prstGeom>
          <a:noFill/>
        </p:spPr>
        <p:txBody>
          <a:bodyPr wrap="none" rtlCol="0">
            <a:spAutoFit/>
          </a:bodyPr>
          <a:lstStyle/>
          <a:p>
            <a:pPr algn="ctr"/>
            <a:r>
              <a:rPr lang="en-US" sz="1000"/>
              <a:t>Lock</a:t>
            </a:r>
          </a:p>
        </p:txBody>
      </p:sp>
      <p:sp>
        <p:nvSpPr>
          <p:cNvPr id="12" name="TextBox 11">
            <a:extLst>
              <a:ext uri="{FF2B5EF4-FFF2-40B4-BE49-F238E27FC236}">
                <a16:creationId xmlns:a16="http://schemas.microsoft.com/office/drawing/2014/main" id="{F78DB494-B659-563F-744C-C54E3C59953E}"/>
              </a:ext>
            </a:extLst>
          </p:cNvPr>
          <p:cNvSpPr txBox="1"/>
          <p:nvPr/>
        </p:nvSpPr>
        <p:spPr>
          <a:xfrm>
            <a:off x="607805" y="4499482"/>
            <a:ext cx="793807" cy="246221"/>
          </a:xfrm>
          <a:prstGeom prst="rect">
            <a:avLst/>
          </a:prstGeom>
          <a:noFill/>
        </p:spPr>
        <p:txBody>
          <a:bodyPr wrap="none" rtlCol="0">
            <a:spAutoFit/>
          </a:bodyPr>
          <a:lstStyle/>
          <a:p>
            <a:pPr algn="ctr"/>
            <a:r>
              <a:rPr lang="en-US" sz="1000"/>
              <a:t>Smartphone</a:t>
            </a:r>
          </a:p>
        </p:txBody>
      </p:sp>
      <p:sp>
        <p:nvSpPr>
          <p:cNvPr id="13" name="TextBox 12">
            <a:extLst>
              <a:ext uri="{FF2B5EF4-FFF2-40B4-BE49-F238E27FC236}">
                <a16:creationId xmlns:a16="http://schemas.microsoft.com/office/drawing/2014/main" id="{6192D8C1-733E-48B1-CFCD-B2DDAA90115E}"/>
              </a:ext>
            </a:extLst>
          </p:cNvPr>
          <p:cNvSpPr txBox="1"/>
          <p:nvPr/>
        </p:nvSpPr>
        <p:spPr>
          <a:xfrm>
            <a:off x="10990712" y="4499482"/>
            <a:ext cx="518091" cy="246221"/>
          </a:xfrm>
          <a:prstGeom prst="rect">
            <a:avLst/>
          </a:prstGeom>
          <a:noFill/>
        </p:spPr>
        <p:txBody>
          <a:bodyPr wrap="none" rtlCol="0">
            <a:spAutoFit/>
          </a:bodyPr>
          <a:lstStyle/>
          <a:p>
            <a:pPr algn="ctr"/>
            <a:r>
              <a:rPr lang="en-US" sz="1000"/>
              <a:t>Bot/AI</a:t>
            </a:r>
          </a:p>
        </p:txBody>
      </p:sp>
      <p:sp>
        <p:nvSpPr>
          <p:cNvPr id="14" name="TextBox 13">
            <a:extLst>
              <a:ext uri="{FF2B5EF4-FFF2-40B4-BE49-F238E27FC236}">
                <a16:creationId xmlns:a16="http://schemas.microsoft.com/office/drawing/2014/main" id="{A9E69884-0880-72FB-85AB-22436E80D3A8}"/>
              </a:ext>
            </a:extLst>
          </p:cNvPr>
          <p:cNvSpPr txBox="1"/>
          <p:nvPr/>
        </p:nvSpPr>
        <p:spPr>
          <a:xfrm>
            <a:off x="9851107" y="2630071"/>
            <a:ext cx="942886" cy="246221"/>
          </a:xfrm>
          <a:prstGeom prst="rect">
            <a:avLst/>
          </a:prstGeom>
          <a:noFill/>
        </p:spPr>
        <p:txBody>
          <a:bodyPr wrap="none" rtlCol="0">
            <a:spAutoFit/>
          </a:bodyPr>
          <a:lstStyle/>
          <a:p>
            <a:pPr algn="ctr"/>
            <a:r>
              <a:rPr lang="en-US" sz="1000"/>
              <a:t>Chat/Message</a:t>
            </a:r>
          </a:p>
        </p:txBody>
      </p:sp>
      <p:sp>
        <p:nvSpPr>
          <p:cNvPr id="15" name="TextBox 14">
            <a:extLst>
              <a:ext uri="{FF2B5EF4-FFF2-40B4-BE49-F238E27FC236}">
                <a16:creationId xmlns:a16="http://schemas.microsoft.com/office/drawing/2014/main" id="{DD51DED8-140A-F571-DD6D-9D4E5F06733C}"/>
              </a:ext>
            </a:extLst>
          </p:cNvPr>
          <p:cNvSpPr txBox="1"/>
          <p:nvPr/>
        </p:nvSpPr>
        <p:spPr>
          <a:xfrm>
            <a:off x="4459513" y="4499482"/>
            <a:ext cx="532517" cy="246221"/>
          </a:xfrm>
          <a:prstGeom prst="rect">
            <a:avLst/>
          </a:prstGeom>
          <a:noFill/>
        </p:spPr>
        <p:txBody>
          <a:bodyPr wrap="none" rtlCol="0">
            <a:spAutoFit/>
          </a:bodyPr>
          <a:lstStyle/>
          <a:p>
            <a:pPr algn="ctr"/>
            <a:r>
              <a:rPr lang="en-US" sz="1000"/>
              <a:t>Search</a:t>
            </a:r>
          </a:p>
        </p:txBody>
      </p:sp>
      <p:sp>
        <p:nvSpPr>
          <p:cNvPr id="16" name="TextBox 15">
            <a:extLst>
              <a:ext uri="{FF2B5EF4-FFF2-40B4-BE49-F238E27FC236}">
                <a16:creationId xmlns:a16="http://schemas.microsoft.com/office/drawing/2014/main" id="{A4FA0398-FD30-9352-F149-4224C6708E7B}"/>
              </a:ext>
            </a:extLst>
          </p:cNvPr>
          <p:cNvSpPr txBox="1"/>
          <p:nvPr/>
        </p:nvSpPr>
        <p:spPr>
          <a:xfrm>
            <a:off x="1732544" y="3545767"/>
            <a:ext cx="412292" cy="246221"/>
          </a:xfrm>
          <a:prstGeom prst="rect">
            <a:avLst/>
          </a:prstGeom>
          <a:noFill/>
        </p:spPr>
        <p:txBody>
          <a:bodyPr wrap="none" rtlCol="0">
            <a:spAutoFit/>
          </a:bodyPr>
          <a:lstStyle/>
          <a:p>
            <a:pPr algn="ctr"/>
            <a:r>
              <a:rPr lang="en-US" sz="1000"/>
              <a:t>Mail</a:t>
            </a:r>
          </a:p>
        </p:txBody>
      </p:sp>
      <p:sp>
        <p:nvSpPr>
          <p:cNvPr id="17" name="TextBox 16">
            <a:extLst>
              <a:ext uri="{FF2B5EF4-FFF2-40B4-BE49-F238E27FC236}">
                <a16:creationId xmlns:a16="http://schemas.microsoft.com/office/drawing/2014/main" id="{B2CEA034-4B4E-C701-EA25-4BF4A2DC6766}"/>
              </a:ext>
            </a:extLst>
          </p:cNvPr>
          <p:cNvSpPr txBox="1"/>
          <p:nvPr/>
        </p:nvSpPr>
        <p:spPr>
          <a:xfrm>
            <a:off x="1612319" y="1692449"/>
            <a:ext cx="652743" cy="246221"/>
          </a:xfrm>
          <a:prstGeom prst="rect">
            <a:avLst/>
          </a:prstGeom>
          <a:noFill/>
        </p:spPr>
        <p:txBody>
          <a:bodyPr wrap="none" rtlCol="0">
            <a:spAutoFit/>
          </a:bodyPr>
          <a:lstStyle/>
          <a:p>
            <a:pPr algn="ctr"/>
            <a:r>
              <a:rPr lang="en-US" sz="1000"/>
              <a:t>Customer</a:t>
            </a:r>
          </a:p>
        </p:txBody>
      </p:sp>
      <p:sp>
        <p:nvSpPr>
          <p:cNvPr id="18" name="TextBox 17">
            <a:extLst>
              <a:ext uri="{FF2B5EF4-FFF2-40B4-BE49-F238E27FC236}">
                <a16:creationId xmlns:a16="http://schemas.microsoft.com/office/drawing/2014/main" id="{DE2F6795-548C-3EEC-E89F-59A46E3FB918}"/>
              </a:ext>
            </a:extLst>
          </p:cNvPr>
          <p:cNvSpPr txBox="1"/>
          <p:nvPr/>
        </p:nvSpPr>
        <p:spPr>
          <a:xfrm>
            <a:off x="8149631" y="2630071"/>
            <a:ext cx="603049" cy="246221"/>
          </a:xfrm>
          <a:prstGeom prst="rect">
            <a:avLst/>
          </a:prstGeom>
          <a:noFill/>
        </p:spPr>
        <p:txBody>
          <a:bodyPr wrap="none" rtlCol="0">
            <a:spAutoFit/>
          </a:bodyPr>
          <a:lstStyle/>
          <a:p>
            <a:pPr algn="ctr"/>
            <a:r>
              <a:rPr lang="en-US" sz="1000"/>
              <a:t>Location</a:t>
            </a:r>
          </a:p>
        </p:txBody>
      </p:sp>
      <p:sp>
        <p:nvSpPr>
          <p:cNvPr id="19" name="TextBox 18">
            <a:extLst>
              <a:ext uri="{FF2B5EF4-FFF2-40B4-BE49-F238E27FC236}">
                <a16:creationId xmlns:a16="http://schemas.microsoft.com/office/drawing/2014/main" id="{A207F406-2C05-0A7A-C0B0-A6B11AE6596D}"/>
              </a:ext>
            </a:extLst>
          </p:cNvPr>
          <p:cNvSpPr txBox="1"/>
          <p:nvPr/>
        </p:nvSpPr>
        <p:spPr>
          <a:xfrm>
            <a:off x="1589877" y="2630071"/>
            <a:ext cx="697627" cy="246221"/>
          </a:xfrm>
          <a:prstGeom prst="rect">
            <a:avLst/>
          </a:prstGeom>
          <a:noFill/>
        </p:spPr>
        <p:txBody>
          <a:bodyPr wrap="none" rtlCol="0">
            <a:spAutoFit/>
          </a:bodyPr>
          <a:lstStyle/>
          <a:p>
            <a:pPr algn="ctr"/>
            <a:r>
              <a:rPr lang="en-US" sz="1000"/>
              <a:t>Storefront</a:t>
            </a:r>
          </a:p>
        </p:txBody>
      </p:sp>
      <p:sp>
        <p:nvSpPr>
          <p:cNvPr id="20" name="TextBox 19">
            <a:extLst>
              <a:ext uri="{FF2B5EF4-FFF2-40B4-BE49-F238E27FC236}">
                <a16:creationId xmlns:a16="http://schemas.microsoft.com/office/drawing/2014/main" id="{084940BB-8D7B-EF1E-89B7-02B4555BF1ED}"/>
              </a:ext>
            </a:extLst>
          </p:cNvPr>
          <p:cNvSpPr txBox="1"/>
          <p:nvPr/>
        </p:nvSpPr>
        <p:spPr>
          <a:xfrm>
            <a:off x="2631593" y="4499482"/>
            <a:ext cx="476412" cy="246221"/>
          </a:xfrm>
          <a:prstGeom prst="rect">
            <a:avLst/>
          </a:prstGeom>
          <a:noFill/>
        </p:spPr>
        <p:txBody>
          <a:bodyPr wrap="none" rtlCol="0">
            <a:spAutoFit/>
          </a:bodyPr>
          <a:lstStyle/>
          <a:p>
            <a:pPr algn="ctr"/>
            <a:r>
              <a:rPr lang="en-US" sz="1000"/>
              <a:t>Retail</a:t>
            </a:r>
          </a:p>
        </p:txBody>
      </p:sp>
      <p:sp>
        <p:nvSpPr>
          <p:cNvPr id="21" name="TextBox 20">
            <a:extLst>
              <a:ext uri="{FF2B5EF4-FFF2-40B4-BE49-F238E27FC236}">
                <a16:creationId xmlns:a16="http://schemas.microsoft.com/office/drawing/2014/main" id="{6E38EEF3-89C9-D227-12C1-1A469EFDB3A2}"/>
              </a:ext>
            </a:extLst>
          </p:cNvPr>
          <p:cNvSpPr txBox="1"/>
          <p:nvPr/>
        </p:nvSpPr>
        <p:spPr>
          <a:xfrm>
            <a:off x="3425459" y="1692449"/>
            <a:ext cx="731289" cy="246221"/>
          </a:xfrm>
          <a:prstGeom prst="rect">
            <a:avLst/>
          </a:prstGeom>
          <a:noFill/>
        </p:spPr>
        <p:txBody>
          <a:bodyPr wrap="none" rtlCol="0">
            <a:spAutoFit/>
          </a:bodyPr>
          <a:lstStyle/>
          <a:p>
            <a:pPr algn="ctr"/>
            <a:r>
              <a:rPr lang="en-US" sz="1000"/>
              <a:t>Direct mail</a:t>
            </a:r>
          </a:p>
        </p:txBody>
      </p:sp>
      <p:sp>
        <p:nvSpPr>
          <p:cNvPr id="22" name="TextBox 21">
            <a:extLst>
              <a:ext uri="{FF2B5EF4-FFF2-40B4-BE49-F238E27FC236}">
                <a16:creationId xmlns:a16="http://schemas.microsoft.com/office/drawing/2014/main" id="{1317FB87-C0ED-7825-7EF3-E6D87D8ACFDB}"/>
              </a:ext>
            </a:extLst>
          </p:cNvPr>
          <p:cNvSpPr txBox="1"/>
          <p:nvPr/>
        </p:nvSpPr>
        <p:spPr>
          <a:xfrm>
            <a:off x="6275423" y="4499482"/>
            <a:ext cx="609461" cy="246221"/>
          </a:xfrm>
          <a:prstGeom prst="rect">
            <a:avLst/>
          </a:prstGeom>
          <a:noFill/>
        </p:spPr>
        <p:txBody>
          <a:bodyPr wrap="none" rtlCol="0">
            <a:spAutoFit/>
          </a:bodyPr>
          <a:lstStyle/>
          <a:p>
            <a:pPr algn="ctr"/>
            <a:r>
              <a:rPr lang="en-US" sz="1000"/>
              <a:t>Revenue</a:t>
            </a:r>
          </a:p>
        </p:txBody>
      </p:sp>
      <p:sp>
        <p:nvSpPr>
          <p:cNvPr id="23" name="TextBox 22">
            <a:extLst>
              <a:ext uri="{FF2B5EF4-FFF2-40B4-BE49-F238E27FC236}">
                <a16:creationId xmlns:a16="http://schemas.microsoft.com/office/drawing/2014/main" id="{1982D63F-D9C0-34A2-1B9B-A684D29A89E3}"/>
              </a:ext>
            </a:extLst>
          </p:cNvPr>
          <p:cNvSpPr txBox="1"/>
          <p:nvPr/>
        </p:nvSpPr>
        <p:spPr>
          <a:xfrm>
            <a:off x="5393131" y="3545767"/>
            <a:ext cx="532517" cy="246221"/>
          </a:xfrm>
          <a:prstGeom prst="rect">
            <a:avLst/>
          </a:prstGeom>
          <a:noFill/>
        </p:spPr>
        <p:txBody>
          <a:bodyPr wrap="none" rtlCol="0">
            <a:spAutoFit/>
          </a:bodyPr>
          <a:lstStyle/>
          <a:p>
            <a:pPr algn="ctr"/>
            <a:r>
              <a:rPr lang="en-US" sz="1000"/>
              <a:t>Money</a:t>
            </a:r>
          </a:p>
        </p:txBody>
      </p:sp>
      <p:sp>
        <p:nvSpPr>
          <p:cNvPr id="24" name="TextBox 23">
            <a:extLst>
              <a:ext uri="{FF2B5EF4-FFF2-40B4-BE49-F238E27FC236}">
                <a16:creationId xmlns:a16="http://schemas.microsoft.com/office/drawing/2014/main" id="{2ED80223-33DF-E387-F426-A5398ABC5869}"/>
              </a:ext>
            </a:extLst>
          </p:cNvPr>
          <p:cNvSpPr txBox="1"/>
          <p:nvPr/>
        </p:nvSpPr>
        <p:spPr>
          <a:xfrm>
            <a:off x="8167264" y="1692449"/>
            <a:ext cx="567784" cy="246221"/>
          </a:xfrm>
          <a:prstGeom prst="rect">
            <a:avLst/>
          </a:prstGeom>
          <a:noFill/>
        </p:spPr>
        <p:txBody>
          <a:bodyPr wrap="none" rtlCol="0">
            <a:spAutoFit/>
          </a:bodyPr>
          <a:lstStyle/>
          <a:p>
            <a:pPr algn="ctr"/>
            <a:r>
              <a:rPr lang="en-US" sz="1000"/>
              <a:t>Growth</a:t>
            </a:r>
          </a:p>
        </p:txBody>
      </p:sp>
      <p:sp>
        <p:nvSpPr>
          <p:cNvPr id="25" name="TextBox 24">
            <a:extLst>
              <a:ext uri="{FF2B5EF4-FFF2-40B4-BE49-F238E27FC236}">
                <a16:creationId xmlns:a16="http://schemas.microsoft.com/office/drawing/2014/main" id="{1EEAF8CF-7862-9995-3594-91401C64EFA7}"/>
              </a:ext>
            </a:extLst>
          </p:cNvPr>
          <p:cNvSpPr txBox="1"/>
          <p:nvPr/>
        </p:nvSpPr>
        <p:spPr>
          <a:xfrm>
            <a:off x="9965721" y="1692449"/>
            <a:ext cx="713657" cy="246221"/>
          </a:xfrm>
          <a:prstGeom prst="rect">
            <a:avLst/>
          </a:prstGeom>
          <a:noFill/>
        </p:spPr>
        <p:txBody>
          <a:bodyPr wrap="none" rtlCol="0">
            <a:spAutoFit/>
          </a:bodyPr>
          <a:lstStyle/>
          <a:p>
            <a:pPr algn="ctr"/>
            <a:r>
              <a:rPr lang="en-US" sz="1000"/>
              <a:t>Thumbs up</a:t>
            </a:r>
          </a:p>
        </p:txBody>
      </p:sp>
      <p:sp>
        <p:nvSpPr>
          <p:cNvPr id="26" name="TextBox 25">
            <a:extLst>
              <a:ext uri="{FF2B5EF4-FFF2-40B4-BE49-F238E27FC236}">
                <a16:creationId xmlns:a16="http://schemas.microsoft.com/office/drawing/2014/main" id="{D6A2D6B3-F7C7-71B4-9446-66B16A6A1B4E}"/>
              </a:ext>
            </a:extLst>
          </p:cNvPr>
          <p:cNvSpPr txBox="1"/>
          <p:nvPr/>
        </p:nvSpPr>
        <p:spPr>
          <a:xfrm>
            <a:off x="7270886" y="3545767"/>
            <a:ext cx="503664" cy="246221"/>
          </a:xfrm>
          <a:prstGeom prst="rect">
            <a:avLst/>
          </a:prstGeom>
          <a:noFill/>
        </p:spPr>
        <p:txBody>
          <a:bodyPr wrap="none" rtlCol="0">
            <a:spAutoFit/>
          </a:bodyPr>
          <a:lstStyle/>
          <a:p>
            <a:pPr algn="ctr"/>
            <a:r>
              <a:rPr lang="en-US" sz="1000"/>
              <a:t>Travel</a:t>
            </a:r>
          </a:p>
        </p:txBody>
      </p:sp>
      <p:sp>
        <p:nvSpPr>
          <p:cNvPr id="27" name="TextBox 26">
            <a:extLst>
              <a:ext uri="{FF2B5EF4-FFF2-40B4-BE49-F238E27FC236}">
                <a16:creationId xmlns:a16="http://schemas.microsoft.com/office/drawing/2014/main" id="{05D8748B-D6EC-04E0-E1C3-D6C596365C34}"/>
              </a:ext>
            </a:extLst>
          </p:cNvPr>
          <p:cNvSpPr txBox="1"/>
          <p:nvPr/>
        </p:nvSpPr>
        <p:spPr>
          <a:xfrm>
            <a:off x="6349161" y="3545767"/>
            <a:ext cx="461985" cy="246221"/>
          </a:xfrm>
          <a:prstGeom prst="rect">
            <a:avLst/>
          </a:prstGeom>
          <a:noFill/>
        </p:spPr>
        <p:txBody>
          <a:bodyPr wrap="none" rtlCol="0">
            <a:spAutoFit/>
          </a:bodyPr>
          <a:lstStyle/>
          <a:p>
            <a:pPr algn="ctr"/>
            <a:r>
              <a:rPr lang="en-US" sz="1000"/>
              <a:t>Music</a:t>
            </a:r>
          </a:p>
        </p:txBody>
      </p:sp>
      <p:sp>
        <p:nvSpPr>
          <p:cNvPr id="28" name="TextBox 27">
            <a:extLst>
              <a:ext uri="{FF2B5EF4-FFF2-40B4-BE49-F238E27FC236}">
                <a16:creationId xmlns:a16="http://schemas.microsoft.com/office/drawing/2014/main" id="{CDF1B339-4B3F-9410-EAA3-7CC3475261D4}"/>
              </a:ext>
            </a:extLst>
          </p:cNvPr>
          <p:cNvSpPr txBox="1"/>
          <p:nvPr/>
        </p:nvSpPr>
        <p:spPr>
          <a:xfrm>
            <a:off x="7161080" y="4499482"/>
            <a:ext cx="723275" cy="246221"/>
          </a:xfrm>
          <a:prstGeom prst="rect">
            <a:avLst/>
          </a:prstGeom>
          <a:noFill/>
        </p:spPr>
        <p:txBody>
          <a:bodyPr wrap="none" rtlCol="0">
            <a:spAutoFit/>
          </a:bodyPr>
          <a:lstStyle/>
          <a:p>
            <a:pPr algn="ctr"/>
            <a:r>
              <a:rPr lang="en-US" sz="1000"/>
              <a:t>Restaurant</a:t>
            </a:r>
          </a:p>
        </p:txBody>
      </p:sp>
      <p:sp>
        <p:nvSpPr>
          <p:cNvPr id="29" name="TextBox 28">
            <a:extLst>
              <a:ext uri="{FF2B5EF4-FFF2-40B4-BE49-F238E27FC236}">
                <a16:creationId xmlns:a16="http://schemas.microsoft.com/office/drawing/2014/main" id="{75F52809-9B67-587D-9ACD-72A4F462061C}"/>
              </a:ext>
            </a:extLst>
          </p:cNvPr>
          <p:cNvSpPr txBox="1"/>
          <p:nvPr/>
        </p:nvSpPr>
        <p:spPr>
          <a:xfrm>
            <a:off x="5323401" y="1692449"/>
            <a:ext cx="671979" cy="246221"/>
          </a:xfrm>
          <a:prstGeom prst="rect">
            <a:avLst/>
          </a:prstGeom>
          <a:noFill/>
        </p:spPr>
        <p:txBody>
          <a:bodyPr wrap="none" rtlCol="0">
            <a:spAutoFit/>
          </a:bodyPr>
          <a:lstStyle/>
          <a:p>
            <a:pPr algn="ctr"/>
            <a:r>
              <a:rPr lang="en-US" sz="1000"/>
              <a:t>Document</a:t>
            </a:r>
          </a:p>
        </p:txBody>
      </p:sp>
      <p:sp>
        <p:nvSpPr>
          <p:cNvPr id="30" name="TextBox 29">
            <a:extLst>
              <a:ext uri="{FF2B5EF4-FFF2-40B4-BE49-F238E27FC236}">
                <a16:creationId xmlns:a16="http://schemas.microsoft.com/office/drawing/2014/main" id="{DC04C179-50A7-A2E6-69DD-619DD012BC23}"/>
              </a:ext>
            </a:extLst>
          </p:cNvPr>
          <p:cNvSpPr txBox="1"/>
          <p:nvPr/>
        </p:nvSpPr>
        <p:spPr>
          <a:xfrm>
            <a:off x="7203560" y="1692449"/>
            <a:ext cx="638316" cy="246221"/>
          </a:xfrm>
          <a:prstGeom prst="rect">
            <a:avLst/>
          </a:prstGeom>
          <a:noFill/>
        </p:spPr>
        <p:txBody>
          <a:bodyPr wrap="none" rtlCol="0">
            <a:spAutoFit/>
          </a:bodyPr>
          <a:lstStyle/>
          <a:p>
            <a:pPr algn="ctr"/>
            <a:r>
              <a:rPr lang="en-US" sz="1000"/>
              <a:t>Data file</a:t>
            </a:r>
          </a:p>
        </p:txBody>
      </p:sp>
      <p:sp>
        <p:nvSpPr>
          <p:cNvPr id="31" name="TextBox 30">
            <a:extLst>
              <a:ext uri="{FF2B5EF4-FFF2-40B4-BE49-F238E27FC236}">
                <a16:creationId xmlns:a16="http://schemas.microsoft.com/office/drawing/2014/main" id="{EB7E1752-4988-98D8-387A-5127FF955D59}"/>
              </a:ext>
            </a:extLst>
          </p:cNvPr>
          <p:cNvSpPr txBox="1"/>
          <p:nvPr/>
        </p:nvSpPr>
        <p:spPr>
          <a:xfrm>
            <a:off x="4534053" y="2630071"/>
            <a:ext cx="383438" cy="246221"/>
          </a:xfrm>
          <a:prstGeom prst="rect">
            <a:avLst/>
          </a:prstGeom>
          <a:noFill/>
        </p:spPr>
        <p:txBody>
          <a:bodyPr wrap="none" rtlCol="0">
            <a:spAutoFit/>
          </a:bodyPr>
          <a:lstStyle/>
          <a:p>
            <a:pPr algn="ctr"/>
            <a:r>
              <a:rPr lang="en-US" sz="1000"/>
              <a:t>Key</a:t>
            </a:r>
          </a:p>
        </p:txBody>
      </p:sp>
      <p:sp>
        <p:nvSpPr>
          <p:cNvPr id="32" name="TextBox 31">
            <a:extLst>
              <a:ext uri="{FF2B5EF4-FFF2-40B4-BE49-F238E27FC236}">
                <a16:creationId xmlns:a16="http://schemas.microsoft.com/office/drawing/2014/main" id="{7D06A01F-4F7E-5B92-2951-A3DA0E45F50C}"/>
              </a:ext>
            </a:extLst>
          </p:cNvPr>
          <p:cNvSpPr txBox="1"/>
          <p:nvPr/>
        </p:nvSpPr>
        <p:spPr>
          <a:xfrm>
            <a:off x="2632394" y="2630071"/>
            <a:ext cx="474809" cy="246221"/>
          </a:xfrm>
          <a:prstGeom prst="rect">
            <a:avLst/>
          </a:prstGeom>
          <a:noFill/>
        </p:spPr>
        <p:txBody>
          <a:bodyPr wrap="none" rtlCol="0">
            <a:spAutoFit/>
          </a:bodyPr>
          <a:lstStyle/>
          <a:p>
            <a:pPr algn="ctr"/>
            <a:r>
              <a:rPr lang="en-US" sz="1000"/>
              <a:t>Heart</a:t>
            </a:r>
          </a:p>
        </p:txBody>
      </p:sp>
      <p:sp>
        <p:nvSpPr>
          <p:cNvPr id="33" name="TextBox 32">
            <a:extLst>
              <a:ext uri="{FF2B5EF4-FFF2-40B4-BE49-F238E27FC236}">
                <a16:creationId xmlns:a16="http://schemas.microsoft.com/office/drawing/2014/main" id="{68EA5AF9-965A-6EB6-9237-BE53992754B8}"/>
              </a:ext>
            </a:extLst>
          </p:cNvPr>
          <p:cNvSpPr txBox="1"/>
          <p:nvPr/>
        </p:nvSpPr>
        <p:spPr>
          <a:xfrm>
            <a:off x="9169797" y="1692449"/>
            <a:ext cx="425116" cy="246221"/>
          </a:xfrm>
          <a:prstGeom prst="rect">
            <a:avLst/>
          </a:prstGeom>
          <a:noFill/>
        </p:spPr>
        <p:txBody>
          <a:bodyPr wrap="none" rtlCol="0">
            <a:spAutoFit/>
          </a:bodyPr>
          <a:lstStyle/>
          <a:p>
            <a:pPr algn="ctr"/>
            <a:r>
              <a:rPr lang="en-US" sz="1000"/>
              <a:t>CPG</a:t>
            </a:r>
          </a:p>
        </p:txBody>
      </p:sp>
      <p:sp>
        <p:nvSpPr>
          <p:cNvPr id="34" name="TextBox 33">
            <a:extLst>
              <a:ext uri="{FF2B5EF4-FFF2-40B4-BE49-F238E27FC236}">
                <a16:creationId xmlns:a16="http://schemas.microsoft.com/office/drawing/2014/main" id="{9B8E1077-59A5-3542-A6AB-053E60155696}"/>
              </a:ext>
            </a:extLst>
          </p:cNvPr>
          <p:cNvSpPr txBox="1"/>
          <p:nvPr/>
        </p:nvSpPr>
        <p:spPr>
          <a:xfrm>
            <a:off x="2409576" y="3545767"/>
            <a:ext cx="920445" cy="246221"/>
          </a:xfrm>
          <a:prstGeom prst="rect">
            <a:avLst/>
          </a:prstGeom>
          <a:noFill/>
        </p:spPr>
        <p:txBody>
          <a:bodyPr wrap="none" rtlCol="0">
            <a:spAutoFit/>
          </a:bodyPr>
          <a:lstStyle/>
          <a:p>
            <a:pPr algn="ctr"/>
            <a:r>
              <a:rPr lang="en-US" sz="1000"/>
              <a:t>Manufacturing</a:t>
            </a:r>
          </a:p>
        </p:txBody>
      </p:sp>
      <p:sp>
        <p:nvSpPr>
          <p:cNvPr id="35" name="TextBox 34">
            <a:extLst>
              <a:ext uri="{FF2B5EF4-FFF2-40B4-BE49-F238E27FC236}">
                <a16:creationId xmlns:a16="http://schemas.microsoft.com/office/drawing/2014/main" id="{90AE496D-4F3D-1938-C725-CEC0C63548E7}"/>
              </a:ext>
            </a:extLst>
          </p:cNvPr>
          <p:cNvSpPr txBox="1"/>
          <p:nvPr/>
        </p:nvSpPr>
        <p:spPr>
          <a:xfrm>
            <a:off x="3273682" y="3545767"/>
            <a:ext cx="1034842" cy="246221"/>
          </a:xfrm>
          <a:prstGeom prst="rect">
            <a:avLst/>
          </a:prstGeom>
          <a:noFill/>
        </p:spPr>
        <p:txBody>
          <a:bodyPr wrap="none" rtlCol="0">
            <a:spAutoFit/>
          </a:bodyPr>
          <a:lstStyle/>
          <a:p>
            <a:pPr algn="ctr"/>
            <a:r>
              <a:rPr lang="en-US" sz="1000"/>
              <a:t>Manufacturing 2</a:t>
            </a:r>
          </a:p>
        </p:txBody>
      </p:sp>
      <p:sp>
        <p:nvSpPr>
          <p:cNvPr id="36" name="TextBox 35">
            <a:extLst>
              <a:ext uri="{FF2B5EF4-FFF2-40B4-BE49-F238E27FC236}">
                <a16:creationId xmlns:a16="http://schemas.microsoft.com/office/drawing/2014/main" id="{B0407367-4811-7216-5AEE-0D464F743DD9}"/>
              </a:ext>
            </a:extLst>
          </p:cNvPr>
          <p:cNvSpPr txBox="1"/>
          <p:nvPr/>
        </p:nvSpPr>
        <p:spPr>
          <a:xfrm>
            <a:off x="6356375" y="1692449"/>
            <a:ext cx="447558" cy="246221"/>
          </a:xfrm>
          <a:prstGeom prst="rect">
            <a:avLst/>
          </a:prstGeom>
          <a:noFill/>
        </p:spPr>
        <p:txBody>
          <a:bodyPr wrap="none" rtlCol="0">
            <a:spAutoFit/>
          </a:bodyPr>
          <a:lstStyle/>
          <a:p>
            <a:pPr algn="ctr"/>
            <a:r>
              <a:rPr lang="en-US" sz="1000"/>
              <a:t>Telco</a:t>
            </a:r>
          </a:p>
        </p:txBody>
      </p:sp>
      <p:sp>
        <p:nvSpPr>
          <p:cNvPr id="37" name="TextBox 36">
            <a:extLst>
              <a:ext uri="{FF2B5EF4-FFF2-40B4-BE49-F238E27FC236}">
                <a16:creationId xmlns:a16="http://schemas.microsoft.com/office/drawing/2014/main" id="{B54196E5-D811-2E7F-5975-3F845226BD9F}"/>
              </a:ext>
            </a:extLst>
          </p:cNvPr>
          <p:cNvSpPr txBox="1"/>
          <p:nvPr/>
        </p:nvSpPr>
        <p:spPr>
          <a:xfrm>
            <a:off x="9936065" y="4499482"/>
            <a:ext cx="772969" cy="246221"/>
          </a:xfrm>
          <a:prstGeom prst="rect">
            <a:avLst/>
          </a:prstGeom>
          <a:noFill/>
        </p:spPr>
        <p:txBody>
          <a:bodyPr wrap="none" rtlCol="0">
            <a:spAutoFit/>
          </a:bodyPr>
          <a:lstStyle/>
          <a:p>
            <a:pPr algn="ctr"/>
            <a:r>
              <a:rPr lang="en-US" sz="1000"/>
              <a:t>Clean room</a:t>
            </a:r>
          </a:p>
        </p:txBody>
      </p:sp>
      <p:sp>
        <p:nvSpPr>
          <p:cNvPr id="38" name="TextBox 37">
            <a:extLst>
              <a:ext uri="{FF2B5EF4-FFF2-40B4-BE49-F238E27FC236}">
                <a16:creationId xmlns:a16="http://schemas.microsoft.com/office/drawing/2014/main" id="{DF15A302-24F1-9E78-751B-83B40C170BB3}"/>
              </a:ext>
            </a:extLst>
          </p:cNvPr>
          <p:cNvSpPr txBox="1"/>
          <p:nvPr/>
        </p:nvSpPr>
        <p:spPr>
          <a:xfrm>
            <a:off x="8937361" y="2630071"/>
            <a:ext cx="889987" cy="246221"/>
          </a:xfrm>
          <a:prstGeom prst="rect">
            <a:avLst/>
          </a:prstGeom>
          <a:noFill/>
        </p:spPr>
        <p:txBody>
          <a:bodyPr wrap="none" rtlCol="0">
            <a:spAutoFit/>
          </a:bodyPr>
          <a:lstStyle/>
          <a:p>
            <a:pPr algn="ctr"/>
            <a:r>
              <a:rPr lang="en-US" sz="1000"/>
              <a:t>Connected TV</a:t>
            </a:r>
          </a:p>
        </p:txBody>
      </p:sp>
      <p:sp>
        <p:nvSpPr>
          <p:cNvPr id="39" name="TextBox 38">
            <a:extLst>
              <a:ext uri="{FF2B5EF4-FFF2-40B4-BE49-F238E27FC236}">
                <a16:creationId xmlns:a16="http://schemas.microsoft.com/office/drawing/2014/main" id="{DB5D789E-ABDF-06C3-B075-3C4BF70F31AE}"/>
              </a:ext>
            </a:extLst>
          </p:cNvPr>
          <p:cNvSpPr txBox="1"/>
          <p:nvPr/>
        </p:nvSpPr>
        <p:spPr>
          <a:xfrm>
            <a:off x="2650829" y="1692449"/>
            <a:ext cx="437940" cy="246221"/>
          </a:xfrm>
          <a:prstGeom prst="rect">
            <a:avLst/>
          </a:prstGeom>
          <a:noFill/>
        </p:spPr>
        <p:txBody>
          <a:bodyPr wrap="none" rtlCol="0">
            <a:spAutoFit/>
          </a:bodyPr>
          <a:lstStyle/>
          <a:p>
            <a:pPr algn="ctr"/>
            <a:r>
              <a:rPr lang="en-US" sz="1000"/>
              <a:t>Data</a:t>
            </a:r>
          </a:p>
        </p:txBody>
      </p:sp>
      <p:pic>
        <p:nvPicPr>
          <p:cNvPr id="41" name="Picture 40" descr="A black and white check mark&#10;&#10;AI-generated content may be incorrect.">
            <a:extLst>
              <a:ext uri="{FF2B5EF4-FFF2-40B4-BE49-F238E27FC236}">
                <a16:creationId xmlns:a16="http://schemas.microsoft.com/office/drawing/2014/main" id="{BFB56F63-318C-F3E2-256C-C00BAD813596}"/>
              </a:ext>
            </a:extLst>
          </p:cNvPr>
          <p:cNvPicPr>
            <a:picLocks noChangeAspect="1"/>
          </p:cNvPicPr>
          <p:nvPr/>
        </p:nvPicPr>
        <p:blipFill>
          <a:blip r:embed="rId120">
            <a:extLst>
              <a:ext uri="{BEBA8EAE-BF5A-486C-A8C5-ECC9F3942E4B}">
                <a14:imgProps xmlns:a14="http://schemas.microsoft.com/office/drawing/2010/main">
                  <a14:imgLayer r:embed="rId121">
                    <a14:imgEffect>
                      <a14:brightnessContrast bright="-100000"/>
                    </a14:imgEffect>
                  </a14:imgLayer>
                </a14:imgProps>
              </a:ext>
            </a:extLst>
          </a:blip>
          <a:stretch>
            <a:fillRect/>
          </a:stretch>
        </p:blipFill>
        <p:spPr>
          <a:xfrm>
            <a:off x="9138562" y="4982369"/>
            <a:ext cx="491372" cy="491372"/>
          </a:xfrm>
          <a:prstGeom prst="rect">
            <a:avLst/>
          </a:prstGeom>
        </p:spPr>
      </p:pic>
      <p:sp>
        <p:nvSpPr>
          <p:cNvPr id="42" name="TextBox 41">
            <a:extLst>
              <a:ext uri="{FF2B5EF4-FFF2-40B4-BE49-F238E27FC236}">
                <a16:creationId xmlns:a16="http://schemas.microsoft.com/office/drawing/2014/main" id="{52C16804-AE66-CAA6-48DF-76CAF167D38C}"/>
              </a:ext>
            </a:extLst>
          </p:cNvPr>
          <p:cNvSpPr txBox="1"/>
          <p:nvPr/>
        </p:nvSpPr>
        <p:spPr>
          <a:xfrm>
            <a:off x="4580540" y="1692449"/>
            <a:ext cx="290464" cy="246221"/>
          </a:xfrm>
          <a:prstGeom prst="rect">
            <a:avLst/>
          </a:prstGeom>
          <a:noFill/>
        </p:spPr>
        <p:txBody>
          <a:bodyPr wrap="none" rtlCol="0">
            <a:spAutoFit/>
          </a:bodyPr>
          <a:lstStyle/>
          <a:p>
            <a:pPr algn="ctr"/>
            <a:r>
              <a:rPr lang="en-US" sz="1000"/>
              <a:t>AI</a:t>
            </a:r>
          </a:p>
        </p:txBody>
      </p:sp>
      <p:sp>
        <p:nvSpPr>
          <p:cNvPr id="43" name="TextBox 42">
            <a:extLst>
              <a:ext uri="{FF2B5EF4-FFF2-40B4-BE49-F238E27FC236}">
                <a16:creationId xmlns:a16="http://schemas.microsoft.com/office/drawing/2014/main" id="{42EBA7BE-82D5-23AD-48CB-9C188EE58BA5}"/>
              </a:ext>
            </a:extLst>
          </p:cNvPr>
          <p:cNvSpPr txBox="1"/>
          <p:nvPr/>
        </p:nvSpPr>
        <p:spPr>
          <a:xfrm>
            <a:off x="1488888" y="4499482"/>
            <a:ext cx="899605" cy="246221"/>
          </a:xfrm>
          <a:prstGeom prst="rect">
            <a:avLst/>
          </a:prstGeom>
          <a:noFill/>
        </p:spPr>
        <p:txBody>
          <a:bodyPr wrap="none" rtlCol="0">
            <a:spAutoFit/>
          </a:bodyPr>
          <a:lstStyle/>
          <a:p>
            <a:pPr algn="ctr"/>
            <a:r>
              <a:rPr lang="en-US" sz="1000"/>
              <a:t>Shopping cart</a:t>
            </a:r>
          </a:p>
        </p:txBody>
      </p:sp>
      <p:sp>
        <p:nvSpPr>
          <p:cNvPr id="44" name="TextBox 43">
            <a:extLst>
              <a:ext uri="{FF2B5EF4-FFF2-40B4-BE49-F238E27FC236}">
                <a16:creationId xmlns:a16="http://schemas.microsoft.com/office/drawing/2014/main" id="{A2683854-A543-4243-6CAE-ABA62EE084E6}"/>
              </a:ext>
            </a:extLst>
          </p:cNvPr>
          <p:cNvSpPr txBox="1"/>
          <p:nvPr/>
        </p:nvSpPr>
        <p:spPr>
          <a:xfrm>
            <a:off x="594179" y="2630071"/>
            <a:ext cx="821058" cy="246221"/>
          </a:xfrm>
          <a:prstGeom prst="rect">
            <a:avLst/>
          </a:prstGeom>
          <a:noFill/>
        </p:spPr>
        <p:txBody>
          <a:bodyPr wrap="none" rtlCol="0">
            <a:spAutoFit/>
          </a:bodyPr>
          <a:lstStyle/>
          <a:p>
            <a:pPr algn="ctr"/>
            <a:r>
              <a:rPr lang="en-US" sz="1000"/>
              <a:t>Headphones</a:t>
            </a:r>
          </a:p>
        </p:txBody>
      </p:sp>
      <p:sp>
        <p:nvSpPr>
          <p:cNvPr id="45" name="TextBox 44">
            <a:extLst>
              <a:ext uri="{FF2B5EF4-FFF2-40B4-BE49-F238E27FC236}">
                <a16:creationId xmlns:a16="http://schemas.microsoft.com/office/drawing/2014/main" id="{8F75CFE3-2DBE-3C7E-0E62-3DF8A28459F1}"/>
              </a:ext>
            </a:extLst>
          </p:cNvPr>
          <p:cNvSpPr txBox="1"/>
          <p:nvPr/>
        </p:nvSpPr>
        <p:spPr>
          <a:xfrm>
            <a:off x="5354659" y="2630071"/>
            <a:ext cx="609461" cy="246221"/>
          </a:xfrm>
          <a:prstGeom prst="rect">
            <a:avLst/>
          </a:prstGeom>
          <a:noFill/>
        </p:spPr>
        <p:txBody>
          <a:bodyPr wrap="none" rtlCol="0">
            <a:spAutoFit/>
          </a:bodyPr>
          <a:lstStyle/>
          <a:p>
            <a:pPr algn="ctr"/>
            <a:r>
              <a:rPr lang="en-US" sz="1000"/>
              <a:t>Landline</a:t>
            </a:r>
          </a:p>
        </p:txBody>
      </p:sp>
      <p:sp>
        <p:nvSpPr>
          <p:cNvPr id="46" name="TextBox 45">
            <a:extLst>
              <a:ext uri="{FF2B5EF4-FFF2-40B4-BE49-F238E27FC236}">
                <a16:creationId xmlns:a16="http://schemas.microsoft.com/office/drawing/2014/main" id="{1C0FFC01-2776-A915-E162-6AEA4EAE11C2}"/>
              </a:ext>
            </a:extLst>
          </p:cNvPr>
          <p:cNvSpPr txBox="1"/>
          <p:nvPr/>
        </p:nvSpPr>
        <p:spPr>
          <a:xfrm>
            <a:off x="7288519" y="2630071"/>
            <a:ext cx="468397" cy="246221"/>
          </a:xfrm>
          <a:prstGeom prst="rect">
            <a:avLst/>
          </a:prstGeom>
          <a:noFill/>
        </p:spPr>
        <p:txBody>
          <a:bodyPr wrap="none" rtlCol="0">
            <a:spAutoFit/>
          </a:bodyPr>
          <a:lstStyle/>
          <a:p>
            <a:pPr algn="ctr"/>
            <a:r>
              <a:rPr lang="en-US" sz="1000"/>
              <a:t>Legal</a:t>
            </a:r>
          </a:p>
        </p:txBody>
      </p:sp>
      <p:sp>
        <p:nvSpPr>
          <p:cNvPr id="47" name="TextBox 46">
            <a:extLst>
              <a:ext uri="{FF2B5EF4-FFF2-40B4-BE49-F238E27FC236}">
                <a16:creationId xmlns:a16="http://schemas.microsoft.com/office/drawing/2014/main" id="{C334AB81-1C9C-3547-A963-9509AC94C390}"/>
              </a:ext>
            </a:extLst>
          </p:cNvPr>
          <p:cNvSpPr txBox="1"/>
          <p:nvPr/>
        </p:nvSpPr>
        <p:spPr>
          <a:xfrm>
            <a:off x="8170470" y="3545767"/>
            <a:ext cx="561372" cy="246221"/>
          </a:xfrm>
          <a:prstGeom prst="rect">
            <a:avLst/>
          </a:prstGeom>
          <a:noFill/>
        </p:spPr>
        <p:txBody>
          <a:bodyPr wrap="none" rtlCol="0">
            <a:spAutoFit/>
          </a:bodyPr>
          <a:lstStyle/>
          <a:p>
            <a:pPr algn="ctr"/>
            <a:r>
              <a:rPr lang="en-US" sz="1000"/>
              <a:t>Privacy</a:t>
            </a:r>
          </a:p>
        </p:txBody>
      </p:sp>
      <p:sp>
        <p:nvSpPr>
          <p:cNvPr id="48" name="TextBox 47">
            <a:extLst>
              <a:ext uri="{FF2B5EF4-FFF2-40B4-BE49-F238E27FC236}">
                <a16:creationId xmlns:a16="http://schemas.microsoft.com/office/drawing/2014/main" id="{5FE6A192-CB59-728D-6BDC-5205811F1397}"/>
              </a:ext>
            </a:extLst>
          </p:cNvPr>
          <p:cNvSpPr txBox="1"/>
          <p:nvPr/>
        </p:nvSpPr>
        <p:spPr>
          <a:xfrm>
            <a:off x="9141744" y="3545767"/>
            <a:ext cx="481221" cy="246221"/>
          </a:xfrm>
          <a:prstGeom prst="rect">
            <a:avLst/>
          </a:prstGeom>
          <a:noFill/>
        </p:spPr>
        <p:txBody>
          <a:bodyPr wrap="none" rtlCol="0">
            <a:spAutoFit/>
          </a:bodyPr>
          <a:lstStyle/>
          <a:p>
            <a:pPr algn="ctr"/>
            <a:r>
              <a:rPr lang="en-US" sz="1000"/>
              <a:t>Cloud</a:t>
            </a:r>
          </a:p>
        </p:txBody>
      </p:sp>
      <p:sp>
        <p:nvSpPr>
          <p:cNvPr id="49" name="TextBox 48">
            <a:extLst>
              <a:ext uri="{FF2B5EF4-FFF2-40B4-BE49-F238E27FC236}">
                <a16:creationId xmlns:a16="http://schemas.microsoft.com/office/drawing/2014/main" id="{3D2A3820-A0CE-D5DD-6656-C7B18282DF87}"/>
              </a:ext>
            </a:extLst>
          </p:cNvPr>
          <p:cNvSpPr txBox="1"/>
          <p:nvPr/>
        </p:nvSpPr>
        <p:spPr>
          <a:xfrm>
            <a:off x="9989766" y="3545767"/>
            <a:ext cx="665567" cy="246221"/>
          </a:xfrm>
          <a:prstGeom prst="rect">
            <a:avLst/>
          </a:prstGeom>
          <a:noFill/>
        </p:spPr>
        <p:txBody>
          <a:bodyPr wrap="none" rtlCol="0">
            <a:spAutoFit/>
          </a:bodyPr>
          <a:lstStyle/>
          <a:p>
            <a:pPr algn="ctr"/>
            <a:r>
              <a:rPr lang="en-US" sz="1000"/>
              <a:t>Calendar</a:t>
            </a:r>
          </a:p>
        </p:txBody>
      </p:sp>
      <p:sp>
        <p:nvSpPr>
          <p:cNvPr id="50" name="TextBox 49">
            <a:extLst>
              <a:ext uri="{FF2B5EF4-FFF2-40B4-BE49-F238E27FC236}">
                <a16:creationId xmlns:a16="http://schemas.microsoft.com/office/drawing/2014/main" id="{2E9C7605-FA6B-7121-35DE-07B63BF6CC4F}"/>
              </a:ext>
            </a:extLst>
          </p:cNvPr>
          <p:cNvSpPr txBox="1"/>
          <p:nvPr/>
        </p:nvSpPr>
        <p:spPr>
          <a:xfrm>
            <a:off x="4325662" y="3545767"/>
            <a:ext cx="800219" cy="246221"/>
          </a:xfrm>
          <a:prstGeom prst="rect">
            <a:avLst/>
          </a:prstGeom>
          <a:noFill/>
        </p:spPr>
        <p:txBody>
          <a:bodyPr wrap="none" rtlCol="0">
            <a:spAutoFit/>
          </a:bodyPr>
          <a:lstStyle/>
          <a:p>
            <a:pPr algn="ctr"/>
            <a:r>
              <a:rPr lang="en-US" sz="1000"/>
              <a:t>Megaphone</a:t>
            </a:r>
          </a:p>
        </p:txBody>
      </p:sp>
      <p:sp>
        <p:nvSpPr>
          <p:cNvPr id="51" name="TextBox 50">
            <a:extLst>
              <a:ext uri="{FF2B5EF4-FFF2-40B4-BE49-F238E27FC236}">
                <a16:creationId xmlns:a16="http://schemas.microsoft.com/office/drawing/2014/main" id="{5E127E53-DB7D-DC81-6466-A3FB599BA91B}"/>
              </a:ext>
            </a:extLst>
          </p:cNvPr>
          <p:cNvSpPr txBox="1"/>
          <p:nvPr/>
        </p:nvSpPr>
        <p:spPr>
          <a:xfrm>
            <a:off x="5199167" y="4499482"/>
            <a:ext cx="920445" cy="246221"/>
          </a:xfrm>
          <a:prstGeom prst="rect">
            <a:avLst/>
          </a:prstGeom>
          <a:noFill/>
        </p:spPr>
        <p:txBody>
          <a:bodyPr wrap="none" rtlCol="0">
            <a:spAutoFit/>
          </a:bodyPr>
          <a:lstStyle/>
          <a:p>
            <a:pPr algn="ctr"/>
            <a:r>
              <a:rPr lang="en-US" sz="1000"/>
              <a:t>Speech bubbe</a:t>
            </a:r>
          </a:p>
        </p:txBody>
      </p:sp>
      <p:sp>
        <p:nvSpPr>
          <p:cNvPr id="52" name="TextBox 51">
            <a:extLst>
              <a:ext uri="{FF2B5EF4-FFF2-40B4-BE49-F238E27FC236}">
                <a16:creationId xmlns:a16="http://schemas.microsoft.com/office/drawing/2014/main" id="{596CAE7A-6A68-48DD-5F1D-E47EAABFE041}"/>
              </a:ext>
            </a:extLst>
          </p:cNvPr>
          <p:cNvSpPr txBox="1"/>
          <p:nvPr/>
        </p:nvSpPr>
        <p:spPr>
          <a:xfrm>
            <a:off x="9152164" y="4499482"/>
            <a:ext cx="460382" cy="246221"/>
          </a:xfrm>
          <a:prstGeom prst="rect">
            <a:avLst/>
          </a:prstGeom>
          <a:noFill/>
        </p:spPr>
        <p:txBody>
          <a:bodyPr wrap="none" rtlCol="0">
            <a:spAutoFit/>
          </a:bodyPr>
          <a:lstStyle/>
          <a:p>
            <a:pPr algn="ctr"/>
            <a:r>
              <a:rPr lang="en-US" sz="1000"/>
              <a:t>Clock</a:t>
            </a:r>
          </a:p>
        </p:txBody>
      </p:sp>
      <p:sp>
        <p:nvSpPr>
          <p:cNvPr id="53" name="TextBox 52">
            <a:extLst>
              <a:ext uri="{FF2B5EF4-FFF2-40B4-BE49-F238E27FC236}">
                <a16:creationId xmlns:a16="http://schemas.microsoft.com/office/drawing/2014/main" id="{BADCB6D3-C73D-AAF4-3CEE-4AF210C126E1}"/>
              </a:ext>
            </a:extLst>
          </p:cNvPr>
          <p:cNvSpPr txBox="1"/>
          <p:nvPr/>
        </p:nvSpPr>
        <p:spPr>
          <a:xfrm>
            <a:off x="520441" y="5425016"/>
            <a:ext cx="968534" cy="246221"/>
          </a:xfrm>
          <a:prstGeom prst="rect">
            <a:avLst/>
          </a:prstGeom>
          <a:noFill/>
        </p:spPr>
        <p:txBody>
          <a:bodyPr wrap="none" rtlCol="0">
            <a:spAutoFit/>
          </a:bodyPr>
          <a:lstStyle/>
          <a:p>
            <a:pPr algn="ctr"/>
            <a:r>
              <a:rPr lang="en-US" sz="1000"/>
              <a:t>Reverse arrows</a:t>
            </a:r>
          </a:p>
        </p:txBody>
      </p:sp>
      <p:sp>
        <p:nvSpPr>
          <p:cNvPr id="54" name="TextBox 53">
            <a:extLst>
              <a:ext uri="{FF2B5EF4-FFF2-40B4-BE49-F238E27FC236}">
                <a16:creationId xmlns:a16="http://schemas.microsoft.com/office/drawing/2014/main" id="{FEF0480A-1EF7-4BB0-E068-C86E9BF1288E}"/>
              </a:ext>
            </a:extLst>
          </p:cNvPr>
          <p:cNvSpPr txBox="1"/>
          <p:nvPr/>
        </p:nvSpPr>
        <p:spPr>
          <a:xfrm>
            <a:off x="2636402" y="5425016"/>
            <a:ext cx="466794" cy="246221"/>
          </a:xfrm>
          <a:prstGeom prst="rect">
            <a:avLst/>
          </a:prstGeom>
          <a:noFill/>
        </p:spPr>
        <p:txBody>
          <a:bodyPr wrap="none" rtlCol="0">
            <a:spAutoFit/>
          </a:bodyPr>
          <a:lstStyle/>
          <a:p>
            <a:pPr algn="ctr"/>
            <a:r>
              <a:rPr lang="en-US" sz="1000"/>
              <a:t>Equal</a:t>
            </a:r>
          </a:p>
        </p:txBody>
      </p:sp>
      <p:sp>
        <p:nvSpPr>
          <p:cNvPr id="55" name="TextBox 54">
            <a:extLst>
              <a:ext uri="{FF2B5EF4-FFF2-40B4-BE49-F238E27FC236}">
                <a16:creationId xmlns:a16="http://schemas.microsoft.com/office/drawing/2014/main" id="{96E697EC-6D6C-D6FF-4885-0B083804B2FE}"/>
              </a:ext>
            </a:extLst>
          </p:cNvPr>
          <p:cNvSpPr txBox="1"/>
          <p:nvPr/>
        </p:nvSpPr>
        <p:spPr>
          <a:xfrm>
            <a:off x="3467937" y="5425016"/>
            <a:ext cx="646331" cy="246221"/>
          </a:xfrm>
          <a:prstGeom prst="rect">
            <a:avLst/>
          </a:prstGeom>
          <a:noFill/>
        </p:spPr>
        <p:txBody>
          <a:bodyPr wrap="none" rtlCol="0">
            <a:spAutoFit/>
          </a:bodyPr>
          <a:lstStyle/>
          <a:p>
            <a:pPr algn="ctr"/>
            <a:r>
              <a:rPr lang="en-US" sz="1000"/>
              <a:t>X symbol</a:t>
            </a:r>
          </a:p>
        </p:txBody>
      </p:sp>
      <p:sp>
        <p:nvSpPr>
          <p:cNvPr id="56" name="TextBox 55">
            <a:extLst>
              <a:ext uri="{FF2B5EF4-FFF2-40B4-BE49-F238E27FC236}">
                <a16:creationId xmlns:a16="http://schemas.microsoft.com/office/drawing/2014/main" id="{12541F86-EB61-E578-D270-51D256A54E5F}"/>
              </a:ext>
            </a:extLst>
          </p:cNvPr>
          <p:cNvSpPr txBox="1"/>
          <p:nvPr/>
        </p:nvSpPr>
        <p:spPr>
          <a:xfrm>
            <a:off x="4328868" y="5425016"/>
            <a:ext cx="793807" cy="246221"/>
          </a:xfrm>
          <a:prstGeom prst="rect">
            <a:avLst/>
          </a:prstGeom>
          <a:noFill/>
        </p:spPr>
        <p:txBody>
          <a:bodyPr wrap="none" rtlCol="0">
            <a:spAutoFit/>
          </a:bodyPr>
          <a:lstStyle/>
          <a:p>
            <a:pPr algn="ctr"/>
            <a:r>
              <a:rPr lang="en-US" sz="1000"/>
              <a:t>Quote mark</a:t>
            </a:r>
          </a:p>
        </p:txBody>
      </p:sp>
      <p:sp>
        <p:nvSpPr>
          <p:cNvPr id="57" name="TextBox 56">
            <a:extLst>
              <a:ext uri="{FF2B5EF4-FFF2-40B4-BE49-F238E27FC236}">
                <a16:creationId xmlns:a16="http://schemas.microsoft.com/office/drawing/2014/main" id="{783B47BE-D289-454D-944A-09B6A94F8B86}"/>
              </a:ext>
            </a:extLst>
          </p:cNvPr>
          <p:cNvSpPr txBox="1"/>
          <p:nvPr/>
        </p:nvSpPr>
        <p:spPr>
          <a:xfrm>
            <a:off x="5415573" y="5425016"/>
            <a:ext cx="487633" cy="246221"/>
          </a:xfrm>
          <a:prstGeom prst="rect">
            <a:avLst/>
          </a:prstGeom>
          <a:noFill/>
        </p:spPr>
        <p:txBody>
          <a:bodyPr wrap="none" rtlCol="0">
            <a:spAutoFit/>
          </a:bodyPr>
          <a:lstStyle/>
          <a:p>
            <a:pPr algn="ctr"/>
            <a:r>
              <a:rPr lang="en-US" sz="1000"/>
              <a:t>Check</a:t>
            </a:r>
          </a:p>
        </p:txBody>
      </p:sp>
      <p:sp>
        <p:nvSpPr>
          <p:cNvPr id="58" name="TextBox 57">
            <a:extLst>
              <a:ext uri="{FF2B5EF4-FFF2-40B4-BE49-F238E27FC236}">
                <a16:creationId xmlns:a16="http://schemas.microsoft.com/office/drawing/2014/main" id="{B130B705-9FD7-7273-B8AE-5601B4E4812D}"/>
              </a:ext>
            </a:extLst>
          </p:cNvPr>
          <p:cNvSpPr txBox="1"/>
          <p:nvPr/>
        </p:nvSpPr>
        <p:spPr>
          <a:xfrm>
            <a:off x="6324314" y="5425016"/>
            <a:ext cx="511679" cy="246221"/>
          </a:xfrm>
          <a:prstGeom prst="rect">
            <a:avLst/>
          </a:prstGeom>
          <a:noFill/>
        </p:spPr>
        <p:txBody>
          <a:bodyPr wrap="none" rtlCol="0">
            <a:spAutoFit/>
          </a:bodyPr>
          <a:lstStyle/>
          <a:p>
            <a:pPr algn="ctr"/>
            <a:r>
              <a:rPr lang="en-US" sz="1000"/>
              <a:t>Versus</a:t>
            </a:r>
          </a:p>
        </p:txBody>
      </p:sp>
      <p:sp>
        <p:nvSpPr>
          <p:cNvPr id="59" name="TextBox 58">
            <a:extLst>
              <a:ext uri="{FF2B5EF4-FFF2-40B4-BE49-F238E27FC236}">
                <a16:creationId xmlns:a16="http://schemas.microsoft.com/office/drawing/2014/main" id="{94F6852F-14C4-46A9-F761-4297BD94D62C}"/>
              </a:ext>
            </a:extLst>
          </p:cNvPr>
          <p:cNvSpPr txBox="1"/>
          <p:nvPr/>
        </p:nvSpPr>
        <p:spPr>
          <a:xfrm>
            <a:off x="10956248" y="1692449"/>
            <a:ext cx="587020" cy="246221"/>
          </a:xfrm>
          <a:prstGeom prst="rect">
            <a:avLst/>
          </a:prstGeom>
          <a:noFill/>
        </p:spPr>
        <p:txBody>
          <a:bodyPr wrap="none" rtlCol="0">
            <a:spAutoFit/>
          </a:bodyPr>
          <a:lstStyle/>
          <a:p>
            <a:pPr algn="ctr"/>
            <a:r>
              <a:rPr lang="en-US" sz="1000"/>
              <a:t>Banking</a:t>
            </a:r>
          </a:p>
        </p:txBody>
      </p:sp>
      <p:sp>
        <p:nvSpPr>
          <p:cNvPr id="60" name="TextBox 59">
            <a:extLst>
              <a:ext uri="{FF2B5EF4-FFF2-40B4-BE49-F238E27FC236}">
                <a16:creationId xmlns:a16="http://schemas.microsoft.com/office/drawing/2014/main" id="{9E8B8E43-6323-D57E-1758-92D2373FDD59}"/>
              </a:ext>
            </a:extLst>
          </p:cNvPr>
          <p:cNvSpPr txBox="1"/>
          <p:nvPr/>
        </p:nvSpPr>
        <p:spPr>
          <a:xfrm>
            <a:off x="7157073" y="5425016"/>
            <a:ext cx="731289" cy="246221"/>
          </a:xfrm>
          <a:prstGeom prst="rect">
            <a:avLst/>
          </a:prstGeom>
          <a:noFill/>
        </p:spPr>
        <p:txBody>
          <a:bodyPr wrap="none" rtlCol="0">
            <a:spAutoFit/>
          </a:bodyPr>
          <a:lstStyle/>
          <a:p>
            <a:pPr algn="ctr"/>
            <a:r>
              <a:rPr lang="en-US" sz="1000"/>
              <a:t>Directional</a:t>
            </a:r>
          </a:p>
        </p:txBody>
      </p:sp>
      <p:sp>
        <p:nvSpPr>
          <p:cNvPr id="61" name="TextBox 60">
            <a:extLst>
              <a:ext uri="{FF2B5EF4-FFF2-40B4-BE49-F238E27FC236}">
                <a16:creationId xmlns:a16="http://schemas.microsoft.com/office/drawing/2014/main" id="{A9DC7841-23ED-0D59-3435-D927EB8FBB98}"/>
              </a:ext>
            </a:extLst>
          </p:cNvPr>
          <p:cNvSpPr txBox="1"/>
          <p:nvPr/>
        </p:nvSpPr>
        <p:spPr>
          <a:xfrm>
            <a:off x="8088717" y="5425016"/>
            <a:ext cx="724877" cy="246221"/>
          </a:xfrm>
          <a:prstGeom prst="rect">
            <a:avLst/>
          </a:prstGeom>
          <a:noFill/>
        </p:spPr>
        <p:txBody>
          <a:bodyPr wrap="none" rtlCol="0">
            <a:spAutoFit/>
          </a:bodyPr>
          <a:lstStyle/>
          <a:p>
            <a:pPr algn="ctr"/>
            <a:r>
              <a:rPr lang="en-US" sz="1000"/>
              <a:t>No symbol</a:t>
            </a:r>
          </a:p>
        </p:txBody>
      </p:sp>
      <p:sp>
        <p:nvSpPr>
          <p:cNvPr id="62" name="TextBox 61">
            <a:extLst>
              <a:ext uri="{FF2B5EF4-FFF2-40B4-BE49-F238E27FC236}">
                <a16:creationId xmlns:a16="http://schemas.microsoft.com/office/drawing/2014/main" id="{85EBD8E2-706B-A599-EDF2-E33A514D36BD}"/>
              </a:ext>
            </a:extLst>
          </p:cNvPr>
          <p:cNvSpPr txBox="1"/>
          <p:nvPr/>
        </p:nvSpPr>
        <p:spPr>
          <a:xfrm>
            <a:off x="9005489" y="5425016"/>
            <a:ext cx="753732" cy="246221"/>
          </a:xfrm>
          <a:prstGeom prst="rect">
            <a:avLst/>
          </a:prstGeom>
          <a:noFill/>
        </p:spPr>
        <p:txBody>
          <a:bodyPr wrap="none" rtlCol="0">
            <a:spAutoFit/>
          </a:bodyPr>
          <a:lstStyle/>
          <a:p>
            <a:pPr algn="ctr"/>
            <a:r>
              <a:rPr lang="en-US" sz="1000"/>
              <a:t>Yes symbol</a:t>
            </a:r>
          </a:p>
        </p:txBody>
      </p:sp>
      <p:sp>
        <p:nvSpPr>
          <p:cNvPr id="63" name="TextBox 62">
            <a:extLst>
              <a:ext uri="{FF2B5EF4-FFF2-40B4-BE49-F238E27FC236}">
                <a16:creationId xmlns:a16="http://schemas.microsoft.com/office/drawing/2014/main" id="{75022686-1E56-AD02-7818-F68239422411}"/>
              </a:ext>
            </a:extLst>
          </p:cNvPr>
          <p:cNvSpPr txBox="1"/>
          <p:nvPr/>
        </p:nvSpPr>
        <p:spPr>
          <a:xfrm>
            <a:off x="10085947" y="5425016"/>
            <a:ext cx="473206" cy="246221"/>
          </a:xfrm>
          <a:prstGeom prst="rect">
            <a:avLst/>
          </a:prstGeom>
          <a:noFill/>
        </p:spPr>
        <p:txBody>
          <a:bodyPr wrap="none" rtlCol="0">
            <a:spAutoFit/>
          </a:bodyPr>
          <a:lstStyle/>
          <a:p>
            <a:pPr algn="ctr"/>
            <a:r>
              <a:rPr lang="en-US" sz="1000"/>
              <a:t>Churn</a:t>
            </a:r>
          </a:p>
        </p:txBody>
      </p:sp>
      <p:sp>
        <p:nvSpPr>
          <p:cNvPr id="64" name="TextBox 63">
            <a:extLst>
              <a:ext uri="{FF2B5EF4-FFF2-40B4-BE49-F238E27FC236}">
                <a16:creationId xmlns:a16="http://schemas.microsoft.com/office/drawing/2014/main" id="{0A9F782C-CECA-3CBE-5DE7-A28FEF8647C3}"/>
              </a:ext>
            </a:extLst>
          </p:cNvPr>
          <p:cNvSpPr txBox="1"/>
          <p:nvPr/>
        </p:nvSpPr>
        <p:spPr>
          <a:xfrm>
            <a:off x="10788734" y="5425016"/>
            <a:ext cx="922047" cy="246221"/>
          </a:xfrm>
          <a:prstGeom prst="rect">
            <a:avLst/>
          </a:prstGeom>
          <a:noFill/>
        </p:spPr>
        <p:txBody>
          <a:bodyPr wrap="none" rtlCol="0">
            <a:spAutoFit/>
          </a:bodyPr>
          <a:lstStyle/>
          <a:p>
            <a:pPr algn="ctr"/>
            <a:r>
              <a:rPr lang="en-US" sz="1000"/>
              <a:t>Question mark</a:t>
            </a:r>
          </a:p>
        </p:txBody>
      </p:sp>
    </p:spTree>
    <p:extLst>
      <p:ext uri="{BB962C8B-B14F-4D97-AF65-F5344CB8AC3E}">
        <p14:creationId xmlns:p14="http://schemas.microsoft.com/office/powerpoint/2010/main" val="112983059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14120-99A3-0463-4266-473D84309593}"/>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63E02BC9-88F5-4FC0-F706-9F60D25C2F4E}"/>
              </a:ext>
            </a:extLst>
          </p:cNvPr>
          <p:cNvGrpSpPr/>
          <p:nvPr/>
        </p:nvGrpSpPr>
        <p:grpSpPr>
          <a:xfrm>
            <a:off x="978269" y="1683052"/>
            <a:ext cx="2839560" cy="295466"/>
            <a:chOff x="939180" y="1165070"/>
            <a:chExt cx="2839560" cy="295466"/>
          </a:xfrm>
        </p:grpSpPr>
        <p:sp>
          <p:nvSpPr>
            <p:cNvPr id="23" name="Text Placeholder 1">
              <a:extLst>
                <a:ext uri="{FF2B5EF4-FFF2-40B4-BE49-F238E27FC236}">
                  <a16:creationId xmlns:a16="http://schemas.microsoft.com/office/drawing/2014/main" id="{B06E45F2-735E-60DA-BFAA-1DC8944DF018}"/>
                </a:ext>
              </a:extLst>
            </p:cNvPr>
            <p:cNvSpPr txBox="1">
              <a:spLocks/>
            </p:cNvSpPr>
            <p:nvPr/>
          </p:nvSpPr>
          <p:spPr>
            <a:xfrm>
              <a:off x="939180" y="1165070"/>
              <a:ext cx="2839560"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 ENTER TEXT HERE</a:t>
              </a:r>
            </a:p>
          </p:txBody>
        </p:sp>
        <p:sp>
          <p:nvSpPr>
            <p:cNvPr id="24" name="Rectangle 23">
              <a:extLst>
                <a:ext uri="{FF2B5EF4-FFF2-40B4-BE49-F238E27FC236}">
                  <a16:creationId xmlns:a16="http://schemas.microsoft.com/office/drawing/2014/main" id="{1E41AB09-4746-A4FF-A227-EAE37453C91C}"/>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D1CAD49A-6481-325B-9E8C-B356BD19CB54}"/>
                </a:ext>
              </a:extLst>
            </p:cNvPr>
            <p:cNvPicPr>
              <a:picLocks noChangeAspect="1"/>
            </p:cNvPicPr>
            <p:nvPr/>
          </p:nvPicPr>
          <p:blipFill>
            <a:blip r:embed="rId2"/>
            <a:srcRect/>
            <a:stretch/>
          </p:blipFill>
          <p:spPr>
            <a:xfrm>
              <a:off x="988990" y="1205668"/>
              <a:ext cx="214269" cy="214269"/>
            </a:xfrm>
            <a:prstGeom prst="rect">
              <a:avLst/>
            </a:prstGeom>
          </p:spPr>
        </p:pic>
      </p:grpSp>
      <p:grpSp>
        <p:nvGrpSpPr>
          <p:cNvPr id="26" name="Group 25">
            <a:extLst>
              <a:ext uri="{FF2B5EF4-FFF2-40B4-BE49-F238E27FC236}">
                <a16:creationId xmlns:a16="http://schemas.microsoft.com/office/drawing/2014/main" id="{42581BCF-96CE-770A-36E6-F72DC90FD7E4}"/>
              </a:ext>
            </a:extLst>
          </p:cNvPr>
          <p:cNvGrpSpPr/>
          <p:nvPr/>
        </p:nvGrpSpPr>
        <p:grpSpPr>
          <a:xfrm>
            <a:off x="978269" y="2237362"/>
            <a:ext cx="2839560" cy="295466"/>
            <a:chOff x="939180" y="1165070"/>
            <a:chExt cx="2839560" cy="295466"/>
          </a:xfrm>
        </p:grpSpPr>
        <p:sp>
          <p:nvSpPr>
            <p:cNvPr id="27" name="Text Placeholder 1">
              <a:extLst>
                <a:ext uri="{FF2B5EF4-FFF2-40B4-BE49-F238E27FC236}">
                  <a16:creationId xmlns:a16="http://schemas.microsoft.com/office/drawing/2014/main" id="{D510E556-7724-FFE7-57A1-EA46D725DA93}"/>
                </a:ext>
              </a:extLst>
            </p:cNvPr>
            <p:cNvSpPr txBox="1">
              <a:spLocks/>
            </p:cNvSpPr>
            <p:nvPr/>
          </p:nvSpPr>
          <p:spPr>
            <a:xfrm>
              <a:off x="939180" y="1165070"/>
              <a:ext cx="2839560"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2: ENTER TEXT HERE</a:t>
              </a:r>
            </a:p>
          </p:txBody>
        </p:sp>
        <p:sp>
          <p:nvSpPr>
            <p:cNvPr id="28" name="Rectangle 27">
              <a:extLst>
                <a:ext uri="{FF2B5EF4-FFF2-40B4-BE49-F238E27FC236}">
                  <a16:creationId xmlns:a16="http://schemas.microsoft.com/office/drawing/2014/main" id="{64B9C7C0-AC32-F5E9-9B8E-904AA8270044}"/>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1ECE2342-40FF-EB27-0540-0081694367F5}"/>
                </a:ext>
              </a:extLst>
            </p:cNvPr>
            <p:cNvPicPr>
              <a:picLocks noChangeAspect="1"/>
            </p:cNvPicPr>
            <p:nvPr/>
          </p:nvPicPr>
          <p:blipFill>
            <a:blip r:embed="rId3"/>
            <a:srcRect/>
            <a:stretch/>
          </p:blipFill>
          <p:spPr>
            <a:xfrm>
              <a:off x="988990" y="1205668"/>
              <a:ext cx="214269" cy="214269"/>
            </a:xfrm>
            <a:prstGeom prst="rect">
              <a:avLst/>
            </a:prstGeom>
          </p:spPr>
        </p:pic>
      </p:grpSp>
      <p:grpSp>
        <p:nvGrpSpPr>
          <p:cNvPr id="30" name="Group 29">
            <a:extLst>
              <a:ext uri="{FF2B5EF4-FFF2-40B4-BE49-F238E27FC236}">
                <a16:creationId xmlns:a16="http://schemas.microsoft.com/office/drawing/2014/main" id="{609CE406-AA67-96B8-C25A-1571B32D925E}"/>
              </a:ext>
            </a:extLst>
          </p:cNvPr>
          <p:cNvGrpSpPr/>
          <p:nvPr/>
        </p:nvGrpSpPr>
        <p:grpSpPr>
          <a:xfrm>
            <a:off x="978269" y="2791672"/>
            <a:ext cx="2839560" cy="295466"/>
            <a:chOff x="939180" y="1165070"/>
            <a:chExt cx="2839560" cy="295466"/>
          </a:xfrm>
        </p:grpSpPr>
        <p:sp>
          <p:nvSpPr>
            <p:cNvPr id="31" name="Text Placeholder 1">
              <a:extLst>
                <a:ext uri="{FF2B5EF4-FFF2-40B4-BE49-F238E27FC236}">
                  <a16:creationId xmlns:a16="http://schemas.microsoft.com/office/drawing/2014/main" id="{1A0D19DD-8CF7-D4EB-E446-38FBC81A3821}"/>
                </a:ext>
              </a:extLst>
            </p:cNvPr>
            <p:cNvSpPr txBox="1">
              <a:spLocks/>
            </p:cNvSpPr>
            <p:nvPr/>
          </p:nvSpPr>
          <p:spPr>
            <a:xfrm>
              <a:off x="939180" y="1165070"/>
              <a:ext cx="2839560"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3: ENTER TEXT HERE</a:t>
              </a:r>
            </a:p>
          </p:txBody>
        </p:sp>
        <p:sp>
          <p:nvSpPr>
            <p:cNvPr id="32" name="Rectangle 31">
              <a:extLst>
                <a:ext uri="{FF2B5EF4-FFF2-40B4-BE49-F238E27FC236}">
                  <a16:creationId xmlns:a16="http://schemas.microsoft.com/office/drawing/2014/main" id="{AA86BA4D-A7D3-B1F7-6D57-B2220F847294}"/>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2B5FE90B-D992-3350-782A-FA30DFB8FCFA}"/>
                </a:ext>
              </a:extLst>
            </p:cNvPr>
            <p:cNvPicPr>
              <a:picLocks noChangeAspect="1"/>
            </p:cNvPicPr>
            <p:nvPr/>
          </p:nvPicPr>
          <p:blipFill>
            <a:blip r:embed="rId4"/>
            <a:srcRect/>
            <a:stretch/>
          </p:blipFill>
          <p:spPr>
            <a:xfrm>
              <a:off x="988990" y="1205668"/>
              <a:ext cx="214269" cy="214269"/>
            </a:xfrm>
            <a:prstGeom prst="rect">
              <a:avLst/>
            </a:prstGeom>
          </p:spPr>
        </p:pic>
      </p:grpSp>
      <p:grpSp>
        <p:nvGrpSpPr>
          <p:cNvPr id="34" name="Group 33">
            <a:extLst>
              <a:ext uri="{FF2B5EF4-FFF2-40B4-BE49-F238E27FC236}">
                <a16:creationId xmlns:a16="http://schemas.microsoft.com/office/drawing/2014/main" id="{3869059E-0D6E-0F01-0A3E-DC9FDD168459}"/>
              </a:ext>
            </a:extLst>
          </p:cNvPr>
          <p:cNvGrpSpPr/>
          <p:nvPr/>
        </p:nvGrpSpPr>
        <p:grpSpPr>
          <a:xfrm>
            <a:off x="978269" y="3345982"/>
            <a:ext cx="2839560" cy="295466"/>
            <a:chOff x="939180" y="1165070"/>
            <a:chExt cx="2839560" cy="295466"/>
          </a:xfrm>
        </p:grpSpPr>
        <p:sp>
          <p:nvSpPr>
            <p:cNvPr id="35" name="Text Placeholder 1">
              <a:extLst>
                <a:ext uri="{FF2B5EF4-FFF2-40B4-BE49-F238E27FC236}">
                  <a16:creationId xmlns:a16="http://schemas.microsoft.com/office/drawing/2014/main" id="{842DD8FA-70F9-F7E6-5715-526A5B1C6565}"/>
                </a:ext>
              </a:extLst>
            </p:cNvPr>
            <p:cNvSpPr txBox="1">
              <a:spLocks/>
            </p:cNvSpPr>
            <p:nvPr/>
          </p:nvSpPr>
          <p:spPr>
            <a:xfrm>
              <a:off x="939180" y="1165070"/>
              <a:ext cx="2839560"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4: ENTER TEXT HERE</a:t>
              </a:r>
            </a:p>
          </p:txBody>
        </p:sp>
        <p:sp>
          <p:nvSpPr>
            <p:cNvPr id="36" name="Rectangle 35">
              <a:extLst>
                <a:ext uri="{FF2B5EF4-FFF2-40B4-BE49-F238E27FC236}">
                  <a16:creationId xmlns:a16="http://schemas.microsoft.com/office/drawing/2014/main" id="{8D7AD7DF-B721-A71C-FF83-567CBFBBAD07}"/>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5CEFD104-7BA3-10C8-EAC0-8D4CB1DC10FE}"/>
                </a:ext>
              </a:extLst>
            </p:cNvPr>
            <p:cNvPicPr>
              <a:picLocks noChangeAspect="1"/>
            </p:cNvPicPr>
            <p:nvPr/>
          </p:nvPicPr>
          <p:blipFill>
            <a:blip r:embed="rId5"/>
            <a:srcRect/>
            <a:stretch/>
          </p:blipFill>
          <p:spPr>
            <a:xfrm>
              <a:off x="988990" y="1205668"/>
              <a:ext cx="214269" cy="214269"/>
            </a:xfrm>
            <a:prstGeom prst="rect">
              <a:avLst/>
            </a:prstGeom>
          </p:spPr>
        </p:pic>
      </p:grpSp>
      <p:grpSp>
        <p:nvGrpSpPr>
          <p:cNvPr id="38" name="Group 37">
            <a:extLst>
              <a:ext uri="{FF2B5EF4-FFF2-40B4-BE49-F238E27FC236}">
                <a16:creationId xmlns:a16="http://schemas.microsoft.com/office/drawing/2014/main" id="{01A415E7-6E10-50FD-EF6B-B5DC84063541}"/>
              </a:ext>
            </a:extLst>
          </p:cNvPr>
          <p:cNvGrpSpPr/>
          <p:nvPr/>
        </p:nvGrpSpPr>
        <p:grpSpPr>
          <a:xfrm>
            <a:off x="978269" y="3900292"/>
            <a:ext cx="2839560" cy="295466"/>
            <a:chOff x="939180" y="1165070"/>
            <a:chExt cx="2839560" cy="295466"/>
          </a:xfrm>
        </p:grpSpPr>
        <p:sp>
          <p:nvSpPr>
            <p:cNvPr id="39" name="Text Placeholder 1">
              <a:extLst>
                <a:ext uri="{FF2B5EF4-FFF2-40B4-BE49-F238E27FC236}">
                  <a16:creationId xmlns:a16="http://schemas.microsoft.com/office/drawing/2014/main" id="{F926F11F-EFD3-EF01-E586-D4ED635D364C}"/>
                </a:ext>
              </a:extLst>
            </p:cNvPr>
            <p:cNvSpPr txBox="1">
              <a:spLocks/>
            </p:cNvSpPr>
            <p:nvPr/>
          </p:nvSpPr>
          <p:spPr>
            <a:xfrm>
              <a:off x="939180" y="1165070"/>
              <a:ext cx="2839560"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5: ENTER TEXT HERE</a:t>
              </a:r>
            </a:p>
          </p:txBody>
        </p:sp>
        <p:sp>
          <p:nvSpPr>
            <p:cNvPr id="40" name="Rectangle 39">
              <a:extLst>
                <a:ext uri="{FF2B5EF4-FFF2-40B4-BE49-F238E27FC236}">
                  <a16:creationId xmlns:a16="http://schemas.microsoft.com/office/drawing/2014/main" id="{B3A14BF8-17C7-8063-30B7-B4F48AF00EA0}"/>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a:extLst>
                <a:ext uri="{FF2B5EF4-FFF2-40B4-BE49-F238E27FC236}">
                  <a16:creationId xmlns:a16="http://schemas.microsoft.com/office/drawing/2014/main" id="{7D354EA0-A477-E1A3-1F44-68E154DD6CD1}"/>
                </a:ext>
              </a:extLst>
            </p:cNvPr>
            <p:cNvPicPr>
              <a:picLocks noChangeAspect="1"/>
            </p:cNvPicPr>
            <p:nvPr/>
          </p:nvPicPr>
          <p:blipFill>
            <a:blip r:embed="rId6"/>
            <a:srcRect/>
            <a:stretch/>
          </p:blipFill>
          <p:spPr>
            <a:xfrm>
              <a:off x="988990" y="1205668"/>
              <a:ext cx="214269" cy="214269"/>
            </a:xfrm>
            <a:prstGeom prst="rect">
              <a:avLst/>
            </a:prstGeom>
          </p:spPr>
        </p:pic>
      </p:grpSp>
      <p:grpSp>
        <p:nvGrpSpPr>
          <p:cNvPr id="42" name="Group 41">
            <a:extLst>
              <a:ext uri="{FF2B5EF4-FFF2-40B4-BE49-F238E27FC236}">
                <a16:creationId xmlns:a16="http://schemas.microsoft.com/office/drawing/2014/main" id="{88CB4B57-4E37-D233-DEB4-AA773EB46623}"/>
              </a:ext>
            </a:extLst>
          </p:cNvPr>
          <p:cNvGrpSpPr/>
          <p:nvPr/>
        </p:nvGrpSpPr>
        <p:grpSpPr>
          <a:xfrm>
            <a:off x="978269" y="4454602"/>
            <a:ext cx="2839560" cy="295466"/>
            <a:chOff x="939180" y="1165070"/>
            <a:chExt cx="2839560" cy="295466"/>
          </a:xfrm>
        </p:grpSpPr>
        <p:sp>
          <p:nvSpPr>
            <p:cNvPr id="43" name="Text Placeholder 1">
              <a:extLst>
                <a:ext uri="{FF2B5EF4-FFF2-40B4-BE49-F238E27FC236}">
                  <a16:creationId xmlns:a16="http://schemas.microsoft.com/office/drawing/2014/main" id="{DC126B19-B560-8616-BC12-82DB6E97969E}"/>
                </a:ext>
              </a:extLst>
            </p:cNvPr>
            <p:cNvSpPr txBox="1">
              <a:spLocks/>
            </p:cNvSpPr>
            <p:nvPr/>
          </p:nvSpPr>
          <p:spPr>
            <a:xfrm>
              <a:off x="939180" y="1165070"/>
              <a:ext cx="2839560"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6: ENTER TEXT HERE</a:t>
              </a:r>
            </a:p>
          </p:txBody>
        </p:sp>
        <p:sp>
          <p:nvSpPr>
            <p:cNvPr id="44" name="Rectangle 43">
              <a:extLst>
                <a:ext uri="{FF2B5EF4-FFF2-40B4-BE49-F238E27FC236}">
                  <a16:creationId xmlns:a16="http://schemas.microsoft.com/office/drawing/2014/main" id="{D6698C82-343E-BC03-047F-EB5989158DB9}"/>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CA448E7D-5246-E84D-911F-8F959D7F2B93}"/>
                </a:ext>
              </a:extLst>
            </p:cNvPr>
            <p:cNvPicPr>
              <a:picLocks noChangeAspect="1"/>
            </p:cNvPicPr>
            <p:nvPr/>
          </p:nvPicPr>
          <p:blipFill>
            <a:blip r:embed="rId7"/>
            <a:srcRect/>
            <a:stretch/>
          </p:blipFill>
          <p:spPr>
            <a:xfrm>
              <a:off x="988990" y="1205668"/>
              <a:ext cx="214269" cy="214269"/>
            </a:xfrm>
            <a:prstGeom prst="rect">
              <a:avLst/>
            </a:prstGeom>
          </p:spPr>
        </p:pic>
      </p:grpSp>
      <p:grpSp>
        <p:nvGrpSpPr>
          <p:cNvPr id="46" name="Group 45">
            <a:extLst>
              <a:ext uri="{FF2B5EF4-FFF2-40B4-BE49-F238E27FC236}">
                <a16:creationId xmlns:a16="http://schemas.microsoft.com/office/drawing/2014/main" id="{F99DEAC2-04FF-D64A-D361-2F96C15503A3}"/>
              </a:ext>
            </a:extLst>
          </p:cNvPr>
          <p:cNvGrpSpPr/>
          <p:nvPr/>
        </p:nvGrpSpPr>
        <p:grpSpPr>
          <a:xfrm>
            <a:off x="4640594" y="1683052"/>
            <a:ext cx="2839560" cy="295466"/>
            <a:chOff x="939180" y="1165070"/>
            <a:chExt cx="2839560" cy="295466"/>
          </a:xfrm>
        </p:grpSpPr>
        <p:sp>
          <p:nvSpPr>
            <p:cNvPr id="47" name="Text Placeholder 1">
              <a:extLst>
                <a:ext uri="{FF2B5EF4-FFF2-40B4-BE49-F238E27FC236}">
                  <a16:creationId xmlns:a16="http://schemas.microsoft.com/office/drawing/2014/main" id="{56F68351-5AC9-094C-10A7-9F3396B6D8D8}"/>
                </a:ext>
              </a:extLst>
            </p:cNvPr>
            <p:cNvSpPr txBox="1">
              <a:spLocks/>
            </p:cNvSpPr>
            <p:nvPr/>
          </p:nvSpPr>
          <p:spPr>
            <a:xfrm>
              <a:off x="939180" y="1165070"/>
              <a:ext cx="2839560"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7: ENTER TEXT HERE</a:t>
              </a:r>
            </a:p>
          </p:txBody>
        </p:sp>
        <p:sp>
          <p:nvSpPr>
            <p:cNvPr id="48" name="Rectangle 47">
              <a:extLst>
                <a:ext uri="{FF2B5EF4-FFF2-40B4-BE49-F238E27FC236}">
                  <a16:creationId xmlns:a16="http://schemas.microsoft.com/office/drawing/2014/main" id="{A3D2B40A-213B-8162-F0EB-355DED43E725}"/>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a:extLst>
                <a:ext uri="{FF2B5EF4-FFF2-40B4-BE49-F238E27FC236}">
                  <a16:creationId xmlns:a16="http://schemas.microsoft.com/office/drawing/2014/main" id="{4F54AE08-AC44-810A-D7D3-21709442E77B}"/>
                </a:ext>
              </a:extLst>
            </p:cNvPr>
            <p:cNvPicPr>
              <a:picLocks noChangeAspect="1"/>
            </p:cNvPicPr>
            <p:nvPr/>
          </p:nvPicPr>
          <p:blipFill>
            <a:blip r:embed="rId8"/>
            <a:srcRect/>
            <a:stretch/>
          </p:blipFill>
          <p:spPr>
            <a:xfrm>
              <a:off x="988990" y="1205668"/>
              <a:ext cx="214269" cy="214269"/>
            </a:xfrm>
            <a:prstGeom prst="rect">
              <a:avLst/>
            </a:prstGeom>
          </p:spPr>
        </p:pic>
      </p:grpSp>
      <p:grpSp>
        <p:nvGrpSpPr>
          <p:cNvPr id="50" name="Group 49">
            <a:extLst>
              <a:ext uri="{FF2B5EF4-FFF2-40B4-BE49-F238E27FC236}">
                <a16:creationId xmlns:a16="http://schemas.microsoft.com/office/drawing/2014/main" id="{39EF504E-5090-8934-B00E-7080A004CB32}"/>
              </a:ext>
            </a:extLst>
          </p:cNvPr>
          <p:cNvGrpSpPr/>
          <p:nvPr/>
        </p:nvGrpSpPr>
        <p:grpSpPr>
          <a:xfrm>
            <a:off x="4640594" y="2238457"/>
            <a:ext cx="2839560" cy="295466"/>
            <a:chOff x="939180" y="1165070"/>
            <a:chExt cx="2839560" cy="295466"/>
          </a:xfrm>
        </p:grpSpPr>
        <p:sp>
          <p:nvSpPr>
            <p:cNvPr id="51" name="Text Placeholder 1">
              <a:extLst>
                <a:ext uri="{FF2B5EF4-FFF2-40B4-BE49-F238E27FC236}">
                  <a16:creationId xmlns:a16="http://schemas.microsoft.com/office/drawing/2014/main" id="{CE1A02DD-E3D8-6C39-7943-98065C0F9D1C}"/>
                </a:ext>
              </a:extLst>
            </p:cNvPr>
            <p:cNvSpPr txBox="1">
              <a:spLocks/>
            </p:cNvSpPr>
            <p:nvPr/>
          </p:nvSpPr>
          <p:spPr>
            <a:xfrm>
              <a:off x="939180" y="1165070"/>
              <a:ext cx="2839560"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8: ENTER TEXT HERE</a:t>
              </a:r>
            </a:p>
          </p:txBody>
        </p:sp>
        <p:sp>
          <p:nvSpPr>
            <p:cNvPr id="52" name="Rectangle 51">
              <a:extLst>
                <a:ext uri="{FF2B5EF4-FFF2-40B4-BE49-F238E27FC236}">
                  <a16:creationId xmlns:a16="http://schemas.microsoft.com/office/drawing/2014/main" id="{1FE946F4-EB7E-1D74-817E-ECF5B98955F9}"/>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97AC798C-90BA-9790-C374-FFE4CF953650}"/>
                </a:ext>
              </a:extLst>
            </p:cNvPr>
            <p:cNvPicPr>
              <a:picLocks noChangeAspect="1"/>
            </p:cNvPicPr>
            <p:nvPr/>
          </p:nvPicPr>
          <p:blipFill>
            <a:blip r:embed="rId9"/>
            <a:srcRect/>
            <a:stretch/>
          </p:blipFill>
          <p:spPr>
            <a:xfrm>
              <a:off x="988990" y="1205668"/>
              <a:ext cx="214269" cy="214269"/>
            </a:xfrm>
            <a:prstGeom prst="rect">
              <a:avLst/>
            </a:prstGeom>
          </p:spPr>
        </p:pic>
      </p:grpSp>
      <p:grpSp>
        <p:nvGrpSpPr>
          <p:cNvPr id="54" name="Group 53">
            <a:extLst>
              <a:ext uri="{FF2B5EF4-FFF2-40B4-BE49-F238E27FC236}">
                <a16:creationId xmlns:a16="http://schemas.microsoft.com/office/drawing/2014/main" id="{A45F5BEC-5B7E-EA1F-3D8D-233BB258C87D}"/>
              </a:ext>
            </a:extLst>
          </p:cNvPr>
          <p:cNvGrpSpPr/>
          <p:nvPr/>
        </p:nvGrpSpPr>
        <p:grpSpPr>
          <a:xfrm>
            <a:off x="4640594" y="2793862"/>
            <a:ext cx="2839560" cy="295466"/>
            <a:chOff x="939180" y="1165070"/>
            <a:chExt cx="2839560" cy="295466"/>
          </a:xfrm>
        </p:grpSpPr>
        <p:sp>
          <p:nvSpPr>
            <p:cNvPr id="55" name="Text Placeholder 1">
              <a:extLst>
                <a:ext uri="{FF2B5EF4-FFF2-40B4-BE49-F238E27FC236}">
                  <a16:creationId xmlns:a16="http://schemas.microsoft.com/office/drawing/2014/main" id="{9F3649F7-B7BC-C4B4-92A6-9A5CFA475D02}"/>
                </a:ext>
              </a:extLst>
            </p:cNvPr>
            <p:cNvSpPr txBox="1">
              <a:spLocks/>
            </p:cNvSpPr>
            <p:nvPr/>
          </p:nvSpPr>
          <p:spPr>
            <a:xfrm>
              <a:off x="939180" y="1165070"/>
              <a:ext cx="2839560"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9: ENTER TEXT HERE</a:t>
              </a:r>
            </a:p>
          </p:txBody>
        </p:sp>
        <p:sp>
          <p:nvSpPr>
            <p:cNvPr id="56" name="Rectangle 55">
              <a:extLst>
                <a:ext uri="{FF2B5EF4-FFF2-40B4-BE49-F238E27FC236}">
                  <a16:creationId xmlns:a16="http://schemas.microsoft.com/office/drawing/2014/main" id="{7B031A33-8C2C-DE30-9E93-53794CC8B06A}"/>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56">
              <a:extLst>
                <a:ext uri="{FF2B5EF4-FFF2-40B4-BE49-F238E27FC236}">
                  <a16:creationId xmlns:a16="http://schemas.microsoft.com/office/drawing/2014/main" id="{F4BF2CB0-F511-8797-6066-FFA949D4D3E7}"/>
                </a:ext>
              </a:extLst>
            </p:cNvPr>
            <p:cNvPicPr>
              <a:picLocks noChangeAspect="1"/>
            </p:cNvPicPr>
            <p:nvPr/>
          </p:nvPicPr>
          <p:blipFill>
            <a:blip r:embed="rId10"/>
            <a:srcRect/>
            <a:stretch/>
          </p:blipFill>
          <p:spPr>
            <a:xfrm>
              <a:off x="988990" y="1205668"/>
              <a:ext cx="214269" cy="214269"/>
            </a:xfrm>
            <a:prstGeom prst="rect">
              <a:avLst/>
            </a:prstGeom>
          </p:spPr>
        </p:pic>
      </p:grpSp>
      <p:grpSp>
        <p:nvGrpSpPr>
          <p:cNvPr id="58" name="Group 57">
            <a:extLst>
              <a:ext uri="{FF2B5EF4-FFF2-40B4-BE49-F238E27FC236}">
                <a16:creationId xmlns:a16="http://schemas.microsoft.com/office/drawing/2014/main" id="{8E205939-C176-7466-224D-F7ECD6BD00C9}"/>
              </a:ext>
            </a:extLst>
          </p:cNvPr>
          <p:cNvGrpSpPr/>
          <p:nvPr/>
        </p:nvGrpSpPr>
        <p:grpSpPr>
          <a:xfrm>
            <a:off x="4640594" y="3349267"/>
            <a:ext cx="2934137" cy="295466"/>
            <a:chOff x="939180" y="1165070"/>
            <a:chExt cx="2934137" cy="295466"/>
          </a:xfrm>
        </p:grpSpPr>
        <p:sp>
          <p:nvSpPr>
            <p:cNvPr id="59" name="Text Placeholder 1">
              <a:extLst>
                <a:ext uri="{FF2B5EF4-FFF2-40B4-BE49-F238E27FC236}">
                  <a16:creationId xmlns:a16="http://schemas.microsoft.com/office/drawing/2014/main" id="{00EEFB74-A9D9-3F45-53C7-7DA8C8F8B9F6}"/>
                </a:ext>
              </a:extLst>
            </p:cNvPr>
            <p:cNvSpPr txBox="1">
              <a:spLocks/>
            </p:cNvSpPr>
            <p:nvPr/>
          </p:nvSpPr>
          <p:spPr>
            <a:xfrm>
              <a:off x="939180" y="1165070"/>
              <a:ext cx="2934137"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10: ENTER TEXT HERE</a:t>
              </a:r>
            </a:p>
          </p:txBody>
        </p:sp>
        <p:sp>
          <p:nvSpPr>
            <p:cNvPr id="60" name="Rectangle 59">
              <a:extLst>
                <a:ext uri="{FF2B5EF4-FFF2-40B4-BE49-F238E27FC236}">
                  <a16:creationId xmlns:a16="http://schemas.microsoft.com/office/drawing/2014/main" id="{D647CDD0-BA38-AEA8-3E6A-E060E44E54B1}"/>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60">
              <a:extLst>
                <a:ext uri="{FF2B5EF4-FFF2-40B4-BE49-F238E27FC236}">
                  <a16:creationId xmlns:a16="http://schemas.microsoft.com/office/drawing/2014/main" id="{457553F4-0381-D70C-0160-E3A57495C707}"/>
                </a:ext>
              </a:extLst>
            </p:cNvPr>
            <p:cNvPicPr>
              <a:picLocks noChangeAspect="1"/>
            </p:cNvPicPr>
            <p:nvPr/>
          </p:nvPicPr>
          <p:blipFill>
            <a:blip r:embed="rId11"/>
            <a:srcRect/>
            <a:stretch/>
          </p:blipFill>
          <p:spPr>
            <a:xfrm>
              <a:off x="988990" y="1205668"/>
              <a:ext cx="214269" cy="214269"/>
            </a:xfrm>
            <a:prstGeom prst="rect">
              <a:avLst/>
            </a:prstGeom>
          </p:spPr>
        </p:pic>
      </p:grpSp>
      <p:grpSp>
        <p:nvGrpSpPr>
          <p:cNvPr id="62" name="Group 61">
            <a:extLst>
              <a:ext uri="{FF2B5EF4-FFF2-40B4-BE49-F238E27FC236}">
                <a16:creationId xmlns:a16="http://schemas.microsoft.com/office/drawing/2014/main" id="{38581DC1-2C95-02CC-42CA-CB9BC2029552}"/>
              </a:ext>
            </a:extLst>
          </p:cNvPr>
          <p:cNvGrpSpPr/>
          <p:nvPr/>
        </p:nvGrpSpPr>
        <p:grpSpPr>
          <a:xfrm>
            <a:off x="4640594" y="3904672"/>
            <a:ext cx="2934137" cy="295466"/>
            <a:chOff x="939180" y="1165070"/>
            <a:chExt cx="2934137" cy="295466"/>
          </a:xfrm>
        </p:grpSpPr>
        <p:sp>
          <p:nvSpPr>
            <p:cNvPr id="63" name="Text Placeholder 1">
              <a:extLst>
                <a:ext uri="{FF2B5EF4-FFF2-40B4-BE49-F238E27FC236}">
                  <a16:creationId xmlns:a16="http://schemas.microsoft.com/office/drawing/2014/main" id="{41652865-3D28-07AA-E20A-3B3EB45745DF}"/>
                </a:ext>
              </a:extLst>
            </p:cNvPr>
            <p:cNvSpPr txBox="1">
              <a:spLocks/>
            </p:cNvSpPr>
            <p:nvPr/>
          </p:nvSpPr>
          <p:spPr>
            <a:xfrm>
              <a:off x="939180" y="1165070"/>
              <a:ext cx="2934137"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11: ENTER TEXT HERE</a:t>
              </a:r>
            </a:p>
          </p:txBody>
        </p:sp>
        <p:sp>
          <p:nvSpPr>
            <p:cNvPr id="64" name="Rectangle 63">
              <a:extLst>
                <a:ext uri="{FF2B5EF4-FFF2-40B4-BE49-F238E27FC236}">
                  <a16:creationId xmlns:a16="http://schemas.microsoft.com/office/drawing/2014/main" id="{69059C0B-527B-520F-90C1-7D794EF42E46}"/>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Picture 64">
              <a:extLst>
                <a:ext uri="{FF2B5EF4-FFF2-40B4-BE49-F238E27FC236}">
                  <a16:creationId xmlns:a16="http://schemas.microsoft.com/office/drawing/2014/main" id="{AF191039-C8A8-68CB-9D37-B02BA963661B}"/>
                </a:ext>
              </a:extLst>
            </p:cNvPr>
            <p:cNvPicPr>
              <a:picLocks noChangeAspect="1"/>
            </p:cNvPicPr>
            <p:nvPr/>
          </p:nvPicPr>
          <p:blipFill>
            <a:blip r:embed="rId12"/>
            <a:srcRect/>
            <a:stretch/>
          </p:blipFill>
          <p:spPr>
            <a:xfrm>
              <a:off x="988990" y="1205668"/>
              <a:ext cx="214269" cy="214269"/>
            </a:xfrm>
            <a:prstGeom prst="rect">
              <a:avLst/>
            </a:prstGeom>
          </p:spPr>
        </p:pic>
      </p:grpSp>
      <p:grpSp>
        <p:nvGrpSpPr>
          <p:cNvPr id="66" name="Group 65">
            <a:extLst>
              <a:ext uri="{FF2B5EF4-FFF2-40B4-BE49-F238E27FC236}">
                <a16:creationId xmlns:a16="http://schemas.microsoft.com/office/drawing/2014/main" id="{71831AF2-6158-445E-5B37-DC692089484F}"/>
              </a:ext>
            </a:extLst>
          </p:cNvPr>
          <p:cNvGrpSpPr/>
          <p:nvPr/>
        </p:nvGrpSpPr>
        <p:grpSpPr>
          <a:xfrm>
            <a:off x="4640594" y="4460077"/>
            <a:ext cx="2934137" cy="295466"/>
            <a:chOff x="939180" y="1165070"/>
            <a:chExt cx="2934137" cy="295466"/>
          </a:xfrm>
        </p:grpSpPr>
        <p:sp>
          <p:nvSpPr>
            <p:cNvPr id="67" name="Text Placeholder 1">
              <a:extLst>
                <a:ext uri="{FF2B5EF4-FFF2-40B4-BE49-F238E27FC236}">
                  <a16:creationId xmlns:a16="http://schemas.microsoft.com/office/drawing/2014/main" id="{0ABA38EE-81F1-5DDC-FCB5-01B95B46AFAD}"/>
                </a:ext>
              </a:extLst>
            </p:cNvPr>
            <p:cNvSpPr txBox="1">
              <a:spLocks/>
            </p:cNvSpPr>
            <p:nvPr/>
          </p:nvSpPr>
          <p:spPr>
            <a:xfrm>
              <a:off x="939180" y="1165070"/>
              <a:ext cx="2934137"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12: ENTER TEXT HERE</a:t>
              </a:r>
            </a:p>
          </p:txBody>
        </p:sp>
        <p:sp>
          <p:nvSpPr>
            <p:cNvPr id="68" name="Rectangle 67">
              <a:extLst>
                <a:ext uri="{FF2B5EF4-FFF2-40B4-BE49-F238E27FC236}">
                  <a16:creationId xmlns:a16="http://schemas.microsoft.com/office/drawing/2014/main" id="{CAFAB4F9-D74E-19DC-F816-613A033F7FF9}"/>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 name="Picture 68">
              <a:extLst>
                <a:ext uri="{FF2B5EF4-FFF2-40B4-BE49-F238E27FC236}">
                  <a16:creationId xmlns:a16="http://schemas.microsoft.com/office/drawing/2014/main" id="{FDA191E4-A2DF-A4B0-0C77-212BFC47ADC9}"/>
                </a:ext>
              </a:extLst>
            </p:cNvPr>
            <p:cNvPicPr>
              <a:picLocks noChangeAspect="1"/>
            </p:cNvPicPr>
            <p:nvPr/>
          </p:nvPicPr>
          <p:blipFill>
            <a:blip r:embed="rId13"/>
            <a:srcRect/>
            <a:stretch/>
          </p:blipFill>
          <p:spPr>
            <a:xfrm>
              <a:off x="988990" y="1205668"/>
              <a:ext cx="214269" cy="214269"/>
            </a:xfrm>
            <a:prstGeom prst="rect">
              <a:avLst/>
            </a:prstGeom>
          </p:spPr>
        </p:pic>
      </p:grpSp>
      <p:grpSp>
        <p:nvGrpSpPr>
          <p:cNvPr id="70" name="Group 69">
            <a:extLst>
              <a:ext uri="{FF2B5EF4-FFF2-40B4-BE49-F238E27FC236}">
                <a16:creationId xmlns:a16="http://schemas.microsoft.com/office/drawing/2014/main" id="{AE0B7385-3042-2B82-1881-447BEEC7F05D}"/>
              </a:ext>
            </a:extLst>
          </p:cNvPr>
          <p:cNvGrpSpPr/>
          <p:nvPr/>
        </p:nvGrpSpPr>
        <p:grpSpPr>
          <a:xfrm>
            <a:off x="4640594" y="5015482"/>
            <a:ext cx="2934137" cy="295466"/>
            <a:chOff x="939180" y="1165070"/>
            <a:chExt cx="2934137" cy="295466"/>
          </a:xfrm>
        </p:grpSpPr>
        <p:sp>
          <p:nvSpPr>
            <p:cNvPr id="71" name="Text Placeholder 1">
              <a:extLst>
                <a:ext uri="{FF2B5EF4-FFF2-40B4-BE49-F238E27FC236}">
                  <a16:creationId xmlns:a16="http://schemas.microsoft.com/office/drawing/2014/main" id="{D6558C13-31C9-ACAE-8D5C-27C35A5A6746}"/>
                </a:ext>
              </a:extLst>
            </p:cNvPr>
            <p:cNvSpPr txBox="1">
              <a:spLocks/>
            </p:cNvSpPr>
            <p:nvPr/>
          </p:nvSpPr>
          <p:spPr>
            <a:xfrm>
              <a:off x="939180" y="1165070"/>
              <a:ext cx="2934137"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13: ENTER TEXT HERE</a:t>
              </a:r>
            </a:p>
          </p:txBody>
        </p:sp>
        <p:sp>
          <p:nvSpPr>
            <p:cNvPr id="72" name="Rectangle 71">
              <a:extLst>
                <a:ext uri="{FF2B5EF4-FFF2-40B4-BE49-F238E27FC236}">
                  <a16:creationId xmlns:a16="http://schemas.microsoft.com/office/drawing/2014/main" id="{6758AF5D-050E-4681-9583-0979779D8AF0}"/>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A5CFEC0E-72D9-0D11-0FEB-3C5D96B536EC}"/>
                </a:ext>
              </a:extLst>
            </p:cNvPr>
            <p:cNvPicPr>
              <a:picLocks noChangeAspect="1"/>
            </p:cNvPicPr>
            <p:nvPr/>
          </p:nvPicPr>
          <p:blipFill>
            <a:blip r:embed="rId14"/>
            <a:srcRect/>
            <a:stretch/>
          </p:blipFill>
          <p:spPr>
            <a:xfrm>
              <a:off x="988990" y="1205668"/>
              <a:ext cx="214269" cy="214269"/>
            </a:xfrm>
            <a:prstGeom prst="rect">
              <a:avLst/>
            </a:prstGeom>
          </p:spPr>
        </p:pic>
      </p:grpSp>
      <p:grpSp>
        <p:nvGrpSpPr>
          <p:cNvPr id="74" name="Group 73">
            <a:extLst>
              <a:ext uri="{FF2B5EF4-FFF2-40B4-BE49-F238E27FC236}">
                <a16:creationId xmlns:a16="http://schemas.microsoft.com/office/drawing/2014/main" id="{E7608ADC-814F-CB7E-0287-3B4FF28EFD57}"/>
              </a:ext>
            </a:extLst>
          </p:cNvPr>
          <p:cNvGrpSpPr/>
          <p:nvPr/>
        </p:nvGrpSpPr>
        <p:grpSpPr>
          <a:xfrm>
            <a:off x="8302918" y="1689700"/>
            <a:ext cx="2934137" cy="295466"/>
            <a:chOff x="939180" y="1165070"/>
            <a:chExt cx="2934137" cy="295466"/>
          </a:xfrm>
        </p:grpSpPr>
        <p:sp>
          <p:nvSpPr>
            <p:cNvPr id="75" name="Text Placeholder 1">
              <a:extLst>
                <a:ext uri="{FF2B5EF4-FFF2-40B4-BE49-F238E27FC236}">
                  <a16:creationId xmlns:a16="http://schemas.microsoft.com/office/drawing/2014/main" id="{0918C05F-A75E-B755-2C77-B8EC37F9B53C}"/>
                </a:ext>
              </a:extLst>
            </p:cNvPr>
            <p:cNvSpPr txBox="1">
              <a:spLocks/>
            </p:cNvSpPr>
            <p:nvPr/>
          </p:nvSpPr>
          <p:spPr>
            <a:xfrm>
              <a:off x="939180" y="1165070"/>
              <a:ext cx="2934137"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14: ENTER TEXT HERE</a:t>
              </a:r>
            </a:p>
          </p:txBody>
        </p:sp>
        <p:sp>
          <p:nvSpPr>
            <p:cNvPr id="76" name="Rectangle 75">
              <a:extLst>
                <a:ext uri="{FF2B5EF4-FFF2-40B4-BE49-F238E27FC236}">
                  <a16:creationId xmlns:a16="http://schemas.microsoft.com/office/drawing/2014/main" id="{B60A306A-9FC3-0FF6-B683-8536B51FFFD1}"/>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5E004737-3DD9-4A18-31AE-0F591C3730CB}"/>
                </a:ext>
              </a:extLst>
            </p:cNvPr>
            <p:cNvPicPr>
              <a:picLocks noChangeAspect="1"/>
            </p:cNvPicPr>
            <p:nvPr/>
          </p:nvPicPr>
          <p:blipFill>
            <a:blip r:embed="rId15"/>
            <a:srcRect/>
            <a:stretch/>
          </p:blipFill>
          <p:spPr>
            <a:xfrm>
              <a:off x="988990" y="1205668"/>
              <a:ext cx="214269" cy="214269"/>
            </a:xfrm>
            <a:prstGeom prst="rect">
              <a:avLst/>
            </a:prstGeom>
          </p:spPr>
        </p:pic>
      </p:grpSp>
      <p:grpSp>
        <p:nvGrpSpPr>
          <p:cNvPr id="78" name="Group 77">
            <a:extLst>
              <a:ext uri="{FF2B5EF4-FFF2-40B4-BE49-F238E27FC236}">
                <a16:creationId xmlns:a16="http://schemas.microsoft.com/office/drawing/2014/main" id="{F2F115A1-1788-5A90-E77B-F50C70913AA9}"/>
              </a:ext>
            </a:extLst>
          </p:cNvPr>
          <p:cNvGrpSpPr/>
          <p:nvPr/>
        </p:nvGrpSpPr>
        <p:grpSpPr>
          <a:xfrm>
            <a:off x="8302918" y="2244010"/>
            <a:ext cx="2934137" cy="295466"/>
            <a:chOff x="939180" y="1165070"/>
            <a:chExt cx="2934137" cy="295466"/>
          </a:xfrm>
        </p:grpSpPr>
        <p:sp>
          <p:nvSpPr>
            <p:cNvPr id="79" name="Text Placeholder 1">
              <a:extLst>
                <a:ext uri="{FF2B5EF4-FFF2-40B4-BE49-F238E27FC236}">
                  <a16:creationId xmlns:a16="http://schemas.microsoft.com/office/drawing/2014/main" id="{B35F9D36-BC72-18E2-3484-986B950D2715}"/>
                </a:ext>
              </a:extLst>
            </p:cNvPr>
            <p:cNvSpPr txBox="1">
              <a:spLocks/>
            </p:cNvSpPr>
            <p:nvPr/>
          </p:nvSpPr>
          <p:spPr>
            <a:xfrm>
              <a:off x="939180" y="1165070"/>
              <a:ext cx="2934137"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15: ENTER TEXT HERE</a:t>
              </a:r>
            </a:p>
          </p:txBody>
        </p:sp>
        <p:sp>
          <p:nvSpPr>
            <p:cNvPr id="80" name="Rectangle 79">
              <a:extLst>
                <a:ext uri="{FF2B5EF4-FFF2-40B4-BE49-F238E27FC236}">
                  <a16:creationId xmlns:a16="http://schemas.microsoft.com/office/drawing/2014/main" id="{C3862229-A44C-F975-3ED8-4D75B0F8B12D}"/>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Picture 80">
              <a:extLst>
                <a:ext uri="{FF2B5EF4-FFF2-40B4-BE49-F238E27FC236}">
                  <a16:creationId xmlns:a16="http://schemas.microsoft.com/office/drawing/2014/main" id="{501820AE-254C-FB1C-0431-60A35C49BC51}"/>
                </a:ext>
              </a:extLst>
            </p:cNvPr>
            <p:cNvPicPr>
              <a:picLocks noChangeAspect="1"/>
            </p:cNvPicPr>
            <p:nvPr/>
          </p:nvPicPr>
          <p:blipFill>
            <a:blip r:embed="rId16"/>
            <a:srcRect/>
            <a:stretch/>
          </p:blipFill>
          <p:spPr>
            <a:xfrm>
              <a:off x="988990" y="1205668"/>
              <a:ext cx="214269" cy="214269"/>
            </a:xfrm>
            <a:prstGeom prst="rect">
              <a:avLst/>
            </a:prstGeom>
          </p:spPr>
        </p:pic>
      </p:grpSp>
      <p:grpSp>
        <p:nvGrpSpPr>
          <p:cNvPr id="82" name="Group 81">
            <a:extLst>
              <a:ext uri="{FF2B5EF4-FFF2-40B4-BE49-F238E27FC236}">
                <a16:creationId xmlns:a16="http://schemas.microsoft.com/office/drawing/2014/main" id="{D295648D-A9F2-7D3F-58E0-FB672A556778}"/>
              </a:ext>
            </a:extLst>
          </p:cNvPr>
          <p:cNvGrpSpPr/>
          <p:nvPr/>
        </p:nvGrpSpPr>
        <p:grpSpPr>
          <a:xfrm>
            <a:off x="8302918" y="2798320"/>
            <a:ext cx="2934137" cy="295466"/>
            <a:chOff x="939180" y="1165070"/>
            <a:chExt cx="2934137" cy="295466"/>
          </a:xfrm>
        </p:grpSpPr>
        <p:sp>
          <p:nvSpPr>
            <p:cNvPr id="83" name="Text Placeholder 1">
              <a:extLst>
                <a:ext uri="{FF2B5EF4-FFF2-40B4-BE49-F238E27FC236}">
                  <a16:creationId xmlns:a16="http://schemas.microsoft.com/office/drawing/2014/main" id="{10E1C03F-D1A1-E325-2D50-6F4B46D4EF92}"/>
                </a:ext>
              </a:extLst>
            </p:cNvPr>
            <p:cNvSpPr txBox="1">
              <a:spLocks/>
            </p:cNvSpPr>
            <p:nvPr/>
          </p:nvSpPr>
          <p:spPr>
            <a:xfrm>
              <a:off x="939180" y="1165070"/>
              <a:ext cx="2934137"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16: ENTER TEXT HERE</a:t>
              </a:r>
            </a:p>
          </p:txBody>
        </p:sp>
        <p:sp>
          <p:nvSpPr>
            <p:cNvPr id="84" name="Rectangle 83">
              <a:extLst>
                <a:ext uri="{FF2B5EF4-FFF2-40B4-BE49-F238E27FC236}">
                  <a16:creationId xmlns:a16="http://schemas.microsoft.com/office/drawing/2014/main" id="{9E6EEB4D-7FB2-F5F5-2CD3-4B78175EA49B}"/>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Picture 84">
              <a:extLst>
                <a:ext uri="{FF2B5EF4-FFF2-40B4-BE49-F238E27FC236}">
                  <a16:creationId xmlns:a16="http://schemas.microsoft.com/office/drawing/2014/main" id="{C00A82F3-7203-1152-B131-36AA0A7DEC26}"/>
                </a:ext>
              </a:extLst>
            </p:cNvPr>
            <p:cNvPicPr>
              <a:picLocks noChangeAspect="1"/>
            </p:cNvPicPr>
            <p:nvPr/>
          </p:nvPicPr>
          <p:blipFill>
            <a:blip r:embed="rId17"/>
            <a:srcRect/>
            <a:stretch/>
          </p:blipFill>
          <p:spPr>
            <a:xfrm>
              <a:off x="988990" y="1205668"/>
              <a:ext cx="214269" cy="214269"/>
            </a:xfrm>
            <a:prstGeom prst="rect">
              <a:avLst/>
            </a:prstGeom>
          </p:spPr>
        </p:pic>
      </p:grpSp>
      <p:grpSp>
        <p:nvGrpSpPr>
          <p:cNvPr id="86" name="Group 85">
            <a:extLst>
              <a:ext uri="{FF2B5EF4-FFF2-40B4-BE49-F238E27FC236}">
                <a16:creationId xmlns:a16="http://schemas.microsoft.com/office/drawing/2014/main" id="{7633D39A-CFFE-EF21-4E74-3A929C21E335}"/>
              </a:ext>
            </a:extLst>
          </p:cNvPr>
          <p:cNvGrpSpPr/>
          <p:nvPr/>
        </p:nvGrpSpPr>
        <p:grpSpPr>
          <a:xfrm>
            <a:off x="8302918" y="3352630"/>
            <a:ext cx="2934137" cy="295466"/>
            <a:chOff x="939180" y="1165070"/>
            <a:chExt cx="2934137" cy="295466"/>
          </a:xfrm>
        </p:grpSpPr>
        <p:sp>
          <p:nvSpPr>
            <p:cNvPr id="87" name="Text Placeholder 1">
              <a:extLst>
                <a:ext uri="{FF2B5EF4-FFF2-40B4-BE49-F238E27FC236}">
                  <a16:creationId xmlns:a16="http://schemas.microsoft.com/office/drawing/2014/main" id="{2C4A2DCF-99D3-B14E-A857-E19D4C0CF0F5}"/>
                </a:ext>
              </a:extLst>
            </p:cNvPr>
            <p:cNvSpPr txBox="1">
              <a:spLocks/>
            </p:cNvSpPr>
            <p:nvPr/>
          </p:nvSpPr>
          <p:spPr>
            <a:xfrm>
              <a:off x="939180" y="1165070"/>
              <a:ext cx="2934137"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17: ENTER TEXT HERE</a:t>
              </a:r>
            </a:p>
          </p:txBody>
        </p:sp>
        <p:sp>
          <p:nvSpPr>
            <p:cNvPr id="88" name="Rectangle 87">
              <a:extLst>
                <a:ext uri="{FF2B5EF4-FFF2-40B4-BE49-F238E27FC236}">
                  <a16:creationId xmlns:a16="http://schemas.microsoft.com/office/drawing/2014/main" id="{6C859353-67DE-0C24-3B70-4615CDBB279C}"/>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 name="Picture 88">
              <a:extLst>
                <a:ext uri="{FF2B5EF4-FFF2-40B4-BE49-F238E27FC236}">
                  <a16:creationId xmlns:a16="http://schemas.microsoft.com/office/drawing/2014/main" id="{350A5D7F-8861-CC1F-2008-1687314D87E7}"/>
                </a:ext>
              </a:extLst>
            </p:cNvPr>
            <p:cNvPicPr>
              <a:picLocks noChangeAspect="1"/>
            </p:cNvPicPr>
            <p:nvPr/>
          </p:nvPicPr>
          <p:blipFill>
            <a:blip r:embed="rId18"/>
            <a:srcRect/>
            <a:stretch/>
          </p:blipFill>
          <p:spPr>
            <a:xfrm>
              <a:off x="988990" y="1205668"/>
              <a:ext cx="214269" cy="214269"/>
            </a:xfrm>
            <a:prstGeom prst="rect">
              <a:avLst/>
            </a:prstGeom>
          </p:spPr>
        </p:pic>
      </p:grpSp>
      <p:grpSp>
        <p:nvGrpSpPr>
          <p:cNvPr id="90" name="Group 89">
            <a:extLst>
              <a:ext uri="{FF2B5EF4-FFF2-40B4-BE49-F238E27FC236}">
                <a16:creationId xmlns:a16="http://schemas.microsoft.com/office/drawing/2014/main" id="{DD785A0E-5975-89E1-5716-0AC038F9F352}"/>
              </a:ext>
            </a:extLst>
          </p:cNvPr>
          <p:cNvGrpSpPr/>
          <p:nvPr/>
        </p:nvGrpSpPr>
        <p:grpSpPr>
          <a:xfrm>
            <a:off x="8302918" y="3906940"/>
            <a:ext cx="2934137" cy="295466"/>
            <a:chOff x="939180" y="1165070"/>
            <a:chExt cx="2934137" cy="295466"/>
          </a:xfrm>
        </p:grpSpPr>
        <p:sp>
          <p:nvSpPr>
            <p:cNvPr id="91" name="Text Placeholder 1">
              <a:extLst>
                <a:ext uri="{FF2B5EF4-FFF2-40B4-BE49-F238E27FC236}">
                  <a16:creationId xmlns:a16="http://schemas.microsoft.com/office/drawing/2014/main" id="{01C803AD-B6A0-76C2-0126-F1349032754D}"/>
                </a:ext>
              </a:extLst>
            </p:cNvPr>
            <p:cNvSpPr txBox="1">
              <a:spLocks/>
            </p:cNvSpPr>
            <p:nvPr/>
          </p:nvSpPr>
          <p:spPr>
            <a:xfrm>
              <a:off x="939180" y="1165070"/>
              <a:ext cx="2934137"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18: ENTER TEXT HERE</a:t>
              </a:r>
            </a:p>
          </p:txBody>
        </p:sp>
        <p:sp>
          <p:nvSpPr>
            <p:cNvPr id="92" name="Rectangle 91">
              <a:extLst>
                <a:ext uri="{FF2B5EF4-FFF2-40B4-BE49-F238E27FC236}">
                  <a16:creationId xmlns:a16="http://schemas.microsoft.com/office/drawing/2014/main" id="{F947EE95-73C3-F3F5-F9BB-1ABB66E9D0A3}"/>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3" name="Picture 92">
              <a:extLst>
                <a:ext uri="{FF2B5EF4-FFF2-40B4-BE49-F238E27FC236}">
                  <a16:creationId xmlns:a16="http://schemas.microsoft.com/office/drawing/2014/main" id="{7291D1AF-A79B-C0BB-64C4-30217E1BBB7F}"/>
                </a:ext>
              </a:extLst>
            </p:cNvPr>
            <p:cNvPicPr>
              <a:picLocks noChangeAspect="1"/>
            </p:cNvPicPr>
            <p:nvPr/>
          </p:nvPicPr>
          <p:blipFill>
            <a:blip r:embed="rId19"/>
            <a:srcRect/>
            <a:stretch/>
          </p:blipFill>
          <p:spPr>
            <a:xfrm>
              <a:off x="988990" y="1205668"/>
              <a:ext cx="214269" cy="214269"/>
            </a:xfrm>
            <a:prstGeom prst="rect">
              <a:avLst/>
            </a:prstGeom>
          </p:spPr>
        </p:pic>
      </p:grpSp>
      <p:grpSp>
        <p:nvGrpSpPr>
          <p:cNvPr id="94" name="Group 93">
            <a:extLst>
              <a:ext uri="{FF2B5EF4-FFF2-40B4-BE49-F238E27FC236}">
                <a16:creationId xmlns:a16="http://schemas.microsoft.com/office/drawing/2014/main" id="{3CA2CC3E-967A-A072-D0F2-240CC6D60F14}"/>
              </a:ext>
            </a:extLst>
          </p:cNvPr>
          <p:cNvGrpSpPr/>
          <p:nvPr/>
        </p:nvGrpSpPr>
        <p:grpSpPr>
          <a:xfrm>
            <a:off x="8302918" y="4454601"/>
            <a:ext cx="2934137" cy="295466"/>
            <a:chOff x="939180" y="1165070"/>
            <a:chExt cx="2934137" cy="295466"/>
          </a:xfrm>
        </p:grpSpPr>
        <p:sp>
          <p:nvSpPr>
            <p:cNvPr id="95" name="Text Placeholder 1">
              <a:extLst>
                <a:ext uri="{FF2B5EF4-FFF2-40B4-BE49-F238E27FC236}">
                  <a16:creationId xmlns:a16="http://schemas.microsoft.com/office/drawing/2014/main" id="{E4CCE5BA-2BBC-FE3B-20D0-C67C1514BF00}"/>
                </a:ext>
              </a:extLst>
            </p:cNvPr>
            <p:cNvSpPr txBox="1">
              <a:spLocks/>
            </p:cNvSpPr>
            <p:nvPr/>
          </p:nvSpPr>
          <p:spPr>
            <a:xfrm>
              <a:off x="939180" y="1165070"/>
              <a:ext cx="2934137" cy="295466"/>
            </a:xfrm>
            <a:prstGeom prst="rect">
              <a:avLst/>
            </a:prstGeom>
            <a:solidFill>
              <a:schemeClr val="accent3">
                <a:alpha val="25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19: ENTER TEXT HERE</a:t>
              </a:r>
            </a:p>
          </p:txBody>
        </p:sp>
        <p:sp>
          <p:nvSpPr>
            <p:cNvPr id="96" name="Rectangle 95">
              <a:extLst>
                <a:ext uri="{FF2B5EF4-FFF2-40B4-BE49-F238E27FC236}">
                  <a16:creationId xmlns:a16="http://schemas.microsoft.com/office/drawing/2014/main" id="{0557DBBF-774A-93C0-AB48-E5ECB65D5505}"/>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7" name="Picture 96">
              <a:extLst>
                <a:ext uri="{FF2B5EF4-FFF2-40B4-BE49-F238E27FC236}">
                  <a16:creationId xmlns:a16="http://schemas.microsoft.com/office/drawing/2014/main" id="{816CAA9B-8E70-C55B-A5BE-8761A31BF4B7}"/>
                </a:ext>
              </a:extLst>
            </p:cNvPr>
            <p:cNvPicPr>
              <a:picLocks noChangeAspect="1"/>
            </p:cNvPicPr>
            <p:nvPr/>
          </p:nvPicPr>
          <p:blipFill>
            <a:blip r:embed="rId20"/>
            <a:srcRect/>
            <a:stretch/>
          </p:blipFill>
          <p:spPr>
            <a:xfrm>
              <a:off x="988990" y="1205668"/>
              <a:ext cx="214269" cy="214269"/>
            </a:xfrm>
            <a:prstGeom prst="rect">
              <a:avLst/>
            </a:prstGeom>
          </p:spPr>
        </p:pic>
      </p:grpSp>
      <p:sp>
        <p:nvSpPr>
          <p:cNvPr id="2" name="Title 1">
            <a:extLst>
              <a:ext uri="{FF2B5EF4-FFF2-40B4-BE49-F238E27FC236}">
                <a16:creationId xmlns:a16="http://schemas.microsoft.com/office/drawing/2014/main" id="{9A2678C0-08C5-060F-557D-3D0EF3E9D65F}"/>
              </a:ext>
            </a:extLst>
          </p:cNvPr>
          <p:cNvSpPr>
            <a:spLocks noGrp="1"/>
          </p:cNvSpPr>
          <p:nvPr>
            <p:ph type="ctrTitle"/>
          </p:nvPr>
        </p:nvSpPr>
        <p:spPr/>
        <p:txBody>
          <a:bodyPr/>
          <a:lstStyle/>
          <a:p>
            <a:r>
              <a:rPr lang="en-US"/>
              <a:t>Dotted icon bullets</a:t>
            </a:r>
          </a:p>
        </p:txBody>
      </p:sp>
    </p:spTree>
    <p:extLst>
      <p:ext uri="{BB962C8B-B14F-4D97-AF65-F5344CB8AC3E}">
        <p14:creationId xmlns:p14="http://schemas.microsoft.com/office/powerpoint/2010/main" val="92547076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88343D-5DFD-F7E4-BBDD-FEDB4C9161E8}"/>
              </a:ext>
            </a:extLst>
          </p:cNvPr>
          <p:cNvSpPr>
            <a:spLocks noGrp="1"/>
          </p:cNvSpPr>
          <p:nvPr>
            <p:ph type="ctrTitle"/>
          </p:nvPr>
        </p:nvSpPr>
        <p:spPr/>
        <p:txBody>
          <a:bodyPr/>
          <a:lstStyle/>
          <a:p>
            <a:r>
              <a:rPr lang="en-US"/>
              <a:t>Dotted icon bullets</a:t>
            </a:r>
          </a:p>
        </p:txBody>
      </p:sp>
      <p:grpSp>
        <p:nvGrpSpPr>
          <p:cNvPr id="22" name="Group 21">
            <a:extLst>
              <a:ext uri="{FF2B5EF4-FFF2-40B4-BE49-F238E27FC236}">
                <a16:creationId xmlns:a16="http://schemas.microsoft.com/office/drawing/2014/main" id="{41698226-EBE4-1BD6-DE14-581D4A7FCA4C}"/>
              </a:ext>
            </a:extLst>
          </p:cNvPr>
          <p:cNvGrpSpPr/>
          <p:nvPr/>
        </p:nvGrpSpPr>
        <p:grpSpPr>
          <a:xfrm>
            <a:off x="978269" y="1683052"/>
            <a:ext cx="2839560" cy="295466"/>
            <a:chOff x="939180" y="1165070"/>
            <a:chExt cx="2839560" cy="295466"/>
          </a:xfrm>
        </p:grpSpPr>
        <p:sp>
          <p:nvSpPr>
            <p:cNvPr id="23" name="Text Placeholder 1">
              <a:extLst>
                <a:ext uri="{FF2B5EF4-FFF2-40B4-BE49-F238E27FC236}">
                  <a16:creationId xmlns:a16="http://schemas.microsoft.com/office/drawing/2014/main" id="{66EA2C89-2A70-A3D8-E4D2-374DB882B31D}"/>
                </a:ext>
              </a:extLst>
            </p:cNvPr>
            <p:cNvSpPr txBox="1">
              <a:spLocks/>
            </p:cNvSpPr>
            <p:nvPr/>
          </p:nvSpPr>
          <p:spPr>
            <a:xfrm>
              <a:off x="939180" y="1165070"/>
              <a:ext cx="2839560"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 ENTER TEXT HERE</a:t>
              </a:r>
            </a:p>
          </p:txBody>
        </p:sp>
        <p:sp>
          <p:nvSpPr>
            <p:cNvPr id="24" name="Rectangle 23">
              <a:extLst>
                <a:ext uri="{FF2B5EF4-FFF2-40B4-BE49-F238E27FC236}">
                  <a16:creationId xmlns:a16="http://schemas.microsoft.com/office/drawing/2014/main" id="{69E109BE-20C8-DB52-D57C-2AA6CADB4EC6}"/>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511BA61D-D127-F5C3-0356-0AFCD266BCF0}"/>
                </a:ext>
              </a:extLst>
            </p:cNvPr>
            <p:cNvPicPr>
              <a:picLocks noChangeAspect="1"/>
            </p:cNvPicPr>
            <p:nvPr/>
          </p:nvPicPr>
          <p:blipFill>
            <a:blip r:embed="rId2"/>
            <a:srcRect/>
            <a:stretch/>
          </p:blipFill>
          <p:spPr>
            <a:xfrm>
              <a:off x="988990" y="1205668"/>
              <a:ext cx="214269" cy="214269"/>
            </a:xfrm>
            <a:prstGeom prst="rect">
              <a:avLst/>
            </a:prstGeom>
          </p:spPr>
        </p:pic>
      </p:grpSp>
      <p:grpSp>
        <p:nvGrpSpPr>
          <p:cNvPr id="26" name="Group 25">
            <a:extLst>
              <a:ext uri="{FF2B5EF4-FFF2-40B4-BE49-F238E27FC236}">
                <a16:creationId xmlns:a16="http://schemas.microsoft.com/office/drawing/2014/main" id="{BC4F8C3E-6AD0-D32D-30C7-E6DEBFC3EC7B}"/>
              </a:ext>
            </a:extLst>
          </p:cNvPr>
          <p:cNvGrpSpPr/>
          <p:nvPr/>
        </p:nvGrpSpPr>
        <p:grpSpPr>
          <a:xfrm>
            <a:off x="978269" y="2237362"/>
            <a:ext cx="2839560" cy="295466"/>
            <a:chOff x="939180" y="1165070"/>
            <a:chExt cx="2839560" cy="295466"/>
          </a:xfrm>
        </p:grpSpPr>
        <p:sp>
          <p:nvSpPr>
            <p:cNvPr id="27" name="Text Placeholder 1">
              <a:extLst>
                <a:ext uri="{FF2B5EF4-FFF2-40B4-BE49-F238E27FC236}">
                  <a16:creationId xmlns:a16="http://schemas.microsoft.com/office/drawing/2014/main" id="{B841E042-98F2-6AFF-5E5E-EDE89D11FCE7}"/>
                </a:ext>
              </a:extLst>
            </p:cNvPr>
            <p:cNvSpPr txBox="1">
              <a:spLocks/>
            </p:cNvSpPr>
            <p:nvPr/>
          </p:nvSpPr>
          <p:spPr>
            <a:xfrm>
              <a:off x="939180" y="1165070"/>
              <a:ext cx="2839560"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2: ENTER TEXT HERE</a:t>
              </a:r>
            </a:p>
          </p:txBody>
        </p:sp>
        <p:sp>
          <p:nvSpPr>
            <p:cNvPr id="28" name="Rectangle 27">
              <a:extLst>
                <a:ext uri="{FF2B5EF4-FFF2-40B4-BE49-F238E27FC236}">
                  <a16:creationId xmlns:a16="http://schemas.microsoft.com/office/drawing/2014/main" id="{7433D193-9263-CED9-722F-C64E3D93A4E4}"/>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557A25BA-2D7A-6586-F9C1-46B39A27BB5A}"/>
                </a:ext>
              </a:extLst>
            </p:cNvPr>
            <p:cNvPicPr>
              <a:picLocks noChangeAspect="1"/>
            </p:cNvPicPr>
            <p:nvPr/>
          </p:nvPicPr>
          <p:blipFill>
            <a:blip r:embed="rId3"/>
            <a:srcRect/>
            <a:stretch/>
          </p:blipFill>
          <p:spPr>
            <a:xfrm>
              <a:off x="988990" y="1205668"/>
              <a:ext cx="214269" cy="214269"/>
            </a:xfrm>
            <a:prstGeom prst="rect">
              <a:avLst/>
            </a:prstGeom>
          </p:spPr>
        </p:pic>
      </p:grpSp>
      <p:grpSp>
        <p:nvGrpSpPr>
          <p:cNvPr id="30" name="Group 29">
            <a:extLst>
              <a:ext uri="{FF2B5EF4-FFF2-40B4-BE49-F238E27FC236}">
                <a16:creationId xmlns:a16="http://schemas.microsoft.com/office/drawing/2014/main" id="{6ADDD702-F807-B03E-4C5A-366265C9B32C}"/>
              </a:ext>
            </a:extLst>
          </p:cNvPr>
          <p:cNvGrpSpPr/>
          <p:nvPr/>
        </p:nvGrpSpPr>
        <p:grpSpPr>
          <a:xfrm>
            <a:off x="978269" y="2791672"/>
            <a:ext cx="2839560" cy="295466"/>
            <a:chOff x="939180" y="1165070"/>
            <a:chExt cx="2839560" cy="295466"/>
          </a:xfrm>
        </p:grpSpPr>
        <p:sp>
          <p:nvSpPr>
            <p:cNvPr id="31" name="Text Placeholder 1">
              <a:extLst>
                <a:ext uri="{FF2B5EF4-FFF2-40B4-BE49-F238E27FC236}">
                  <a16:creationId xmlns:a16="http://schemas.microsoft.com/office/drawing/2014/main" id="{C76FEEBE-1C82-E135-4760-14E6C27C4A23}"/>
                </a:ext>
              </a:extLst>
            </p:cNvPr>
            <p:cNvSpPr txBox="1">
              <a:spLocks/>
            </p:cNvSpPr>
            <p:nvPr/>
          </p:nvSpPr>
          <p:spPr>
            <a:xfrm>
              <a:off x="939180" y="1165070"/>
              <a:ext cx="2839560"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3: ENTER TEXT HERE</a:t>
              </a:r>
            </a:p>
          </p:txBody>
        </p:sp>
        <p:sp>
          <p:nvSpPr>
            <p:cNvPr id="32" name="Rectangle 31">
              <a:extLst>
                <a:ext uri="{FF2B5EF4-FFF2-40B4-BE49-F238E27FC236}">
                  <a16:creationId xmlns:a16="http://schemas.microsoft.com/office/drawing/2014/main" id="{8A483325-F78A-4AED-EB36-05561A06367D}"/>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485864E0-B43F-2516-A3E1-11059F6D9CAA}"/>
                </a:ext>
              </a:extLst>
            </p:cNvPr>
            <p:cNvPicPr>
              <a:picLocks noChangeAspect="1"/>
            </p:cNvPicPr>
            <p:nvPr/>
          </p:nvPicPr>
          <p:blipFill>
            <a:blip r:embed="rId4"/>
            <a:srcRect/>
            <a:stretch/>
          </p:blipFill>
          <p:spPr>
            <a:xfrm>
              <a:off x="988990" y="1205668"/>
              <a:ext cx="214269" cy="214269"/>
            </a:xfrm>
            <a:prstGeom prst="rect">
              <a:avLst/>
            </a:prstGeom>
          </p:spPr>
        </p:pic>
      </p:grpSp>
      <p:grpSp>
        <p:nvGrpSpPr>
          <p:cNvPr id="34" name="Group 33">
            <a:extLst>
              <a:ext uri="{FF2B5EF4-FFF2-40B4-BE49-F238E27FC236}">
                <a16:creationId xmlns:a16="http://schemas.microsoft.com/office/drawing/2014/main" id="{CF2D0C54-D62D-23F1-B2FF-DB3657EECB14}"/>
              </a:ext>
            </a:extLst>
          </p:cNvPr>
          <p:cNvGrpSpPr/>
          <p:nvPr/>
        </p:nvGrpSpPr>
        <p:grpSpPr>
          <a:xfrm>
            <a:off x="978269" y="3345982"/>
            <a:ext cx="2839560" cy="295466"/>
            <a:chOff x="939180" y="1165070"/>
            <a:chExt cx="2839560" cy="295466"/>
          </a:xfrm>
        </p:grpSpPr>
        <p:sp>
          <p:nvSpPr>
            <p:cNvPr id="35" name="Text Placeholder 1">
              <a:extLst>
                <a:ext uri="{FF2B5EF4-FFF2-40B4-BE49-F238E27FC236}">
                  <a16:creationId xmlns:a16="http://schemas.microsoft.com/office/drawing/2014/main" id="{38FA7086-48E8-078A-7FF9-19CEF25A04C7}"/>
                </a:ext>
              </a:extLst>
            </p:cNvPr>
            <p:cNvSpPr txBox="1">
              <a:spLocks/>
            </p:cNvSpPr>
            <p:nvPr/>
          </p:nvSpPr>
          <p:spPr>
            <a:xfrm>
              <a:off x="939180" y="1165070"/>
              <a:ext cx="2839560"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4: ENTER TEXT HERE</a:t>
              </a:r>
            </a:p>
          </p:txBody>
        </p:sp>
        <p:sp>
          <p:nvSpPr>
            <p:cNvPr id="36" name="Rectangle 35">
              <a:extLst>
                <a:ext uri="{FF2B5EF4-FFF2-40B4-BE49-F238E27FC236}">
                  <a16:creationId xmlns:a16="http://schemas.microsoft.com/office/drawing/2014/main" id="{3F1E668F-A124-00AB-D5D2-04DB97A398C7}"/>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87951D2E-DC4E-9AEE-D87B-CD174E364D39}"/>
                </a:ext>
              </a:extLst>
            </p:cNvPr>
            <p:cNvPicPr>
              <a:picLocks noChangeAspect="1"/>
            </p:cNvPicPr>
            <p:nvPr/>
          </p:nvPicPr>
          <p:blipFill>
            <a:blip r:embed="rId5"/>
            <a:srcRect/>
            <a:stretch/>
          </p:blipFill>
          <p:spPr>
            <a:xfrm>
              <a:off x="988990" y="1205668"/>
              <a:ext cx="214269" cy="214269"/>
            </a:xfrm>
            <a:prstGeom prst="rect">
              <a:avLst/>
            </a:prstGeom>
          </p:spPr>
        </p:pic>
      </p:grpSp>
      <p:grpSp>
        <p:nvGrpSpPr>
          <p:cNvPr id="38" name="Group 37">
            <a:extLst>
              <a:ext uri="{FF2B5EF4-FFF2-40B4-BE49-F238E27FC236}">
                <a16:creationId xmlns:a16="http://schemas.microsoft.com/office/drawing/2014/main" id="{631FE0B9-E2D9-13C0-4164-9822A2683A25}"/>
              </a:ext>
            </a:extLst>
          </p:cNvPr>
          <p:cNvGrpSpPr/>
          <p:nvPr/>
        </p:nvGrpSpPr>
        <p:grpSpPr>
          <a:xfrm>
            <a:off x="978269" y="3900292"/>
            <a:ext cx="2839560" cy="295466"/>
            <a:chOff x="939180" y="1165070"/>
            <a:chExt cx="2839560" cy="295466"/>
          </a:xfrm>
        </p:grpSpPr>
        <p:sp>
          <p:nvSpPr>
            <p:cNvPr id="39" name="Text Placeholder 1">
              <a:extLst>
                <a:ext uri="{FF2B5EF4-FFF2-40B4-BE49-F238E27FC236}">
                  <a16:creationId xmlns:a16="http://schemas.microsoft.com/office/drawing/2014/main" id="{699C0E51-9901-E66C-FAD4-FAB9C9E191B0}"/>
                </a:ext>
              </a:extLst>
            </p:cNvPr>
            <p:cNvSpPr txBox="1">
              <a:spLocks/>
            </p:cNvSpPr>
            <p:nvPr/>
          </p:nvSpPr>
          <p:spPr>
            <a:xfrm>
              <a:off x="939180" y="1165070"/>
              <a:ext cx="2839560"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5: ENTER TEXT HERE</a:t>
              </a:r>
            </a:p>
          </p:txBody>
        </p:sp>
        <p:sp>
          <p:nvSpPr>
            <p:cNvPr id="40" name="Rectangle 39">
              <a:extLst>
                <a:ext uri="{FF2B5EF4-FFF2-40B4-BE49-F238E27FC236}">
                  <a16:creationId xmlns:a16="http://schemas.microsoft.com/office/drawing/2014/main" id="{B313B29C-1377-EFF8-23AC-FD7079E33219}"/>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a:extLst>
                <a:ext uri="{FF2B5EF4-FFF2-40B4-BE49-F238E27FC236}">
                  <a16:creationId xmlns:a16="http://schemas.microsoft.com/office/drawing/2014/main" id="{D87E4780-E9CA-9878-3379-D04AA6076BF6}"/>
                </a:ext>
              </a:extLst>
            </p:cNvPr>
            <p:cNvPicPr>
              <a:picLocks noChangeAspect="1"/>
            </p:cNvPicPr>
            <p:nvPr/>
          </p:nvPicPr>
          <p:blipFill>
            <a:blip r:embed="rId6"/>
            <a:srcRect/>
            <a:stretch/>
          </p:blipFill>
          <p:spPr>
            <a:xfrm>
              <a:off x="988990" y="1205668"/>
              <a:ext cx="214269" cy="214269"/>
            </a:xfrm>
            <a:prstGeom prst="rect">
              <a:avLst/>
            </a:prstGeom>
          </p:spPr>
        </p:pic>
      </p:grpSp>
      <p:grpSp>
        <p:nvGrpSpPr>
          <p:cNvPr id="42" name="Group 41">
            <a:extLst>
              <a:ext uri="{FF2B5EF4-FFF2-40B4-BE49-F238E27FC236}">
                <a16:creationId xmlns:a16="http://schemas.microsoft.com/office/drawing/2014/main" id="{86AC8B51-96D8-1FA9-597F-AFE69BDD96C3}"/>
              </a:ext>
            </a:extLst>
          </p:cNvPr>
          <p:cNvGrpSpPr/>
          <p:nvPr/>
        </p:nvGrpSpPr>
        <p:grpSpPr>
          <a:xfrm>
            <a:off x="978269" y="4454602"/>
            <a:ext cx="2839560" cy="295466"/>
            <a:chOff x="939180" y="1165070"/>
            <a:chExt cx="2839560" cy="295466"/>
          </a:xfrm>
        </p:grpSpPr>
        <p:sp>
          <p:nvSpPr>
            <p:cNvPr id="43" name="Text Placeholder 1">
              <a:extLst>
                <a:ext uri="{FF2B5EF4-FFF2-40B4-BE49-F238E27FC236}">
                  <a16:creationId xmlns:a16="http://schemas.microsoft.com/office/drawing/2014/main" id="{F4A34B9B-0F50-44ED-BFD3-42C13AB0AD9E}"/>
                </a:ext>
              </a:extLst>
            </p:cNvPr>
            <p:cNvSpPr txBox="1">
              <a:spLocks/>
            </p:cNvSpPr>
            <p:nvPr/>
          </p:nvSpPr>
          <p:spPr>
            <a:xfrm>
              <a:off x="939180" y="1165070"/>
              <a:ext cx="2839560"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6: ENTER TEXT HERE</a:t>
              </a:r>
            </a:p>
          </p:txBody>
        </p:sp>
        <p:sp>
          <p:nvSpPr>
            <p:cNvPr id="44" name="Rectangle 43">
              <a:extLst>
                <a:ext uri="{FF2B5EF4-FFF2-40B4-BE49-F238E27FC236}">
                  <a16:creationId xmlns:a16="http://schemas.microsoft.com/office/drawing/2014/main" id="{F9FF0A9D-7D31-C97A-BF84-D230EB55856F}"/>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244D053F-47E5-A643-4606-5B4838B75A8E}"/>
                </a:ext>
              </a:extLst>
            </p:cNvPr>
            <p:cNvPicPr>
              <a:picLocks noChangeAspect="1"/>
            </p:cNvPicPr>
            <p:nvPr/>
          </p:nvPicPr>
          <p:blipFill>
            <a:blip r:embed="rId7"/>
            <a:srcRect/>
            <a:stretch/>
          </p:blipFill>
          <p:spPr>
            <a:xfrm>
              <a:off x="988990" y="1205668"/>
              <a:ext cx="214269" cy="214269"/>
            </a:xfrm>
            <a:prstGeom prst="rect">
              <a:avLst/>
            </a:prstGeom>
          </p:spPr>
        </p:pic>
      </p:grpSp>
      <p:grpSp>
        <p:nvGrpSpPr>
          <p:cNvPr id="46" name="Group 45">
            <a:extLst>
              <a:ext uri="{FF2B5EF4-FFF2-40B4-BE49-F238E27FC236}">
                <a16:creationId xmlns:a16="http://schemas.microsoft.com/office/drawing/2014/main" id="{8C213E78-F13D-24FC-8368-ECD8323DBF05}"/>
              </a:ext>
            </a:extLst>
          </p:cNvPr>
          <p:cNvGrpSpPr/>
          <p:nvPr/>
        </p:nvGrpSpPr>
        <p:grpSpPr>
          <a:xfrm>
            <a:off x="4640594" y="1683052"/>
            <a:ext cx="2839560" cy="295466"/>
            <a:chOff x="939180" y="1165070"/>
            <a:chExt cx="2839560" cy="295466"/>
          </a:xfrm>
        </p:grpSpPr>
        <p:sp>
          <p:nvSpPr>
            <p:cNvPr id="47" name="Text Placeholder 1">
              <a:extLst>
                <a:ext uri="{FF2B5EF4-FFF2-40B4-BE49-F238E27FC236}">
                  <a16:creationId xmlns:a16="http://schemas.microsoft.com/office/drawing/2014/main" id="{F4EB98ED-0110-4A40-4477-E819793E2E81}"/>
                </a:ext>
              </a:extLst>
            </p:cNvPr>
            <p:cNvSpPr txBox="1">
              <a:spLocks/>
            </p:cNvSpPr>
            <p:nvPr/>
          </p:nvSpPr>
          <p:spPr>
            <a:xfrm>
              <a:off x="939180" y="1165070"/>
              <a:ext cx="2839560"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7: ENTER TEXT HERE</a:t>
              </a:r>
            </a:p>
          </p:txBody>
        </p:sp>
        <p:sp>
          <p:nvSpPr>
            <p:cNvPr id="48" name="Rectangle 47">
              <a:extLst>
                <a:ext uri="{FF2B5EF4-FFF2-40B4-BE49-F238E27FC236}">
                  <a16:creationId xmlns:a16="http://schemas.microsoft.com/office/drawing/2014/main" id="{9EC3B082-112C-C4CA-290F-CD071B88CF89}"/>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a:extLst>
                <a:ext uri="{FF2B5EF4-FFF2-40B4-BE49-F238E27FC236}">
                  <a16:creationId xmlns:a16="http://schemas.microsoft.com/office/drawing/2014/main" id="{16C59A28-39D8-B7F4-E6AF-59920FC4BCF8}"/>
                </a:ext>
              </a:extLst>
            </p:cNvPr>
            <p:cNvPicPr>
              <a:picLocks noChangeAspect="1"/>
            </p:cNvPicPr>
            <p:nvPr/>
          </p:nvPicPr>
          <p:blipFill>
            <a:blip r:embed="rId8"/>
            <a:srcRect/>
            <a:stretch/>
          </p:blipFill>
          <p:spPr>
            <a:xfrm>
              <a:off x="988990" y="1205668"/>
              <a:ext cx="214269" cy="214269"/>
            </a:xfrm>
            <a:prstGeom prst="rect">
              <a:avLst/>
            </a:prstGeom>
          </p:spPr>
        </p:pic>
      </p:grpSp>
      <p:grpSp>
        <p:nvGrpSpPr>
          <p:cNvPr id="50" name="Group 49">
            <a:extLst>
              <a:ext uri="{FF2B5EF4-FFF2-40B4-BE49-F238E27FC236}">
                <a16:creationId xmlns:a16="http://schemas.microsoft.com/office/drawing/2014/main" id="{C307C31B-BA69-EE12-7971-C376055BE6D7}"/>
              </a:ext>
            </a:extLst>
          </p:cNvPr>
          <p:cNvGrpSpPr/>
          <p:nvPr/>
        </p:nvGrpSpPr>
        <p:grpSpPr>
          <a:xfrm>
            <a:off x="4640594" y="2238457"/>
            <a:ext cx="2839560" cy="295466"/>
            <a:chOff x="939180" y="1165070"/>
            <a:chExt cx="2839560" cy="295466"/>
          </a:xfrm>
        </p:grpSpPr>
        <p:sp>
          <p:nvSpPr>
            <p:cNvPr id="51" name="Text Placeholder 1">
              <a:extLst>
                <a:ext uri="{FF2B5EF4-FFF2-40B4-BE49-F238E27FC236}">
                  <a16:creationId xmlns:a16="http://schemas.microsoft.com/office/drawing/2014/main" id="{53B92DAC-A58B-EE2E-01BB-E32A745E927A}"/>
                </a:ext>
              </a:extLst>
            </p:cNvPr>
            <p:cNvSpPr txBox="1">
              <a:spLocks/>
            </p:cNvSpPr>
            <p:nvPr/>
          </p:nvSpPr>
          <p:spPr>
            <a:xfrm>
              <a:off x="939180" y="1165070"/>
              <a:ext cx="2839560"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8: ENTER TEXT HERE</a:t>
              </a:r>
            </a:p>
          </p:txBody>
        </p:sp>
        <p:sp>
          <p:nvSpPr>
            <p:cNvPr id="52" name="Rectangle 51">
              <a:extLst>
                <a:ext uri="{FF2B5EF4-FFF2-40B4-BE49-F238E27FC236}">
                  <a16:creationId xmlns:a16="http://schemas.microsoft.com/office/drawing/2014/main" id="{8107529B-F54E-947D-FC53-B326453CE6EA}"/>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C2140AAB-83BA-58D7-7E68-93954049AFB1}"/>
                </a:ext>
              </a:extLst>
            </p:cNvPr>
            <p:cNvPicPr>
              <a:picLocks noChangeAspect="1"/>
            </p:cNvPicPr>
            <p:nvPr/>
          </p:nvPicPr>
          <p:blipFill>
            <a:blip r:embed="rId9"/>
            <a:srcRect/>
            <a:stretch/>
          </p:blipFill>
          <p:spPr>
            <a:xfrm>
              <a:off x="988990" y="1205668"/>
              <a:ext cx="214269" cy="214269"/>
            </a:xfrm>
            <a:prstGeom prst="rect">
              <a:avLst/>
            </a:prstGeom>
          </p:spPr>
        </p:pic>
      </p:grpSp>
      <p:grpSp>
        <p:nvGrpSpPr>
          <p:cNvPr id="54" name="Group 53">
            <a:extLst>
              <a:ext uri="{FF2B5EF4-FFF2-40B4-BE49-F238E27FC236}">
                <a16:creationId xmlns:a16="http://schemas.microsoft.com/office/drawing/2014/main" id="{2A82C27F-6119-BF05-527D-B63F4255B4C5}"/>
              </a:ext>
            </a:extLst>
          </p:cNvPr>
          <p:cNvGrpSpPr/>
          <p:nvPr/>
        </p:nvGrpSpPr>
        <p:grpSpPr>
          <a:xfrm>
            <a:off x="4640594" y="2793862"/>
            <a:ext cx="2839560" cy="295466"/>
            <a:chOff x="939180" y="1165070"/>
            <a:chExt cx="2839560" cy="295466"/>
          </a:xfrm>
        </p:grpSpPr>
        <p:sp>
          <p:nvSpPr>
            <p:cNvPr id="55" name="Text Placeholder 1">
              <a:extLst>
                <a:ext uri="{FF2B5EF4-FFF2-40B4-BE49-F238E27FC236}">
                  <a16:creationId xmlns:a16="http://schemas.microsoft.com/office/drawing/2014/main" id="{AD93DF01-9A3A-AB11-DE55-4103B3DB97D2}"/>
                </a:ext>
              </a:extLst>
            </p:cNvPr>
            <p:cNvSpPr txBox="1">
              <a:spLocks/>
            </p:cNvSpPr>
            <p:nvPr/>
          </p:nvSpPr>
          <p:spPr>
            <a:xfrm>
              <a:off x="939180" y="1165070"/>
              <a:ext cx="2839560"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9: ENTER TEXT HERE</a:t>
              </a:r>
            </a:p>
          </p:txBody>
        </p:sp>
        <p:sp>
          <p:nvSpPr>
            <p:cNvPr id="56" name="Rectangle 55">
              <a:extLst>
                <a:ext uri="{FF2B5EF4-FFF2-40B4-BE49-F238E27FC236}">
                  <a16:creationId xmlns:a16="http://schemas.microsoft.com/office/drawing/2014/main" id="{0FE1EAE2-C529-2BFF-3641-FA5D846A5A63}"/>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56">
              <a:extLst>
                <a:ext uri="{FF2B5EF4-FFF2-40B4-BE49-F238E27FC236}">
                  <a16:creationId xmlns:a16="http://schemas.microsoft.com/office/drawing/2014/main" id="{863EC4C3-3E30-4867-0353-F19BA6581419}"/>
                </a:ext>
              </a:extLst>
            </p:cNvPr>
            <p:cNvPicPr>
              <a:picLocks noChangeAspect="1"/>
            </p:cNvPicPr>
            <p:nvPr/>
          </p:nvPicPr>
          <p:blipFill>
            <a:blip r:embed="rId10"/>
            <a:srcRect/>
            <a:stretch/>
          </p:blipFill>
          <p:spPr>
            <a:xfrm>
              <a:off x="988990" y="1205668"/>
              <a:ext cx="214269" cy="214269"/>
            </a:xfrm>
            <a:prstGeom prst="rect">
              <a:avLst/>
            </a:prstGeom>
          </p:spPr>
        </p:pic>
      </p:grpSp>
      <p:grpSp>
        <p:nvGrpSpPr>
          <p:cNvPr id="58" name="Group 57">
            <a:extLst>
              <a:ext uri="{FF2B5EF4-FFF2-40B4-BE49-F238E27FC236}">
                <a16:creationId xmlns:a16="http://schemas.microsoft.com/office/drawing/2014/main" id="{119BCCED-1ED7-00D7-35E6-5A3700B9461E}"/>
              </a:ext>
            </a:extLst>
          </p:cNvPr>
          <p:cNvGrpSpPr/>
          <p:nvPr/>
        </p:nvGrpSpPr>
        <p:grpSpPr>
          <a:xfrm>
            <a:off x="4640594" y="3349267"/>
            <a:ext cx="2934137" cy="295466"/>
            <a:chOff x="939180" y="1165070"/>
            <a:chExt cx="2934137" cy="295466"/>
          </a:xfrm>
        </p:grpSpPr>
        <p:sp>
          <p:nvSpPr>
            <p:cNvPr id="59" name="Text Placeholder 1">
              <a:extLst>
                <a:ext uri="{FF2B5EF4-FFF2-40B4-BE49-F238E27FC236}">
                  <a16:creationId xmlns:a16="http://schemas.microsoft.com/office/drawing/2014/main" id="{29F03F0C-CEC8-83B8-4780-993CF0D60E76}"/>
                </a:ext>
              </a:extLst>
            </p:cNvPr>
            <p:cNvSpPr txBox="1">
              <a:spLocks/>
            </p:cNvSpPr>
            <p:nvPr/>
          </p:nvSpPr>
          <p:spPr>
            <a:xfrm>
              <a:off x="939180" y="1165070"/>
              <a:ext cx="2934137"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10: ENTER TEXT HERE</a:t>
              </a:r>
            </a:p>
          </p:txBody>
        </p:sp>
        <p:sp>
          <p:nvSpPr>
            <p:cNvPr id="60" name="Rectangle 59">
              <a:extLst>
                <a:ext uri="{FF2B5EF4-FFF2-40B4-BE49-F238E27FC236}">
                  <a16:creationId xmlns:a16="http://schemas.microsoft.com/office/drawing/2014/main" id="{56B8CFF6-2BAF-B503-0FAA-358664BA57CF}"/>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60">
              <a:extLst>
                <a:ext uri="{FF2B5EF4-FFF2-40B4-BE49-F238E27FC236}">
                  <a16:creationId xmlns:a16="http://schemas.microsoft.com/office/drawing/2014/main" id="{9E75ABBF-AD50-AF8F-2216-0E97F1DDF3FD}"/>
                </a:ext>
              </a:extLst>
            </p:cNvPr>
            <p:cNvPicPr>
              <a:picLocks noChangeAspect="1"/>
            </p:cNvPicPr>
            <p:nvPr/>
          </p:nvPicPr>
          <p:blipFill>
            <a:blip r:embed="rId11"/>
            <a:srcRect/>
            <a:stretch/>
          </p:blipFill>
          <p:spPr>
            <a:xfrm>
              <a:off x="988990" y="1205668"/>
              <a:ext cx="214269" cy="214269"/>
            </a:xfrm>
            <a:prstGeom prst="rect">
              <a:avLst/>
            </a:prstGeom>
          </p:spPr>
        </p:pic>
      </p:grpSp>
      <p:grpSp>
        <p:nvGrpSpPr>
          <p:cNvPr id="62" name="Group 61">
            <a:extLst>
              <a:ext uri="{FF2B5EF4-FFF2-40B4-BE49-F238E27FC236}">
                <a16:creationId xmlns:a16="http://schemas.microsoft.com/office/drawing/2014/main" id="{38620BA3-0DA3-BBC3-4CAA-3D7B11D93F05}"/>
              </a:ext>
            </a:extLst>
          </p:cNvPr>
          <p:cNvGrpSpPr/>
          <p:nvPr/>
        </p:nvGrpSpPr>
        <p:grpSpPr>
          <a:xfrm>
            <a:off x="4640594" y="3904672"/>
            <a:ext cx="2934137" cy="295466"/>
            <a:chOff x="939180" y="1165070"/>
            <a:chExt cx="2934137" cy="295466"/>
          </a:xfrm>
        </p:grpSpPr>
        <p:sp>
          <p:nvSpPr>
            <p:cNvPr id="63" name="Text Placeholder 1">
              <a:extLst>
                <a:ext uri="{FF2B5EF4-FFF2-40B4-BE49-F238E27FC236}">
                  <a16:creationId xmlns:a16="http://schemas.microsoft.com/office/drawing/2014/main" id="{4828025D-5A2D-6F0E-F6F8-E8E150DFDA0B}"/>
                </a:ext>
              </a:extLst>
            </p:cNvPr>
            <p:cNvSpPr txBox="1">
              <a:spLocks/>
            </p:cNvSpPr>
            <p:nvPr/>
          </p:nvSpPr>
          <p:spPr>
            <a:xfrm>
              <a:off x="939180" y="1165070"/>
              <a:ext cx="2934137"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11: ENTER TEXT HERE</a:t>
              </a:r>
            </a:p>
          </p:txBody>
        </p:sp>
        <p:sp>
          <p:nvSpPr>
            <p:cNvPr id="64" name="Rectangle 63">
              <a:extLst>
                <a:ext uri="{FF2B5EF4-FFF2-40B4-BE49-F238E27FC236}">
                  <a16:creationId xmlns:a16="http://schemas.microsoft.com/office/drawing/2014/main" id="{43173B87-B772-DE22-5F0C-81D7FE0A0EA2}"/>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Picture 64">
              <a:extLst>
                <a:ext uri="{FF2B5EF4-FFF2-40B4-BE49-F238E27FC236}">
                  <a16:creationId xmlns:a16="http://schemas.microsoft.com/office/drawing/2014/main" id="{573F729C-E89D-E5F2-9B82-560886B03D97}"/>
                </a:ext>
              </a:extLst>
            </p:cNvPr>
            <p:cNvPicPr>
              <a:picLocks noChangeAspect="1"/>
            </p:cNvPicPr>
            <p:nvPr/>
          </p:nvPicPr>
          <p:blipFill>
            <a:blip r:embed="rId12"/>
            <a:srcRect/>
            <a:stretch/>
          </p:blipFill>
          <p:spPr>
            <a:xfrm>
              <a:off x="988990" y="1205668"/>
              <a:ext cx="214269" cy="214269"/>
            </a:xfrm>
            <a:prstGeom prst="rect">
              <a:avLst/>
            </a:prstGeom>
          </p:spPr>
        </p:pic>
      </p:grpSp>
      <p:grpSp>
        <p:nvGrpSpPr>
          <p:cNvPr id="66" name="Group 65">
            <a:extLst>
              <a:ext uri="{FF2B5EF4-FFF2-40B4-BE49-F238E27FC236}">
                <a16:creationId xmlns:a16="http://schemas.microsoft.com/office/drawing/2014/main" id="{ECDD50EF-5CCE-AE1A-0B36-FC0B8EBD763D}"/>
              </a:ext>
            </a:extLst>
          </p:cNvPr>
          <p:cNvGrpSpPr/>
          <p:nvPr/>
        </p:nvGrpSpPr>
        <p:grpSpPr>
          <a:xfrm>
            <a:off x="4640594" y="4460077"/>
            <a:ext cx="2934137" cy="295466"/>
            <a:chOff x="939180" y="1165070"/>
            <a:chExt cx="2934137" cy="295466"/>
          </a:xfrm>
        </p:grpSpPr>
        <p:sp>
          <p:nvSpPr>
            <p:cNvPr id="67" name="Text Placeholder 1">
              <a:extLst>
                <a:ext uri="{FF2B5EF4-FFF2-40B4-BE49-F238E27FC236}">
                  <a16:creationId xmlns:a16="http://schemas.microsoft.com/office/drawing/2014/main" id="{1B3F94BE-0FA1-4A4C-7A86-1E531815EBB8}"/>
                </a:ext>
              </a:extLst>
            </p:cNvPr>
            <p:cNvSpPr txBox="1">
              <a:spLocks/>
            </p:cNvSpPr>
            <p:nvPr/>
          </p:nvSpPr>
          <p:spPr>
            <a:xfrm>
              <a:off x="939180" y="1165070"/>
              <a:ext cx="2934137"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12: ENTER TEXT HERE</a:t>
              </a:r>
            </a:p>
          </p:txBody>
        </p:sp>
        <p:sp>
          <p:nvSpPr>
            <p:cNvPr id="68" name="Rectangle 67">
              <a:extLst>
                <a:ext uri="{FF2B5EF4-FFF2-40B4-BE49-F238E27FC236}">
                  <a16:creationId xmlns:a16="http://schemas.microsoft.com/office/drawing/2014/main" id="{FFCD0037-B971-8370-5CA8-C074DE2A4D27}"/>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 name="Picture 68">
              <a:extLst>
                <a:ext uri="{FF2B5EF4-FFF2-40B4-BE49-F238E27FC236}">
                  <a16:creationId xmlns:a16="http://schemas.microsoft.com/office/drawing/2014/main" id="{E6C918EE-AB3C-6776-FAC9-5278DD85345E}"/>
                </a:ext>
              </a:extLst>
            </p:cNvPr>
            <p:cNvPicPr>
              <a:picLocks noChangeAspect="1"/>
            </p:cNvPicPr>
            <p:nvPr/>
          </p:nvPicPr>
          <p:blipFill>
            <a:blip r:embed="rId13"/>
            <a:srcRect/>
            <a:stretch/>
          </p:blipFill>
          <p:spPr>
            <a:xfrm>
              <a:off x="988990" y="1205668"/>
              <a:ext cx="214269" cy="214269"/>
            </a:xfrm>
            <a:prstGeom prst="rect">
              <a:avLst/>
            </a:prstGeom>
          </p:spPr>
        </p:pic>
      </p:grpSp>
      <p:grpSp>
        <p:nvGrpSpPr>
          <p:cNvPr id="70" name="Group 69">
            <a:extLst>
              <a:ext uri="{FF2B5EF4-FFF2-40B4-BE49-F238E27FC236}">
                <a16:creationId xmlns:a16="http://schemas.microsoft.com/office/drawing/2014/main" id="{F085DEFD-7AC6-7F3C-E19C-F8A6115EDB0E}"/>
              </a:ext>
            </a:extLst>
          </p:cNvPr>
          <p:cNvGrpSpPr/>
          <p:nvPr/>
        </p:nvGrpSpPr>
        <p:grpSpPr>
          <a:xfrm>
            <a:off x="4640594" y="5015482"/>
            <a:ext cx="2934137" cy="295466"/>
            <a:chOff x="939180" y="1165070"/>
            <a:chExt cx="2934137" cy="295466"/>
          </a:xfrm>
        </p:grpSpPr>
        <p:sp>
          <p:nvSpPr>
            <p:cNvPr id="71" name="Text Placeholder 1">
              <a:extLst>
                <a:ext uri="{FF2B5EF4-FFF2-40B4-BE49-F238E27FC236}">
                  <a16:creationId xmlns:a16="http://schemas.microsoft.com/office/drawing/2014/main" id="{55AFA563-FA28-7F86-B712-E2C2CE8E6449}"/>
                </a:ext>
              </a:extLst>
            </p:cNvPr>
            <p:cNvSpPr txBox="1">
              <a:spLocks/>
            </p:cNvSpPr>
            <p:nvPr/>
          </p:nvSpPr>
          <p:spPr>
            <a:xfrm>
              <a:off x="939180" y="1165070"/>
              <a:ext cx="2934137"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13: ENTER TEXT HERE</a:t>
              </a:r>
            </a:p>
          </p:txBody>
        </p:sp>
        <p:sp>
          <p:nvSpPr>
            <p:cNvPr id="72" name="Rectangle 71">
              <a:extLst>
                <a:ext uri="{FF2B5EF4-FFF2-40B4-BE49-F238E27FC236}">
                  <a16:creationId xmlns:a16="http://schemas.microsoft.com/office/drawing/2014/main" id="{8091333F-17C5-D8BE-C251-73323F05CAD4}"/>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E2D07E68-CBBF-8665-889B-D03584F623FE}"/>
                </a:ext>
              </a:extLst>
            </p:cNvPr>
            <p:cNvPicPr>
              <a:picLocks noChangeAspect="1"/>
            </p:cNvPicPr>
            <p:nvPr/>
          </p:nvPicPr>
          <p:blipFill>
            <a:blip r:embed="rId14"/>
            <a:srcRect/>
            <a:stretch/>
          </p:blipFill>
          <p:spPr>
            <a:xfrm>
              <a:off x="988990" y="1205668"/>
              <a:ext cx="214269" cy="214269"/>
            </a:xfrm>
            <a:prstGeom prst="rect">
              <a:avLst/>
            </a:prstGeom>
          </p:spPr>
        </p:pic>
      </p:grpSp>
      <p:grpSp>
        <p:nvGrpSpPr>
          <p:cNvPr id="74" name="Group 73">
            <a:extLst>
              <a:ext uri="{FF2B5EF4-FFF2-40B4-BE49-F238E27FC236}">
                <a16:creationId xmlns:a16="http://schemas.microsoft.com/office/drawing/2014/main" id="{1C0E5858-12CD-3163-CD83-A9ECA035BCF9}"/>
              </a:ext>
            </a:extLst>
          </p:cNvPr>
          <p:cNvGrpSpPr/>
          <p:nvPr/>
        </p:nvGrpSpPr>
        <p:grpSpPr>
          <a:xfrm>
            <a:off x="8302918" y="1689700"/>
            <a:ext cx="2934137" cy="295466"/>
            <a:chOff x="939180" y="1165070"/>
            <a:chExt cx="2934137" cy="295466"/>
          </a:xfrm>
        </p:grpSpPr>
        <p:sp>
          <p:nvSpPr>
            <p:cNvPr id="75" name="Text Placeholder 1">
              <a:extLst>
                <a:ext uri="{FF2B5EF4-FFF2-40B4-BE49-F238E27FC236}">
                  <a16:creationId xmlns:a16="http://schemas.microsoft.com/office/drawing/2014/main" id="{E0C3619A-5588-869B-9FF9-EC2CE0C2C7B3}"/>
                </a:ext>
              </a:extLst>
            </p:cNvPr>
            <p:cNvSpPr txBox="1">
              <a:spLocks/>
            </p:cNvSpPr>
            <p:nvPr/>
          </p:nvSpPr>
          <p:spPr>
            <a:xfrm>
              <a:off x="939180" y="1165070"/>
              <a:ext cx="2934137"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14: ENTER TEXT HERE</a:t>
              </a:r>
            </a:p>
          </p:txBody>
        </p:sp>
        <p:sp>
          <p:nvSpPr>
            <p:cNvPr id="76" name="Rectangle 75">
              <a:extLst>
                <a:ext uri="{FF2B5EF4-FFF2-40B4-BE49-F238E27FC236}">
                  <a16:creationId xmlns:a16="http://schemas.microsoft.com/office/drawing/2014/main" id="{6B4AA762-0048-C204-7347-91193EF77124}"/>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96A7E201-66D5-0675-132B-107064D572A2}"/>
                </a:ext>
              </a:extLst>
            </p:cNvPr>
            <p:cNvPicPr>
              <a:picLocks noChangeAspect="1"/>
            </p:cNvPicPr>
            <p:nvPr/>
          </p:nvPicPr>
          <p:blipFill>
            <a:blip r:embed="rId15"/>
            <a:srcRect/>
            <a:stretch/>
          </p:blipFill>
          <p:spPr>
            <a:xfrm>
              <a:off x="988990" y="1205668"/>
              <a:ext cx="214269" cy="214269"/>
            </a:xfrm>
            <a:prstGeom prst="rect">
              <a:avLst/>
            </a:prstGeom>
          </p:spPr>
        </p:pic>
      </p:grpSp>
      <p:grpSp>
        <p:nvGrpSpPr>
          <p:cNvPr id="78" name="Group 77">
            <a:extLst>
              <a:ext uri="{FF2B5EF4-FFF2-40B4-BE49-F238E27FC236}">
                <a16:creationId xmlns:a16="http://schemas.microsoft.com/office/drawing/2014/main" id="{C8931F22-3766-3856-BA8F-A49C39EFC452}"/>
              </a:ext>
            </a:extLst>
          </p:cNvPr>
          <p:cNvGrpSpPr/>
          <p:nvPr/>
        </p:nvGrpSpPr>
        <p:grpSpPr>
          <a:xfrm>
            <a:off x="8302918" y="2244010"/>
            <a:ext cx="2934137" cy="295466"/>
            <a:chOff x="939180" y="1165070"/>
            <a:chExt cx="2934137" cy="295466"/>
          </a:xfrm>
        </p:grpSpPr>
        <p:sp>
          <p:nvSpPr>
            <p:cNvPr id="79" name="Text Placeholder 1">
              <a:extLst>
                <a:ext uri="{FF2B5EF4-FFF2-40B4-BE49-F238E27FC236}">
                  <a16:creationId xmlns:a16="http://schemas.microsoft.com/office/drawing/2014/main" id="{BEC5C90D-2C30-4EF8-D655-9EB5F60E1280}"/>
                </a:ext>
              </a:extLst>
            </p:cNvPr>
            <p:cNvSpPr txBox="1">
              <a:spLocks/>
            </p:cNvSpPr>
            <p:nvPr/>
          </p:nvSpPr>
          <p:spPr>
            <a:xfrm>
              <a:off x="939180" y="1165070"/>
              <a:ext cx="2934137"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15: ENTER TEXT HERE</a:t>
              </a:r>
            </a:p>
          </p:txBody>
        </p:sp>
        <p:sp>
          <p:nvSpPr>
            <p:cNvPr id="80" name="Rectangle 79">
              <a:extLst>
                <a:ext uri="{FF2B5EF4-FFF2-40B4-BE49-F238E27FC236}">
                  <a16:creationId xmlns:a16="http://schemas.microsoft.com/office/drawing/2014/main" id="{753ACFBC-DAF3-90DC-F5D7-90BD696795BD}"/>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Picture 80">
              <a:extLst>
                <a:ext uri="{FF2B5EF4-FFF2-40B4-BE49-F238E27FC236}">
                  <a16:creationId xmlns:a16="http://schemas.microsoft.com/office/drawing/2014/main" id="{D69DF8E2-A299-DFE6-0A18-FFBFB0438590}"/>
                </a:ext>
              </a:extLst>
            </p:cNvPr>
            <p:cNvPicPr>
              <a:picLocks noChangeAspect="1"/>
            </p:cNvPicPr>
            <p:nvPr/>
          </p:nvPicPr>
          <p:blipFill>
            <a:blip r:embed="rId16"/>
            <a:srcRect/>
            <a:stretch/>
          </p:blipFill>
          <p:spPr>
            <a:xfrm>
              <a:off x="988990" y="1205668"/>
              <a:ext cx="214269" cy="214269"/>
            </a:xfrm>
            <a:prstGeom prst="rect">
              <a:avLst/>
            </a:prstGeom>
          </p:spPr>
        </p:pic>
      </p:grpSp>
      <p:grpSp>
        <p:nvGrpSpPr>
          <p:cNvPr id="82" name="Group 81">
            <a:extLst>
              <a:ext uri="{FF2B5EF4-FFF2-40B4-BE49-F238E27FC236}">
                <a16:creationId xmlns:a16="http://schemas.microsoft.com/office/drawing/2014/main" id="{A69542FA-C352-62C8-5246-13D515EFBFB4}"/>
              </a:ext>
            </a:extLst>
          </p:cNvPr>
          <p:cNvGrpSpPr/>
          <p:nvPr/>
        </p:nvGrpSpPr>
        <p:grpSpPr>
          <a:xfrm>
            <a:off x="8302918" y="2798320"/>
            <a:ext cx="2934137" cy="295466"/>
            <a:chOff x="939180" y="1165070"/>
            <a:chExt cx="2934137" cy="295466"/>
          </a:xfrm>
        </p:grpSpPr>
        <p:sp>
          <p:nvSpPr>
            <p:cNvPr id="83" name="Text Placeholder 1">
              <a:extLst>
                <a:ext uri="{FF2B5EF4-FFF2-40B4-BE49-F238E27FC236}">
                  <a16:creationId xmlns:a16="http://schemas.microsoft.com/office/drawing/2014/main" id="{61F64ECB-6F6F-9392-75E2-05FEE05E2E04}"/>
                </a:ext>
              </a:extLst>
            </p:cNvPr>
            <p:cNvSpPr txBox="1">
              <a:spLocks/>
            </p:cNvSpPr>
            <p:nvPr/>
          </p:nvSpPr>
          <p:spPr>
            <a:xfrm>
              <a:off x="939180" y="1165070"/>
              <a:ext cx="2934137"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16: ENTER TEXT HERE</a:t>
              </a:r>
            </a:p>
          </p:txBody>
        </p:sp>
        <p:sp>
          <p:nvSpPr>
            <p:cNvPr id="84" name="Rectangle 83">
              <a:extLst>
                <a:ext uri="{FF2B5EF4-FFF2-40B4-BE49-F238E27FC236}">
                  <a16:creationId xmlns:a16="http://schemas.microsoft.com/office/drawing/2014/main" id="{DB22A522-294D-40AB-5E14-538EBCDAA093}"/>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Picture 84">
              <a:extLst>
                <a:ext uri="{FF2B5EF4-FFF2-40B4-BE49-F238E27FC236}">
                  <a16:creationId xmlns:a16="http://schemas.microsoft.com/office/drawing/2014/main" id="{0876A853-E549-B5BC-497E-29837A5F3E03}"/>
                </a:ext>
              </a:extLst>
            </p:cNvPr>
            <p:cNvPicPr>
              <a:picLocks noChangeAspect="1"/>
            </p:cNvPicPr>
            <p:nvPr/>
          </p:nvPicPr>
          <p:blipFill>
            <a:blip r:embed="rId17"/>
            <a:srcRect/>
            <a:stretch/>
          </p:blipFill>
          <p:spPr>
            <a:xfrm>
              <a:off x="988990" y="1205668"/>
              <a:ext cx="214269" cy="214269"/>
            </a:xfrm>
            <a:prstGeom prst="rect">
              <a:avLst/>
            </a:prstGeom>
          </p:spPr>
        </p:pic>
      </p:grpSp>
      <p:grpSp>
        <p:nvGrpSpPr>
          <p:cNvPr id="86" name="Group 85">
            <a:extLst>
              <a:ext uri="{FF2B5EF4-FFF2-40B4-BE49-F238E27FC236}">
                <a16:creationId xmlns:a16="http://schemas.microsoft.com/office/drawing/2014/main" id="{2192E4A4-62A1-BBFD-419C-1B51CDFE4728}"/>
              </a:ext>
            </a:extLst>
          </p:cNvPr>
          <p:cNvGrpSpPr/>
          <p:nvPr/>
        </p:nvGrpSpPr>
        <p:grpSpPr>
          <a:xfrm>
            <a:off x="8302918" y="3352630"/>
            <a:ext cx="2934137" cy="295466"/>
            <a:chOff x="939180" y="1165070"/>
            <a:chExt cx="2934137" cy="295466"/>
          </a:xfrm>
        </p:grpSpPr>
        <p:sp>
          <p:nvSpPr>
            <p:cNvPr id="87" name="Text Placeholder 1">
              <a:extLst>
                <a:ext uri="{FF2B5EF4-FFF2-40B4-BE49-F238E27FC236}">
                  <a16:creationId xmlns:a16="http://schemas.microsoft.com/office/drawing/2014/main" id="{0F9D1F62-8BF2-E611-17C5-0CA9A73282A9}"/>
                </a:ext>
              </a:extLst>
            </p:cNvPr>
            <p:cNvSpPr txBox="1">
              <a:spLocks/>
            </p:cNvSpPr>
            <p:nvPr/>
          </p:nvSpPr>
          <p:spPr>
            <a:xfrm>
              <a:off x="939180" y="1165070"/>
              <a:ext cx="2934137"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17: ENTER TEXT HERE</a:t>
              </a:r>
            </a:p>
          </p:txBody>
        </p:sp>
        <p:sp>
          <p:nvSpPr>
            <p:cNvPr id="88" name="Rectangle 87">
              <a:extLst>
                <a:ext uri="{FF2B5EF4-FFF2-40B4-BE49-F238E27FC236}">
                  <a16:creationId xmlns:a16="http://schemas.microsoft.com/office/drawing/2014/main" id="{8F0A0BCB-9FB1-DA50-8783-CBA8EB2A5709}"/>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 name="Picture 88">
              <a:extLst>
                <a:ext uri="{FF2B5EF4-FFF2-40B4-BE49-F238E27FC236}">
                  <a16:creationId xmlns:a16="http://schemas.microsoft.com/office/drawing/2014/main" id="{09A1F18E-1707-3F2C-99C6-E58D0D274690}"/>
                </a:ext>
              </a:extLst>
            </p:cNvPr>
            <p:cNvPicPr>
              <a:picLocks noChangeAspect="1"/>
            </p:cNvPicPr>
            <p:nvPr/>
          </p:nvPicPr>
          <p:blipFill>
            <a:blip r:embed="rId18"/>
            <a:srcRect/>
            <a:stretch/>
          </p:blipFill>
          <p:spPr>
            <a:xfrm>
              <a:off x="988990" y="1205668"/>
              <a:ext cx="214269" cy="214269"/>
            </a:xfrm>
            <a:prstGeom prst="rect">
              <a:avLst/>
            </a:prstGeom>
          </p:spPr>
        </p:pic>
      </p:grpSp>
      <p:grpSp>
        <p:nvGrpSpPr>
          <p:cNvPr id="90" name="Group 89">
            <a:extLst>
              <a:ext uri="{FF2B5EF4-FFF2-40B4-BE49-F238E27FC236}">
                <a16:creationId xmlns:a16="http://schemas.microsoft.com/office/drawing/2014/main" id="{83840FC0-ACEE-2FF4-A83D-D29300714671}"/>
              </a:ext>
            </a:extLst>
          </p:cNvPr>
          <p:cNvGrpSpPr/>
          <p:nvPr/>
        </p:nvGrpSpPr>
        <p:grpSpPr>
          <a:xfrm>
            <a:off x="8302918" y="3906940"/>
            <a:ext cx="2934137" cy="295466"/>
            <a:chOff x="939180" y="1165070"/>
            <a:chExt cx="2934137" cy="295466"/>
          </a:xfrm>
        </p:grpSpPr>
        <p:sp>
          <p:nvSpPr>
            <p:cNvPr id="91" name="Text Placeholder 1">
              <a:extLst>
                <a:ext uri="{FF2B5EF4-FFF2-40B4-BE49-F238E27FC236}">
                  <a16:creationId xmlns:a16="http://schemas.microsoft.com/office/drawing/2014/main" id="{AB3BCEBF-AC87-1EF8-0D79-D7B176D9963D}"/>
                </a:ext>
              </a:extLst>
            </p:cNvPr>
            <p:cNvSpPr txBox="1">
              <a:spLocks/>
            </p:cNvSpPr>
            <p:nvPr/>
          </p:nvSpPr>
          <p:spPr>
            <a:xfrm>
              <a:off x="939180" y="1165070"/>
              <a:ext cx="2934137"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18: ENTER TEXT HERE</a:t>
              </a:r>
            </a:p>
          </p:txBody>
        </p:sp>
        <p:sp>
          <p:nvSpPr>
            <p:cNvPr id="92" name="Rectangle 91">
              <a:extLst>
                <a:ext uri="{FF2B5EF4-FFF2-40B4-BE49-F238E27FC236}">
                  <a16:creationId xmlns:a16="http://schemas.microsoft.com/office/drawing/2014/main" id="{F416B3AC-0BFF-847C-FBBA-A1719F822810}"/>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3" name="Picture 92">
              <a:extLst>
                <a:ext uri="{FF2B5EF4-FFF2-40B4-BE49-F238E27FC236}">
                  <a16:creationId xmlns:a16="http://schemas.microsoft.com/office/drawing/2014/main" id="{C7E833AE-53C0-4DB8-7A17-C1DF3AC47AE4}"/>
                </a:ext>
              </a:extLst>
            </p:cNvPr>
            <p:cNvPicPr>
              <a:picLocks noChangeAspect="1"/>
            </p:cNvPicPr>
            <p:nvPr/>
          </p:nvPicPr>
          <p:blipFill>
            <a:blip r:embed="rId19"/>
            <a:srcRect/>
            <a:stretch/>
          </p:blipFill>
          <p:spPr>
            <a:xfrm>
              <a:off x="988990" y="1205668"/>
              <a:ext cx="214269" cy="214269"/>
            </a:xfrm>
            <a:prstGeom prst="rect">
              <a:avLst/>
            </a:prstGeom>
          </p:spPr>
        </p:pic>
      </p:grpSp>
      <p:grpSp>
        <p:nvGrpSpPr>
          <p:cNvPr id="94" name="Group 93">
            <a:extLst>
              <a:ext uri="{FF2B5EF4-FFF2-40B4-BE49-F238E27FC236}">
                <a16:creationId xmlns:a16="http://schemas.microsoft.com/office/drawing/2014/main" id="{6B458C1B-C3B4-5D95-08D7-186A61C3C71D}"/>
              </a:ext>
            </a:extLst>
          </p:cNvPr>
          <p:cNvGrpSpPr/>
          <p:nvPr/>
        </p:nvGrpSpPr>
        <p:grpSpPr>
          <a:xfrm>
            <a:off x="8302918" y="4454601"/>
            <a:ext cx="2934137" cy="295466"/>
            <a:chOff x="939180" y="1165070"/>
            <a:chExt cx="2934137" cy="295466"/>
          </a:xfrm>
        </p:grpSpPr>
        <p:sp>
          <p:nvSpPr>
            <p:cNvPr id="95" name="Text Placeholder 1">
              <a:extLst>
                <a:ext uri="{FF2B5EF4-FFF2-40B4-BE49-F238E27FC236}">
                  <a16:creationId xmlns:a16="http://schemas.microsoft.com/office/drawing/2014/main" id="{7D792E6C-9EBD-1702-D58F-8855DC97DAEB}"/>
                </a:ext>
              </a:extLst>
            </p:cNvPr>
            <p:cNvSpPr txBox="1">
              <a:spLocks/>
            </p:cNvSpPr>
            <p:nvPr/>
          </p:nvSpPr>
          <p:spPr>
            <a:xfrm>
              <a:off x="939180" y="1165070"/>
              <a:ext cx="2934137" cy="295466"/>
            </a:xfrm>
            <a:prstGeom prst="rect">
              <a:avLst/>
            </a:prstGeom>
            <a:solidFill>
              <a:schemeClr val="bg1">
                <a:alpha val="57000"/>
              </a:schemeClr>
            </a:solidFill>
          </p:spPr>
          <p:txBody>
            <a:bodyPr wrap="none" tIns="91440" bIns="91440" anchor="ctr">
              <a:spAutoFit/>
            </a:bodyPr>
            <a:lstStyle>
              <a:lvl1pPr marL="228600" indent="-228600" algn="l" defTabSz="914400" rtl="0" eaLnBrk="1" latinLnBrk="0" hangingPunct="1">
                <a:lnSpc>
                  <a:spcPct val="90000"/>
                </a:lnSpc>
                <a:spcBef>
                  <a:spcPts val="1000"/>
                </a:spcBef>
                <a:buClr>
                  <a:schemeClr val="tx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0">
                <a:buNone/>
              </a:pPr>
              <a:r>
                <a:rPr lang="en-US" sz="800" spc="300">
                  <a:latin typeface="Consolas" panose="020B0609020204030204" pitchFamily="49" charset="0"/>
                  <a:cs typeface="Consolas" panose="020B0609020204030204" pitchFamily="49" charset="0"/>
                </a:rPr>
                <a:t>BULLET 19: ENTER TEXT HERE</a:t>
              </a:r>
            </a:p>
          </p:txBody>
        </p:sp>
        <p:sp>
          <p:nvSpPr>
            <p:cNvPr id="96" name="Rectangle 95">
              <a:extLst>
                <a:ext uri="{FF2B5EF4-FFF2-40B4-BE49-F238E27FC236}">
                  <a16:creationId xmlns:a16="http://schemas.microsoft.com/office/drawing/2014/main" id="{B2604257-E17F-DAF7-6929-4371EBE39F3C}"/>
                </a:ext>
              </a:extLst>
            </p:cNvPr>
            <p:cNvSpPr/>
            <p:nvPr/>
          </p:nvSpPr>
          <p:spPr>
            <a:xfrm>
              <a:off x="988991" y="1205669"/>
              <a:ext cx="214269" cy="2142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7" name="Picture 96">
              <a:extLst>
                <a:ext uri="{FF2B5EF4-FFF2-40B4-BE49-F238E27FC236}">
                  <a16:creationId xmlns:a16="http://schemas.microsoft.com/office/drawing/2014/main" id="{9678AD85-5EDC-2A9C-0796-815B79F3BB94}"/>
                </a:ext>
              </a:extLst>
            </p:cNvPr>
            <p:cNvPicPr>
              <a:picLocks noChangeAspect="1"/>
            </p:cNvPicPr>
            <p:nvPr/>
          </p:nvPicPr>
          <p:blipFill>
            <a:blip r:embed="rId20"/>
            <a:srcRect/>
            <a:stretch/>
          </p:blipFill>
          <p:spPr>
            <a:xfrm>
              <a:off x="988990" y="1205668"/>
              <a:ext cx="214269" cy="214269"/>
            </a:xfrm>
            <a:prstGeom prst="rect">
              <a:avLst/>
            </a:prstGeom>
          </p:spPr>
        </p:pic>
      </p:grpSp>
    </p:spTree>
    <p:extLst>
      <p:ext uri="{BB962C8B-B14F-4D97-AF65-F5344CB8AC3E}">
        <p14:creationId xmlns:p14="http://schemas.microsoft.com/office/powerpoint/2010/main" val="102221774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B11841-338D-4B5D-E476-3AF0EA7C9A51}"/>
              </a:ext>
            </a:extLst>
          </p:cNvPr>
          <p:cNvSpPr>
            <a:spLocks noGrp="1"/>
          </p:cNvSpPr>
          <p:nvPr>
            <p:ph type="ctrTitle"/>
          </p:nvPr>
        </p:nvSpPr>
        <p:spPr>
          <a:prstGeom prst="rect">
            <a:avLst/>
          </a:prstGeom>
        </p:spPr>
        <p:txBody>
          <a:bodyPr/>
          <a:lstStyle/>
          <a:p>
            <a:r>
              <a:rPr lang="en-US"/>
              <a:t>Flow chart design (light)</a:t>
            </a:r>
          </a:p>
        </p:txBody>
      </p:sp>
      <p:cxnSp>
        <p:nvCxnSpPr>
          <p:cNvPr id="34" name="Straight Connector 33">
            <a:extLst>
              <a:ext uri="{FF2B5EF4-FFF2-40B4-BE49-F238E27FC236}">
                <a16:creationId xmlns:a16="http://schemas.microsoft.com/office/drawing/2014/main" id="{FC02E112-1B25-F655-A3D8-C9B4BAAEB5AA}"/>
              </a:ext>
            </a:extLst>
          </p:cNvPr>
          <p:cNvCxnSpPr>
            <a:cxnSpLocks/>
          </p:cNvCxnSpPr>
          <p:nvPr/>
        </p:nvCxnSpPr>
        <p:spPr>
          <a:xfrm flipH="1">
            <a:off x="733376" y="4949531"/>
            <a:ext cx="2694964" cy="0"/>
          </a:xfrm>
          <a:prstGeom prst="line">
            <a:avLst/>
          </a:prstGeom>
          <a:ln cap="rnd">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EFD5A3F-23B4-D98A-E831-10B7C073C16A}"/>
              </a:ext>
            </a:extLst>
          </p:cNvPr>
          <p:cNvCxnSpPr>
            <a:cxnSpLocks/>
          </p:cNvCxnSpPr>
          <p:nvPr/>
        </p:nvCxnSpPr>
        <p:spPr>
          <a:xfrm flipH="1">
            <a:off x="733376" y="5587263"/>
            <a:ext cx="2684003" cy="0"/>
          </a:xfrm>
          <a:prstGeom prst="line">
            <a:avLst/>
          </a:prstGeom>
          <a:ln cap="rnd">
            <a:solidFill>
              <a:schemeClr val="tx1"/>
            </a:solidFill>
            <a:prstDash val="dash"/>
            <a:headEnd type="triangle"/>
          </a:ln>
        </p:spPr>
        <p:style>
          <a:lnRef idx="2">
            <a:schemeClr val="accent1"/>
          </a:lnRef>
          <a:fillRef idx="0">
            <a:schemeClr val="accent1"/>
          </a:fillRef>
          <a:effectRef idx="1">
            <a:schemeClr val="accent1"/>
          </a:effectRef>
          <a:fontRef idx="minor">
            <a:schemeClr val="tx1"/>
          </a:fontRef>
        </p:style>
      </p:cxnSp>
      <p:cxnSp>
        <p:nvCxnSpPr>
          <p:cNvPr id="36" name="Curved Connector 35">
            <a:extLst>
              <a:ext uri="{FF2B5EF4-FFF2-40B4-BE49-F238E27FC236}">
                <a16:creationId xmlns:a16="http://schemas.microsoft.com/office/drawing/2014/main" id="{8C24A419-E300-66AA-692D-C154B860FBFE}"/>
              </a:ext>
            </a:extLst>
          </p:cNvPr>
          <p:cNvCxnSpPr>
            <a:cxnSpLocks/>
          </p:cNvCxnSpPr>
          <p:nvPr/>
        </p:nvCxnSpPr>
        <p:spPr>
          <a:xfrm flipV="1">
            <a:off x="3806512" y="4105628"/>
            <a:ext cx="858832" cy="775984"/>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urved Connector 36">
            <a:extLst>
              <a:ext uri="{FF2B5EF4-FFF2-40B4-BE49-F238E27FC236}">
                <a16:creationId xmlns:a16="http://schemas.microsoft.com/office/drawing/2014/main" id="{83C1F778-2FB3-439A-2707-0C7E6E5E826F}"/>
              </a:ext>
            </a:extLst>
          </p:cNvPr>
          <p:cNvCxnSpPr>
            <a:cxnSpLocks/>
          </p:cNvCxnSpPr>
          <p:nvPr/>
        </p:nvCxnSpPr>
        <p:spPr>
          <a:xfrm>
            <a:off x="3806512" y="5101450"/>
            <a:ext cx="858832" cy="775984"/>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urved Connector 37">
            <a:extLst>
              <a:ext uri="{FF2B5EF4-FFF2-40B4-BE49-F238E27FC236}">
                <a16:creationId xmlns:a16="http://schemas.microsoft.com/office/drawing/2014/main" id="{034D2DE2-B63B-60FE-6EAB-8C1A6544BAF0}"/>
              </a:ext>
            </a:extLst>
          </p:cNvPr>
          <p:cNvCxnSpPr>
            <a:cxnSpLocks/>
          </p:cNvCxnSpPr>
          <p:nvPr/>
        </p:nvCxnSpPr>
        <p:spPr>
          <a:xfrm flipV="1">
            <a:off x="4471197" y="4105628"/>
            <a:ext cx="858832" cy="775984"/>
          </a:xfrm>
          <a:prstGeom prst="curvedConnector3">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9" name="Curved Connector 38">
            <a:extLst>
              <a:ext uri="{FF2B5EF4-FFF2-40B4-BE49-F238E27FC236}">
                <a16:creationId xmlns:a16="http://schemas.microsoft.com/office/drawing/2014/main" id="{DE4F6286-8647-11F0-9AB1-F2D1FD8D9460}"/>
              </a:ext>
            </a:extLst>
          </p:cNvPr>
          <p:cNvCxnSpPr>
            <a:cxnSpLocks/>
          </p:cNvCxnSpPr>
          <p:nvPr/>
        </p:nvCxnSpPr>
        <p:spPr>
          <a:xfrm>
            <a:off x="4471197" y="5101450"/>
            <a:ext cx="858832" cy="775984"/>
          </a:xfrm>
          <a:prstGeom prst="curvedConnector3">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0" name="Right Brace 39">
            <a:extLst>
              <a:ext uri="{FF2B5EF4-FFF2-40B4-BE49-F238E27FC236}">
                <a16:creationId xmlns:a16="http://schemas.microsoft.com/office/drawing/2014/main" id="{2C2D1658-B8E6-7CC3-840F-6A354760C86D}"/>
              </a:ext>
            </a:extLst>
          </p:cNvPr>
          <p:cNvSpPr/>
          <p:nvPr/>
        </p:nvSpPr>
        <p:spPr>
          <a:xfrm rot="16200000">
            <a:off x="1937897" y="3138045"/>
            <a:ext cx="296883" cy="244561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4" name="TextBox 53">
            <a:extLst>
              <a:ext uri="{FF2B5EF4-FFF2-40B4-BE49-F238E27FC236}">
                <a16:creationId xmlns:a16="http://schemas.microsoft.com/office/drawing/2014/main" id="{576903AE-8920-5AF4-DCD9-322D20543CAB}"/>
              </a:ext>
            </a:extLst>
          </p:cNvPr>
          <p:cNvSpPr txBox="1"/>
          <p:nvPr/>
        </p:nvSpPr>
        <p:spPr>
          <a:xfrm>
            <a:off x="7660295" y="4166636"/>
            <a:ext cx="1786597" cy="338554"/>
          </a:xfrm>
          <a:prstGeom prst="rect">
            <a:avLst/>
          </a:prstGeom>
          <a:noFill/>
        </p:spPr>
        <p:txBody>
          <a:bodyPr wrap="square" rtlCol="0">
            <a:spAutoFit/>
          </a:bodyPr>
          <a:lstStyle/>
          <a:p>
            <a:r>
              <a:rPr lang="en-US" sz="1600">
                <a:latin typeface="Tw Cen MT" panose="020B0602020104020603" pitchFamily="34" charset="77"/>
              </a:rPr>
              <a:t>Double click to edit</a:t>
            </a:r>
            <a:endParaRPr lang="en-US">
              <a:latin typeface="Tw Cen MT" panose="020B0602020104020603" pitchFamily="34" charset="77"/>
            </a:endParaRPr>
          </a:p>
        </p:txBody>
      </p:sp>
      <p:grpSp>
        <p:nvGrpSpPr>
          <p:cNvPr id="55" name="Group 54">
            <a:extLst>
              <a:ext uri="{FF2B5EF4-FFF2-40B4-BE49-F238E27FC236}">
                <a16:creationId xmlns:a16="http://schemas.microsoft.com/office/drawing/2014/main" id="{4055CA34-9454-7B74-C54C-6F3C35DD96F7}"/>
              </a:ext>
            </a:extLst>
          </p:cNvPr>
          <p:cNvGrpSpPr/>
          <p:nvPr/>
        </p:nvGrpSpPr>
        <p:grpSpPr>
          <a:xfrm>
            <a:off x="7830349" y="5420983"/>
            <a:ext cx="1751000" cy="276999"/>
            <a:chOff x="1030675" y="5841972"/>
            <a:chExt cx="1751000" cy="276999"/>
          </a:xfrm>
        </p:grpSpPr>
        <p:sp>
          <p:nvSpPr>
            <p:cNvPr id="56" name="TextBox 55">
              <a:extLst>
                <a:ext uri="{FF2B5EF4-FFF2-40B4-BE49-F238E27FC236}">
                  <a16:creationId xmlns:a16="http://schemas.microsoft.com/office/drawing/2014/main" id="{BD73F266-CE38-53CB-CDD6-712B941ED791}"/>
                </a:ext>
              </a:extLst>
            </p:cNvPr>
            <p:cNvSpPr txBox="1"/>
            <p:nvPr/>
          </p:nvSpPr>
          <p:spPr>
            <a:xfrm>
              <a:off x="1397649" y="5841972"/>
              <a:ext cx="1384026" cy="276999"/>
            </a:xfrm>
            <a:prstGeom prst="rect">
              <a:avLst/>
            </a:prstGeom>
            <a:noFill/>
          </p:spPr>
          <p:txBody>
            <a:bodyPr wrap="square" rtlCol="0">
              <a:spAutoFit/>
            </a:bodyPr>
            <a:lstStyle/>
            <a:p>
              <a:r>
                <a:rPr lang="en-US" sz="1200">
                  <a:latin typeface="Tw Cen MT" panose="020B0602020104020603" pitchFamily="34" charset="77"/>
                </a:rPr>
                <a:t>Double-click to edit</a:t>
              </a:r>
              <a:endParaRPr lang="en-US" sz="1600">
                <a:latin typeface="Tw Cen MT" panose="020B0602020104020603" pitchFamily="34" charset="77"/>
              </a:endParaRPr>
            </a:p>
          </p:txBody>
        </p:sp>
        <p:sp>
          <p:nvSpPr>
            <p:cNvPr id="57" name="Rectangle 56">
              <a:extLst>
                <a:ext uri="{FF2B5EF4-FFF2-40B4-BE49-F238E27FC236}">
                  <a16:creationId xmlns:a16="http://schemas.microsoft.com/office/drawing/2014/main" id="{77B08F76-3023-A83B-70D0-84A770246B59}"/>
                </a:ext>
              </a:extLst>
            </p:cNvPr>
            <p:cNvSpPr/>
            <p:nvPr/>
          </p:nvSpPr>
          <p:spPr>
            <a:xfrm>
              <a:off x="1030675" y="5871874"/>
              <a:ext cx="219838" cy="219838"/>
            </a:xfrm>
            <a:prstGeom prst="rect">
              <a:avLst/>
            </a:prstGeom>
            <a:solidFill>
              <a:srgbClr val="FF67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8F67909B-4402-4DC8-37A1-83513D2E82B0}"/>
              </a:ext>
            </a:extLst>
          </p:cNvPr>
          <p:cNvGrpSpPr/>
          <p:nvPr/>
        </p:nvGrpSpPr>
        <p:grpSpPr>
          <a:xfrm>
            <a:off x="7830349" y="5032991"/>
            <a:ext cx="1751000" cy="276999"/>
            <a:chOff x="1030675" y="5841972"/>
            <a:chExt cx="1751000" cy="276999"/>
          </a:xfrm>
        </p:grpSpPr>
        <p:sp>
          <p:nvSpPr>
            <p:cNvPr id="59" name="TextBox 58">
              <a:extLst>
                <a:ext uri="{FF2B5EF4-FFF2-40B4-BE49-F238E27FC236}">
                  <a16:creationId xmlns:a16="http://schemas.microsoft.com/office/drawing/2014/main" id="{4B590478-53B2-DED5-7F6E-DB2CC00EF5B6}"/>
                </a:ext>
              </a:extLst>
            </p:cNvPr>
            <p:cNvSpPr txBox="1"/>
            <p:nvPr/>
          </p:nvSpPr>
          <p:spPr>
            <a:xfrm>
              <a:off x="1397649" y="5841972"/>
              <a:ext cx="1384026" cy="276999"/>
            </a:xfrm>
            <a:prstGeom prst="rect">
              <a:avLst/>
            </a:prstGeom>
            <a:noFill/>
          </p:spPr>
          <p:txBody>
            <a:bodyPr wrap="square" rtlCol="0">
              <a:spAutoFit/>
            </a:bodyPr>
            <a:lstStyle/>
            <a:p>
              <a:r>
                <a:rPr lang="en-US" sz="1200">
                  <a:latin typeface="Tw Cen MT" panose="020B0602020104020603" pitchFamily="34" charset="77"/>
                </a:rPr>
                <a:t>Double-click to edit</a:t>
              </a:r>
              <a:endParaRPr lang="en-US" sz="1600">
                <a:latin typeface="Tw Cen MT" panose="020B0602020104020603" pitchFamily="34" charset="77"/>
              </a:endParaRPr>
            </a:p>
          </p:txBody>
        </p:sp>
        <p:sp>
          <p:nvSpPr>
            <p:cNvPr id="60" name="Rectangle 59">
              <a:extLst>
                <a:ext uri="{FF2B5EF4-FFF2-40B4-BE49-F238E27FC236}">
                  <a16:creationId xmlns:a16="http://schemas.microsoft.com/office/drawing/2014/main" id="{77101471-3140-5FF4-2827-C79D50DD8BB3}"/>
                </a:ext>
              </a:extLst>
            </p:cNvPr>
            <p:cNvSpPr/>
            <p:nvPr/>
          </p:nvSpPr>
          <p:spPr>
            <a:xfrm>
              <a:off x="1030675" y="5871874"/>
              <a:ext cx="219838" cy="21983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E6AAE2F7-D98B-1AC4-8E7A-D778493C9479}"/>
              </a:ext>
            </a:extLst>
          </p:cNvPr>
          <p:cNvGrpSpPr/>
          <p:nvPr/>
        </p:nvGrpSpPr>
        <p:grpSpPr>
          <a:xfrm>
            <a:off x="7830349" y="4644999"/>
            <a:ext cx="1751000" cy="276999"/>
            <a:chOff x="1030675" y="5841972"/>
            <a:chExt cx="1751000" cy="276999"/>
          </a:xfrm>
        </p:grpSpPr>
        <p:sp>
          <p:nvSpPr>
            <p:cNvPr id="62" name="TextBox 61">
              <a:extLst>
                <a:ext uri="{FF2B5EF4-FFF2-40B4-BE49-F238E27FC236}">
                  <a16:creationId xmlns:a16="http://schemas.microsoft.com/office/drawing/2014/main" id="{C1F7F35D-F568-FA71-FEB6-14027AE6F776}"/>
                </a:ext>
              </a:extLst>
            </p:cNvPr>
            <p:cNvSpPr txBox="1"/>
            <p:nvPr/>
          </p:nvSpPr>
          <p:spPr>
            <a:xfrm>
              <a:off x="1397649" y="5841972"/>
              <a:ext cx="1384026" cy="276999"/>
            </a:xfrm>
            <a:prstGeom prst="rect">
              <a:avLst/>
            </a:prstGeom>
            <a:noFill/>
          </p:spPr>
          <p:txBody>
            <a:bodyPr wrap="square" rtlCol="0">
              <a:spAutoFit/>
            </a:bodyPr>
            <a:lstStyle/>
            <a:p>
              <a:r>
                <a:rPr lang="en-US" sz="1200">
                  <a:latin typeface="Tw Cen MT" panose="020B0602020104020603" pitchFamily="34" charset="77"/>
                </a:rPr>
                <a:t>Double-click to edit</a:t>
              </a:r>
              <a:endParaRPr lang="en-US" sz="1600">
                <a:latin typeface="Tw Cen MT" panose="020B0602020104020603" pitchFamily="34" charset="77"/>
              </a:endParaRPr>
            </a:p>
          </p:txBody>
        </p:sp>
        <p:sp>
          <p:nvSpPr>
            <p:cNvPr id="63" name="Rectangle 62">
              <a:extLst>
                <a:ext uri="{FF2B5EF4-FFF2-40B4-BE49-F238E27FC236}">
                  <a16:creationId xmlns:a16="http://schemas.microsoft.com/office/drawing/2014/main" id="{4D683354-FD61-E89F-4E13-31AB80308D6B}"/>
                </a:ext>
              </a:extLst>
            </p:cNvPr>
            <p:cNvSpPr/>
            <p:nvPr/>
          </p:nvSpPr>
          <p:spPr>
            <a:xfrm>
              <a:off x="1030675" y="5871874"/>
              <a:ext cx="219838" cy="21983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9B58DD20-8B6F-E7A8-4AFB-5DC3BCA56E09}"/>
              </a:ext>
            </a:extLst>
          </p:cNvPr>
          <p:cNvGrpSpPr/>
          <p:nvPr/>
        </p:nvGrpSpPr>
        <p:grpSpPr>
          <a:xfrm>
            <a:off x="7830349" y="5808975"/>
            <a:ext cx="1751000" cy="276999"/>
            <a:chOff x="1030675" y="5841972"/>
            <a:chExt cx="1751000" cy="276999"/>
          </a:xfrm>
        </p:grpSpPr>
        <p:sp>
          <p:nvSpPr>
            <p:cNvPr id="65" name="TextBox 64">
              <a:extLst>
                <a:ext uri="{FF2B5EF4-FFF2-40B4-BE49-F238E27FC236}">
                  <a16:creationId xmlns:a16="http://schemas.microsoft.com/office/drawing/2014/main" id="{65D32FCF-5D86-EA65-D3D2-3193E06F6488}"/>
                </a:ext>
              </a:extLst>
            </p:cNvPr>
            <p:cNvSpPr txBox="1"/>
            <p:nvPr/>
          </p:nvSpPr>
          <p:spPr>
            <a:xfrm>
              <a:off x="1397649" y="5841972"/>
              <a:ext cx="1384026" cy="276999"/>
            </a:xfrm>
            <a:prstGeom prst="rect">
              <a:avLst/>
            </a:prstGeom>
            <a:noFill/>
          </p:spPr>
          <p:txBody>
            <a:bodyPr wrap="square" rtlCol="0">
              <a:spAutoFit/>
            </a:bodyPr>
            <a:lstStyle/>
            <a:p>
              <a:r>
                <a:rPr lang="en-US" sz="1200">
                  <a:latin typeface="Tw Cen MT" panose="020B0602020104020603" pitchFamily="34" charset="77"/>
                </a:rPr>
                <a:t>Double-click to edit</a:t>
              </a:r>
              <a:endParaRPr lang="en-US" sz="1600">
                <a:latin typeface="Tw Cen MT" panose="020B0602020104020603" pitchFamily="34" charset="77"/>
              </a:endParaRPr>
            </a:p>
          </p:txBody>
        </p:sp>
        <p:sp>
          <p:nvSpPr>
            <p:cNvPr id="66" name="Rectangle 65">
              <a:extLst>
                <a:ext uri="{FF2B5EF4-FFF2-40B4-BE49-F238E27FC236}">
                  <a16:creationId xmlns:a16="http://schemas.microsoft.com/office/drawing/2014/main" id="{0A7B02FB-EAA8-F712-8D20-5D45019C0D0F}"/>
                </a:ext>
              </a:extLst>
            </p:cNvPr>
            <p:cNvSpPr/>
            <p:nvPr/>
          </p:nvSpPr>
          <p:spPr>
            <a:xfrm>
              <a:off x="1030675" y="5882384"/>
              <a:ext cx="219838" cy="21983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7" name="Rectangle 86">
            <a:extLst>
              <a:ext uri="{FF2B5EF4-FFF2-40B4-BE49-F238E27FC236}">
                <a16:creationId xmlns:a16="http://schemas.microsoft.com/office/drawing/2014/main" id="{F9AEC1CA-01B8-80C2-A296-92461846ADBD}"/>
              </a:ext>
            </a:extLst>
          </p:cNvPr>
          <p:cNvSpPr/>
          <p:nvPr/>
        </p:nvSpPr>
        <p:spPr>
          <a:xfrm>
            <a:off x="2431300" y="1653634"/>
            <a:ext cx="1389888" cy="658368"/>
          </a:xfrm>
          <a:prstGeom prst="rect">
            <a:avLst/>
          </a:prstGeom>
          <a:noFill/>
          <a:ln w="19050">
            <a:gradFill flip="none" rotWithShape="1">
              <a:gsLst>
                <a:gs pos="0">
                  <a:srgbClr val="06E1FD"/>
                </a:gs>
                <a:gs pos="100000">
                  <a:schemeClr val="accent4"/>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w Cen MT" panose="020B0602020104020603" pitchFamily="34" charset="77"/>
              </a:rPr>
              <a:t>Click to edit</a:t>
            </a:r>
          </a:p>
        </p:txBody>
      </p:sp>
      <p:sp>
        <p:nvSpPr>
          <p:cNvPr id="88" name="Rectangle 87">
            <a:extLst>
              <a:ext uri="{FF2B5EF4-FFF2-40B4-BE49-F238E27FC236}">
                <a16:creationId xmlns:a16="http://schemas.microsoft.com/office/drawing/2014/main" id="{31E84F98-AC60-68DD-2AB5-307F9B2D729F}"/>
              </a:ext>
            </a:extLst>
          </p:cNvPr>
          <p:cNvSpPr/>
          <p:nvPr/>
        </p:nvSpPr>
        <p:spPr>
          <a:xfrm>
            <a:off x="4093074" y="1653634"/>
            <a:ext cx="1393283" cy="689234"/>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w Cen MT" panose="020B0602020104020603" pitchFamily="34" charset="77"/>
              </a:rPr>
              <a:t>Click to edit</a:t>
            </a:r>
          </a:p>
        </p:txBody>
      </p:sp>
      <p:sp>
        <p:nvSpPr>
          <p:cNvPr id="89" name="Rectangle 88">
            <a:extLst>
              <a:ext uri="{FF2B5EF4-FFF2-40B4-BE49-F238E27FC236}">
                <a16:creationId xmlns:a16="http://schemas.microsoft.com/office/drawing/2014/main" id="{4781FB56-B7EF-E551-5821-C7CC9FFDB8D2}"/>
              </a:ext>
            </a:extLst>
          </p:cNvPr>
          <p:cNvSpPr/>
          <p:nvPr/>
        </p:nvSpPr>
        <p:spPr>
          <a:xfrm>
            <a:off x="5740851" y="2471916"/>
            <a:ext cx="1393283" cy="689234"/>
          </a:xfrm>
          <a:prstGeom prst="rect">
            <a:avLst/>
          </a:prstGeom>
          <a:solidFill>
            <a:schemeClr val="accent5"/>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accent3"/>
                </a:solidFill>
                <a:latin typeface="Tw Cen MT" panose="020B0602020104020603" pitchFamily="34" charset="77"/>
              </a:rPr>
              <a:t>Click to edit</a:t>
            </a:r>
          </a:p>
        </p:txBody>
      </p:sp>
      <p:sp>
        <p:nvSpPr>
          <p:cNvPr id="90" name="Rectangle 89">
            <a:extLst>
              <a:ext uri="{FF2B5EF4-FFF2-40B4-BE49-F238E27FC236}">
                <a16:creationId xmlns:a16="http://schemas.microsoft.com/office/drawing/2014/main" id="{5B3EAB14-2173-9EA4-8CD1-55FB31B47E53}"/>
              </a:ext>
            </a:extLst>
          </p:cNvPr>
          <p:cNvSpPr/>
          <p:nvPr/>
        </p:nvSpPr>
        <p:spPr>
          <a:xfrm>
            <a:off x="4084378" y="2471916"/>
            <a:ext cx="1393283" cy="689234"/>
          </a:xfrm>
          <a:prstGeom prst="rect">
            <a:avLst/>
          </a:prstGeom>
          <a:solidFill>
            <a:schemeClr val="accent6"/>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w Cen MT" panose="020B0602020104020603" pitchFamily="34" charset="77"/>
              </a:rPr>
              <a:t>Click to edit</a:t>
            </a:r>
          </a:p>
        </p:txBody>
      </p:sp>
      <p:sp>
        <p:nvSpPr>
          <p:cNvPr id="91" name="Rectangle 90">
            <a:extLst>
              <a:ext uri="{FF2B5EF4-FFF2-40B4-BE49-F238E27FC236}">
                <a16:creationId xmlns:a16="http://schemas.microsoft.com/office/drawing/2014/main" id="{A4E02BA5-8E51-9FFE-F8F6-35C6E43E02A5}"/>
              </a:ext>
            </a:extLst>
          </p:cNvPr>
          <p:cNvSpPr/>
          <p:nvPr/>
        </p:nvSpPr>
        <p:spPr>
          <a:xfrm>
            <a:off x="5740851" y="1653634"/>
            <a:ext cx="1393283" cy="689234"/>
          </a:xfrm>
          <a:prstGeom prst="rect">
            <a:avLst/>
          </a:prstGeom>
          <a:solidFill>
            <a:schemeClr val="tx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w Cen MT" panose="020B0602020104020603" pitchFamily="34" charset="77"/>
              </a:rPr>
              <a:t>Click to edit</a:t>
            </a:r>
          </a:p>
        </p:txBody>
      </p:sp>
      <p:sp>
        <p:nvSpPr>
          <p:cNvPr id="92" name="Rectangle 91">
            <a:extLst>
              <a:ext uri="{FF2B5EF4-FFF2-40B4-BE49-F238E27FC236}">
                <a16:creationId xmlns:a16="http://schemas.microsoft.com/office/drawing/2014/main" id="{45746299-DB1C-9B64-858B-7FDF92847E41}"/>
              </a:ext>
            </a:extLst>
          </p:cNvPr>
          <p:cNvSpPr/>
          <p:nvPr/>
        </p:nvSpPr>
        <p:spPr>
          <a:xfrm>
            <a:off x="733376" y="1644143"/>
            <a:ext cx="1393283" cy="689234"/>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w Cen MT" panose="020B0602020104020603" pitchFamily="34" charset="77"/>
              </a:rPr>
              <a:t>Click to edit</a:t>
            </a:r>
          </a:p>
        </p:txBody>
      </p:sp>
      <p:sp>
        <p:nvSpPr>
          <p:cNvPr id="93" name="Rectangle 92">
            <a:extLst>
              <a:ext uri="{FF2B5EF4-FFF2-40B4-BE49-F238E27FC236}">
                <a16:creationId xmlns:a16="http://schemas.microsoft.com/office/drawing/2014/main" id="{CFF0D4DF-C4A2-4DFF-32EC-742AAD055DFA}"/>
              </a:ext>
            </a:extLst>
          </p:cNvPr>
          <p:cNvSpPr/>
          <p:nvPr/>
        </p:nvSpPr>
        <p:spPr>
          <a:xfrm>
            <a:off x="2431300" y="2444380"/>
            <a:ext cx="1389888" cy="685800"/>
          </a:xfrm>
          <a:prstGeom prst="rect">
            <a:avLst/>
          </a:prstGeom>
          <a:noFill/>
          <a:ln w="19050" cap="flat" cmpd="sng" algn="ctr">
            <a:gradFill flip="none" rotWithShape="1">
              <a:gsLst>
                <a:gs pos="0">
                  <a:srgbClr val="7FC9EE"/>
                </a:gs>
                <a:gs pos="100000">
                  <a:schemeClr val="accent5"/>
                </a:gs>
              </a:gsLst>
              <a:lin ang="27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effectLst/>
                <a:uLnTx/>
                <a:uFillTx/>
                <a:latin typeface="Tw Cen MT" panose="020B0602020104020603"/>
                <a:ea typeface="+mn-ea"/>
                <a:cs typeface="+mn-cs"/>
              </a:rPr>
              <a:t>Click to edit</a:t>
            </a:r>
          </a:p>
        </p:txBody>
      </p:sp>
      <p:sp>
        <p:nvSpPr>
          <p:cNvPr id="94" name="Rectangle 93">
            <a:extLst>
              <a:ext uri="{FF2B5EF4-FFF2-40B4-BE49-F238E27FC236}">
                <a16:creationId xmlns:a16="http://schemas.microsoft.com/office/drawing/2014/main" id="{54574B02-2212-8E7D-C04C-E31596E7D0B7}"/>
              </a:ext>
            </a:extLst>
          </p:cNvPr>
          <p:cNvSpPr/>
          <p:nvPr/>
        </p:nvSpPr>
        <p:spPr>
          <a:xfrm>
            <a:off x="735073" y="2444380"/>
            <a:ext cx="1389888" cy="685800"/>
          </a:xfrm>
          <a:prstGeom prst="rect">
            <a:avLst/>
          </a:prstGeom>
          <a:noFill/>
          <a:ln w="19050" cap="flat" cmpd="sng" algn="ctr">
            <a:gradFill flip="none" rotWithShape="1">
              <a:gsLst>
                <a:gs pos="0">
                  <a:srgbClr val="FF672D"/>
                </a:gs>
                <a:gs pos="100000">
                  <a:srgbClr val="9301E1"/>
                </a:gs>
              </a:gsLst>
              <a:lin ang="27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effectLst/>
                <a:uLnTx/>
                <a:uFillTx/>
                <a:latin typeface="Tw Cen MT" panose="020B0602020104020603"/>
                <a:ea typeface="+mn-ea"/>
                <a:cs typeface="+mn-cs"/>
              </a:rPr>
              <a:t>Click to edit</a:t>
            </a:r>
          </a:p>
        </p:txBody>
      </p:sp>
      <p:sp>
        <p:nvSpPr>
          <p:cNvPr id="95" name="Oval 94">
            <a:extLst>
              <a:ext uri="{FF2B5EF4-FFF2-40B4-BE49-F238E27FC236}">
                <a16:creationId xmlns:a16="http://schemas.microsoft.com/office/drawing/2014/main" id="{9C1AF092-0C03-7838-30E3-26F95A3C9975}"/>
              </a:ext>
            </a:extLst>
          </p:cNvPr>
          <p:cNvSpPr/>
          <p:nvPr/>
        </p:nvSpPr>
        <p:spPr>
          <a:xfrm>
            <a:off x="10049235" y="1770407"/>
            <a:ext cx="1302031" cy="1302031"/>
          </a:xfrm>
          <a:prstGeom prst="ellipse">
            <a:avLst/>
          </a:prstGeom>
          <a:noFill/>
          <a:ln w="19050">
            <a:gradFill>
              <a:gsLst>
                <a:gs pos="0">
                  <a:srgbClr val="FF672D"/>
                </a:gs>
                <a:gs pos="100000">
                  <a:srgbClr val="9301E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Click to edit</a:t>
            </a:r>
          </a:p>
        </p:txBody>
      </p:sp>
      <p:sp>
        <p:nvSpPr>
          <p:cNvPr id="96" name="Oval 95">
            <a:extLst>
              <a:ext uri="{FF2B5EF4-FFF2-40B4-BE49-F238E27FC236}">
                <a16:creationId xmlns:a16="http://schemas.microsoft.com/office/drawing/2014/main" id="{89ADD95A-BDC1-30F3-9260-CD7EFEA4E7C6}"/>
              </a:ext>
            </a:extLst>
          </p:cNvPr>
          <p:cNvSpPr/>
          <p:nvPr/>
        </p:nvSpPr>
        <p:spPr>
          <a:xfrm>
            <a:off x="7660295" y="1770407"/>
            <a:ext cx="1302031" cy="1302031"/>
          </a:xfrm>
          <a:prstGeom prst="ellipse">
            <a:avLst/>
          </a:prstGeom>
          <a:noFill/>
          <a:ln w="19050">
            <a:gradFill>
              <a:gsLst>
                <a:gs pos="0">
                  <a:srgbClr val="7FC9EE"/>
                </a:gs>
                <a:gs pos="100000">
                  <a:schemeClr val="accent5"/>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Click to edit</a:t>
            </a:r>
          </a:p>
        </p:txBody>
      </p:sp>
      <p:sp>
        <p:nvSpPr>
          <p:cNvPr id="97" name="Oval 96">
            <a:extLst>
              <a:ext uri="{FF2B5EF4-FFF2-40B4-BE49-F238E27FC236}">
                <a16:creationId xmlns:a16="http://schemas.microsoft.com/office/drawing/2014/main" id="{614D12FD-EA65-78B3-3D02-568AFDE48294}"/>
              </a:ext>
            </a:extLst>
          </p:cNvPr>
          <p:cNvSpPr/>
          <p:nvPr/>
        </p:nvSpPr>
        <p:spPr>
          <a:xfrm>
            <a:off x="8854765" y="1770407"/>
            <a:ext cx="1302031" cy="1302031"/>
          </a:xfrm>
          <a:prstGeom prst="ellipse">
            <a:avLst/>
          </a:prstGeom>
          <a:noFill/>
          <a:ln w="19050">
            <a:gradFill>
              <a:gsLst>
                <a:gs pos="100000">
                  <a:schemeClr val="accent4"/>
                </a:gs>
                <a:gs pos="0">
                  <a:srgbClr val="06E1F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Click to edit</a:t>
            </a:r>
          </a:p>
        </p:txBody>
      </p:sp>
      <p:sp>
        <p:nvSpPr>
          <p:cNvPr id="100" name="Text Placeholder 3">
            <a:extLst>
              <a:ext uri="{FF2B5EF4-FFF2-40B4-BE49-F238E27FC236}">
                <a16:creationId xmlns:a16="http://schemas.microsoft.com/office/drawing/2014/main" id="{764662EE-FA76-BA89-EB34-A55B4A65E8A3}"/>
              </a:ext>
            </a:extLst>
          </p:cNvPr>
          <p:cNvSpPr txBox="1">
            <a:spLocks/>
          </p:cNvSpPr>
          <p:nvPr/>
        </p:nvSpPr>
        <p:spPr>
          <a:xfrm>
            <a:off x="272618" y="1217520"/>
            <a:ext cx="2694964" cy="236540"/>
          </a:xfrm>
          <a:prstGeom prst="rect">
            <a:avLst/>
          </a:prstGeom>
        </p:spPr>
        <p:txBody>
          <a:bodyPr lIns="91440" rIns="91440"/>
          <a:lstStyle>
            <a:lvl1pPr marL="0" indent="0" algn="l" defTabSz="914400" rtl="0" eaLnBrk="1" latinLnBrk="0" hangingPunct="1">
              <a:lnSpc>
                <a:spcPct val="90000"/>
              </a:lnSpc>
              <a:spcBef>
                <a:spcPts val="1000"/>
              </a:spcBef>
              <a:buClr>
                <a:schemeClr val="tx1"/>
              </a:buClr>
              <a:buFont typeface="Arial" panose="020B0604020202020204" pitchFamily="34" charset="0"/>
              <a:buNone/>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spc="300"/>
              <a:t>BOXES</a:t>
            </a:r>
          </a:p>
        </p:txBody>
      </p:sp>
      <p:sp>
        <p:nvSpPr>
          <p:cNvPr id="101" name="Text Placeholder 3">
            <a:extLst>
              <a:ext uri="{FF2B5EF4-FFF2-40B4-BE49-F238E27FC236}">
                <a16:creationId xmlns:a16="http://schemas.microsoft.com/office/drawing/2014/main" id="{8A402B39-69A5-1020-1CC5-F75EB2A093E9}"/>
              </a:ext>
            </a:extLst>
          </p:cNvPr>
          <p:cNvSpPr txBox="1">
            <a:spLocks/>
          </p:cNvSpPr>
          <p:nvPr/>
        </p:nvSpPr>
        <p:spPr>
          <a:xfrm>
            <a:off x="272618" y="3833674"/>
            <a:ext cx="2694964" cy="236540"/>
          </a:xfrm>
          <a:prstGeom prst="rect">
            <a:avLst/>
          </a:prstGeom>
        </p:spPr>
        <p:txBody>
          <a:bodyPr lIns="91440" rIns="91440"/>
          <a:lstStyle>
            <a:lvl1pPr marL="0" indent="0" algn="l" defTabSz="914400" rtl="0" eaLnBrk="1" latinLnBrk="0" hangingPunct="1">
              <a:lnSpc>
                <a:spcPct val="90000"/>
              </a:lnSpc>
              <a:spcBef>
                <a:spcPts val="1000"/>
              </a:spcBef>
              <a:buClr>
                <a:schemeClr val="tx1"/>
              </a:buClr>
              <a:buFont typeface="Arial" panose="020B0604020202020204" pitchFamily="34" charset="0"/>
              <a:buNone/>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spc="300"/>
              <a:t>LINES</a:t>
            </a:r>
          </a:p>
        </p:txBody>
      </p:sp>
      <p:sp>
        <p:nvSpPr>
          <p:cNvPr id="102" name="Text Placeholder 3">
            <a:extLst>
              <a:ext uri="{FF2B5EF4-FFF2-40B4-BE49-F238E27FC236}">
                <a16:creationId xmlns:a16="http://schemas.microsoft.com/office/drawing/2014/main" id="{CEBA1AB1-8A53-9540-CD0F-594C473E3CBC}"/>
              </a:ext>
            </a:extLst>
          </p:cNvPr>
          <p:cNvSpPr txBox="1">
            <a:spLocks/>
          </p:cNvSpPr>
          <p:nvPr/>
        </p:nvSpPr>
        <p:spPr>
          <a:xfrm>
            <a:off x="7541031" y="1214667"/>
            <a:ext cx="2694964" cy="236540"/>
          </a:xfrm>
          <a:prstGeom prst="rect">
            <a:avLst/>
          </a:prstGeom>
        </p:spPr>
        <p:txBody>
          <a:bodyPr lIns="91440" rIns="91440"/>
          <a:lstStyle>
            <a:lvl1pPr marL="0" indent="0" algn="l" defTabSz="914400" rtl="0" eaLnBrk="1" latinLnBrk="0" hangingPunct="1">
              <a:lnSpc>
                <a:spcPct val="90000"/>
              </a:lnSpc>
              <a:spcBef>
                <a:spcPts val="1000"/>
              </a:spcBef>
              <a:buClr>
                <a:schemeClr val="tx1"/>
              </a:buClr>
              <a:buFont typeface="Arial" panose="020B0604020202020204" pitchFamily="34" charset="0"/>
              <a:buNone/>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spc="300"/>
              <a:t>CIRCLES</a:t>
            </a:r>
          </a:p>
        </p:txBody>
      </p:sp>
      <p:sp>
        <p:nvSpPr>
          <p:cNvPr id="103" name="Text Placeholder 3">
            <a:extLst>
              <a:ext uri="{FF2B5EF4-FFF2-40B4-BE49-F238E27FC236}">
                <a16:creationId xmlns:a16="http://schemas.microsoft.com/office/drawing/2014/main" id="{7BA8B09E-6417-3348-BB0C-845F5B7AF1EF}"/>
              </a:ext>
            </a:extLst>
          </p:cNvPr>
          <p:cNvSpPr txBox="1">
            <a:spLocks/>
          </p:cNvSpPr>
          <p:nvPr/>
        </p:nvSpPr>
        <p:spPr>
          <a:xfrm>
            <a:off x="7541031" y="3838401"/>
            <a:ext cx="2694964" cy="236540"/>
          </a:xfrm>
          <a:prstGeom prst="rect">
            <a:avLst/>
          </a:prstGeom>
        </p:spPr>
        <p:txBody>
          <a:bodyPr lIns="91440" rIns="91440"/>
          <a:lstStyle>
            <a:lvl1pPr marL="0" indent="0" algn="l" defTabSz="914400" rtl="0" eaLnBrk="1" latinLnBrk="0" hangingPunct="1">
              <a:lnSpc>
                <a:spcPct val="90000"/>
              </a:lnSpc>
              <a:spcBef>
                <a:spcPts val="1000"/>
              </a:spcBef>
              <a:buClr>
                <a:schemeClr val="tx1"/>
              </a:buClr>
              <a:buFont typeface="Arial" panose="020B0604020202020204" pitchFamily="34" charset="0"/>
              <a:buNone/>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spc="300"/>
              <a:t>KEY</a:t>
            </a:r>
          </a:p>
        </p:txBody>
      </p:sp>
    </p:spTree>
    <p:extLst>
      <p:ext uri="{BB962C8B-B14F-4D97-AF65-F5344CB8AC3E}">
        <p14:creationId xmlns:p14="http://schemas.microsoft.com/office/powerpoint/2010/main" val="5126652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B2127-EB0B-B66A-BD81-C764389219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871CBB6-3B80-9C85-863D-C542DE808E3F}"/>
              </a:ext>
            </a:extLst>
          </p:cNvPr>
          <p:cNvSpPr>
            <a:spLocks noGrp="1"/>
          </p:cNvSpPr>
          <p:nvPr>
            <p:ph type="ctrTitle"/>
          </p:nvPr>
        </p:nvSpPr>
        <p:spPr>
          <a:prstGeom prst="rect">
            <a:avLst/>
          </a:prstGeom>
        </p:spPr>
        <p:txBody>
          <a:bodyPr/>
          <a:lstStyle/>
          <a:p>
            <a:r>
              <a:rPr lang="en-US"/>
              <a:t>Flow chart design (dark)</a:t>
            </a:r>
          </a:p>
        </p:txBody>
      </p:sp>
      <p:sp>
        <p:nvSpPr>
          <p:cNvPr id="20" name="Rectangle 19">
            <a:extLst>
              <a:ext uri="{FF2B5EF4-FFF2-40B4-BE49-F238E27FC236}">
                <a16:creationId xmlns:a16="http://schemas.microsoft.com/office/drawing/2014/main" id="{7F29C700-FB19-B5B7-53C2-A5077DD82F17}"/>
              </a:ext>
            </a:extLst>
          </p:cNvPr>
          <p:cNvSpPr/>
          <p:nvPr/>
        </p:nvSpPr>
        <p:spPr>
          <a:xfrm>
            <a:off x="2431300" y="1653634"/>
            <a:ext cx="1389888" cy="658368"/>
          </a:xfrm>
          <a:prstGeom prst="rect">
            <a:avLst/>
          </a:prstGeom>
          <a:noFill/>
          <a:ln w="19050">
            <a:gradFill flip="none" rotWithShape="1">
              <a:gsLst>
                <a:gs pos="0">
                  <a:srgbClr val="06E1FD"/>
                </a:gs>
                <a:gs pos="100000">
                  <a:schemeClr val="accent4"/>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w Cen MT" panose="020B0602020104020603" pitchFamily="34" charset="77"/>
              </a:rPr>
              <a:t>Click to edit</a:t>
            </a:r>
          </a:p>
        </p:txBody>
      </p:sp>
      <p:sp>
        <p:nvSpPr>
          <p:cNvPr id="21" name="Rectangle 20">
            <a:extLst>
              <a:ext uri="{FF2B5EF4-FFF2-40B4-BE49-F238E27FC236}">
                <a16:creationId xmlns:a16="http://schemas.microsoft.com/office/drawing/2014/main" id="{EF949CFA-5481-E4CE-F89A-9E605E8E87A0}"/>
              </a:ext>
            </a:extLst>
          </p:cNvPr>
          <p:cNvSpPr/>
          <p:nvPr/>
        </p:nvSpPr>
        <p:spPr>
          <a:xfrm>
            <a:off x="4093074" y="1653634"/>
            <a:ext cx="1393283" cy="689234"/>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w Cen MT" panose="020B0602020104020603" pitchFamily="34" charset="77"/>
              </a:rPr>
              <a:t>Click to edit</a:t>
            </a:r>
          </a:p>
        </p:txBody>
      </p:sp>
      <p:sp>
        <p:nvSpPr>
          <p:cNvPr id="29" name="Rectangle 28">
            <a:extLst>
              <a:ext uri="{FF2B5EF4-FFF2-40B4-BE49-F238E27FC236}">
                <a16:creationId xmlns:a16="http://schemas.microsoft.com/office/drawing/2014/main" id="{9C90B3F0-94AC-E40C-9BE1-A33DCA0A2509}"/>
              </a:ext>
            </a:extLst>
          </p:cNvPr>
          <p:cNvSpPr/>
          <p:nvPr/>
        </p:nvSpPr>
        <p:spPr>
          <a:xfrm>
            <a:off x="5740851" y="2471916"/>
            <a:ext cx="1393283" cy="689234"/>
          </a:xfrm>
          <a:prstGeom prst="rect">
            <a:avLst/>
          </a:prstGeom>
          <a:solidFill>
            <a:schemeClr val="accent5"/>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w Cen MT" panose="020B0602020104020603" pitchFamily="34" charset="77"/>
              </a:rPr>
              <a:t>Click to edit</a:t>
            </a:r>
          </a:p>
        </p:txBody>
      </p:sp>
      <p:sp>
        <p:nvSpPr>
          <p:cNvPr id="30" name="Rectangle 29">
            <a:extLst>
              <a:ext uri="{FF2B5EF4-FFF2-40B4-BE49-F238E27FC236}">
                <a16:creationId xmlns:a16="http://schemas.microsoft.com/office/drawing/2014/main" id="{C98D6457-A103-3670-BD2F-CFF0A475A96C}"/>
              </a:ext>
            </a:extLst>
          </p:cNvPr>
          <p:cNvSpPr/>
          <p:nvPr/>
        </p:nvSpPr>
        <p:spPr>
          <a:xfrm>
            <a:off x="4084378" y="2471916"/>
            <a:ext cx="1393283" cy="689234"/>
          </a:xfrm>
          <a:prstGeom prst="rect">
            <a:avLst/>
          </a:prstGeom>
          <a:solidFill>
            <a:schemeClr val="accent6"/>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w Cen MT" panose="020B0602020104020603" pitchFamily="34" charset="77"/>
              </a:rPr>
              <a:t>Click to edit</a:t>
            </a:r>
          </a:p>
        </p:txBody>
      </p:sp>
      <p:sp>
        <p:nvSpPr>
          <p:cNvPr id="31" name="Rectangle 30">
            <a:extLst>
              <a:ext uri="{FF2B5EF4-FFF2-40B4-BE49-F238E27FC236}">
                <a16:creationId xmlns:a16="http://schemas.microsoft.com/office/drawing/2014/main" id="{D5515EA6-E6B2-5B36-A64D-45982AA4B88E}"/>
              </a:ext>
            </a:extLst>
          </p:cNvPr>
          <p:cNvSpPr/>
          <p:nvPr/>
        </p:nvSpPr>
        <p:spPr>
          <a:xfrm>
            <a:off x="5740851" y="1653634"/>
            <a:ext cx="1393283" cy="689234"/>
          </a:xfrm>
          <a:prstGeom prst="rect">
            <a:avLst/>
          </a:prstGeom>
          <a:solidFill>
            <a:schemeClr val="tx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Tw Cen MT" panose="020B0602020104020603" pitchFamily="34" charset="77"/>
              </a:rPr>
              <a:t>Click to edit</a:t>
            </a:r>
          </a:p>
        </p:txBody>
      </p:sp>
      <p:sp>
        <p:nvSpPr>
          <p:cNvPr id="32" name="Rectangle 31">
            <a:extLst>
              <a:ext uri="{FF2B5EF4-FFF2-40B4-BE49-F238E27FC236}">
                <a16:creationId xmlns:a16="http://schemas.microsoft.com/office/drawing/2014/main" id="{33262CE0-C921-4059-86EA-40D6DAC6030E}"/>
              </a:ext>
            </a:extLst>
          </p:cNvPr>
          <p:cNvSpPr/>
          <p:nvPr/>
        </p:nvSpPr>
        <p:spPr>
          <a:xfrm>
            <a:off x="733376" y="1644143"/>
            <a:ext cx="1393283" cy="689234"/>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w Cen MT" panose="020B0602020104020603" pitchFamily="34" charset="77"/>
              </a:rPr>
              <a:t>Click to edit</a:t>
            </a:r>
          </a:p>
        </p:txBody>
      </p:sp>
      <p:sp>
        <p:nvSpPr>
          <p:cNvPr id="46" name="Rectangle 45">
            <a:extLst>
              <a:ext uri="{FF2B5EF4-FFF2-40B4-BE49-F238E27FC236}">
                <a16:creationId xmlns:a16="http://schemas.microsoft.com/office/drawing/2014/main" id="{DB7F3780-9222-8E33-782A-515B95341A16}"/>
              </a:ext>
            </a:extLst>
          </p:cNvPr>
          <p:cNvSpPr/>
          <p:nvPr/>
        </p:nvSpPr>
        <p:spPr>
          <a:xfrm>
            <a:off x="2431300" y="2444380"/>
            <a:ext cx="1389888" cy="685800"/>
          </a:xfrm>
          <a:prstGeom prst="rect">
            <a:avLst/>
          </a:prstGeom>
          <a:noFill/>
          <a:ln w="19050" cap="flat" cmpd="sng" algn="ctr">
            <a:gradFill flip="none" rotWithShape="1">
              <a:gsLst>
                <a:gs pos="0">
                  <a:srgbClr val="7FC9EE"/>
                </a:gs>
                <a:gs pos="100000">
                  <a:schemeClr val="accent5"/>
                </a:gs>
              </a:gsLst>
              <a:lin ang="27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effectLst/>
                <a:uLnTx/>
                <a:uFillTx/>
                <a:latin typeface="Tw Cen MT" panose="020B0602020104020603"/>
                <a:ea typeface="+mn-ea"/>
                <a:cs typeface="+mn-cs"/>
              </a:rPr>
              <a:t>Click to edit</a:t>
            </a:r>
          </a:p>
        </p:txBody>
      </p:sp>
      <p:sp>
        <p:nvSpPr>
          <p:cNvPr id="47" name="Rectangle 46">
            <a:extLst>
              <a:ext uri="{FF2B5EF4-FFF2-40B4-BE49-F238E27FC236}">
                <a16:creationId xmlns:a16="http://schemas.microsoft.com/office/drawing/2014/main" id="{3637D375-7CDB-7540-BBB6-DBA6A098A2B1}"/>
              </a:ext>
            </a:extLst>
          </p:cNvPr>
          <p:cNvSpPr/>
          <p:nvPr/>
        </p:nvSpPr>
        <p:spPr>
          <a:xfrm>
            <a:off x="735073" y="2444380"/>
            <a:ext cx="1389888" cy="685800"/>
          </a:xfrm>
          <a:prstGeom prst="rect">
            <a:avLst/>
          </a:prstGeom>
          <a:noFill/>
          <a:ln w="19050" cap="flat" cmpd="sng" algn="ctr">
            <a:gradFill flip="none" rotWithShape="1">
              <a:gsLst>
                <a:gs pos="0">
                  <a:srgbClr val="FF672D"/>
                </a:gs>
                <a:gs pos="100000">
                  <a:srgbClr val="9301E1"/>
                </a:gs>
              </a:gsLst>
              <a:lin ang="27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effectLst/>
                <a:uLnTx/>
                <a:uFillTx/>
                <a:latin typeface="Tw Cen MT" panose="020B0602020104020603"/>
                <a:ea typeface="+mn-ea"/>
                <a:cs typeface="+mn-cs"/>
              </a:rPr>
              <a:t>Click to edit</a:t>
            </a:r>
          </a:p>
        </p:txBody>
      </p:sp>
      <p:sp>
        <p:nvSpPr>
          <p:cNvPr id="48" name="Oval 47">
            <a:extLst>
              <a:ext uri="{FF2B5EF4-FFF2-40B4-BE49-F238E27FC236}">
                <a16:creationId xmlns:a16="http://schemas.microsoft.com/office/drawing/2014/main" id="{4BBE4D5A-CE1D-AB99-41ED-6DB19B7D69F9}"/>
              </a:ext>
            </a:extLst>
          </p:cNvPr>
          <p:cNvSpPr/>
          <p:nvPr/>
        </p:nvSpPr>
        <p:spPr>
          <a:xfrm>
            <a:off x="10049235" y="1770407"/>
            <a:ext cx="1302031" cy="1302031"/>
          </a:xfrm>
          <a:prstGeom prst="ellipse">
            <a:avLst/>
          </a:prstGeom>
          <a:noFill/>
          <a:ln w="19050">
            <a:gradFill>
              <a:gsLst>
                <a:gs pos="0">
                  <a:srgbClr val="FF672D"/>
                </a:gs>
                <a:gs pos="100000">
                  <a:srgbClr val="9301E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Click to edit</a:t>
            </a:r>
          </a:p>
        </p:txBody>
      </p:sp>
      <p:sp>
        <p:nvSpPr>
          <p:cNvPr id="49" name="Oval 48">
            <a:extLst>
              <a:ext uri="{FF2B5EF4-FFF2-40B4-BE49-F238E27FC236}">
                <a16:creationId xmlns:a16="http://schemas.microsoft.com/office/drawing/2014/main" id="{91E8C6AE-14CA-1912-FCEF-C50386C9887F}"/>
              </a:ext>
            </a:extLst>
          </p:cNvPr>
          <p:cNvSpPr/>
          <p:nvPr/>
        </p:nvSpPr>
        <p:spPr>
          <a:xfrm>
            <a:off x="7660295" y="1770407"/>
            <a:ext cx="1302031" cy="1302031"/>
          </a:xfrm>
          <a:prstGeom prst="ellipse">
            <a:avLst/>
          </a:prstGeom>
          <a:noFill/>
          <a:ln w="19050">
            <a:gradFill>
              <a:gsLst>
                <a:gs pos="0">
                  <a:srgbClr val="7FC9EE"/>
                </a:gs>
                <a:gs pos="100000">
                  <a:schemeClr val="accent5"/>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Click to edit</a:t>
            </a:r>
          </a:p>
        </p:txBody>
      </p:sp>
      <p:sp>
        <p:nvSpPr>
          <p:cNvPr id="50" name="Oval 49">
            <a:extLst>
              <a:ext uri="{FF2B5EF4-FFF2-40B4-BE49-F238E27FC236}">
                <a16:creationId xmlns:a16="http://schemas.microsoft.com/office/drawing/2014/main" id="{7E1E2A4C-D9DE-C50F-2848-2B8579DFA817}"/>
              </a:ext>
            </a:extLst>
          </p:cNvPr>
          <p:cNvSpPr/>
          <p:nvPr/>
        </p:nvSpPr>
        <p:spPr>
          <a:xfrm>
            <a:off x="8854765" y="1770407"/>
            <a:ext cx="1302031" cy="1302031"/>
          </a:xfrm>
          <a:prstGeom prst="ellipse">
            <a:avLst/>
          </a:prstGeom>
          <a:noFill/>
          <a:ln w="19050">
            <a:gradFill>
              <a:gsLst>
                <a:gs pos="100000">
                  <a:schemeClr val="accent4"/>
                </a:gs>
                <a:gs pos="0">
                  <a:srgbClr val="06E1F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Click to edit</a:t>
            </a:r>
          </a:p>
        </p:txBody>
      </p:sp>
      <p:cxnSp>
        <p:nvCxnSpPr>
          <p:cNvPr id="51" name="Straight Connector 50">
            <a:extLst>
              <a:ext uri="{FF2B5EF4-FFF2-40B4-BE49-F238E27FC236}">
                <a16:creationId xmlns:a16="http://schemas.microsoft.com/office/drawing/2014/main" id="{8E2B3FF3-DB77-FD48-A04B-0057CF46E746}"/>
              </a:ext>
            </a:extLst>
          </p:cNvPr>
          <p:cNvCxnSpPr>
            <a:cxnSpLocks/>
          </p:cNvCxnSpPr>
          <p:nvPr/>
        </p:nvCxnSpPr>
        <p:spPr>
          <a:xfrm flipH="1">
            <a:off x="733376" y="4949531"/>
            <a:ext cx="2694964" cy="0"/>
          </a:xfrm>
          <a:prstGeom prst="line">
            <a:avLst/>
          </a:prstGeom>
          <a:ln cap="rnd">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75D9928-0729-993E-D1BF-A1B66731C31C}"/>
              </a:ext>
            </a:extLst>
          </p:cNvPr>
          <p:cNvCxnSpPr>
            <a:cxnSpLocks/>
          </p:cNvCxnSpPr>
          <p:nvPr/>
        </p:nvCxnSpPr>
        <p:spPr>
          <a:xfrm flipH="1">
            <a:off x="733376" y="5587263"/>
            <a:ext cx="2684003" cy="0"/>
          </a:xfrm>
          <a:prstGeom prst="line">
            <a:avLst/>
          </a:prstGeom>
          <a:ln cap="rnd">
            <a:solidFill>
              <a:schemeClr val="tx1"/>
            </a:solidFill>
            <a:prstDash val="dash"/>
            <a:headEnd type="triangle"/>
          </a:ln>
        </p:spPr>
        <p:style>
          <a:lnRef idx="2">
            <a:schemeClr val="accent1"/>
          </a:lnRef>
          <a:fillRef idx="0">
            <a:schemeClr val="accent1"/>
          </a:fillRef>
          <a:effectRef idx="1">
            <a:schemeClr val="accent1"/>
          </a:effectRef>
          <a:fontRef idx="minor">
            <a:schemeClr val="tx1"/>
          </a:fontRef>
        </p:style>
      </p:cxnSp>
      <p:cxnSp>
        <p:nvCxnSpPr>
          <p:cNvPr id="53" name="Curved Connector 52">
            <a:extLst>
              <a:ext uri="{FF2B5EF4-FFF2-40B4-BE49-F238E27FC236}">
                <a16:creationId xmlns:a16="http://schemas.microsoft.com/office/drawing/2014/main" id="{E04E5DAE-DBF9-68D9-72EA-779404EF467F}"/>
              </a:ext>
            </a:extLst>
          </p:cNvPr>
          <p:cNvCxnSpPr>
            <a:cxnSpLocks/>
          </p:cNvCxnSpPr>
          <p:nvPr/>
        </p:nvCxnSpPr>
        <p:spPr>
          <a:xfrm flipV="1">
            <a:off x="3806512" y="4105628"/>
            <a:ext cx="858832" cy="775984"/>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4" name="Curved Connector 53">
            <a:extLst>
              <a:ext uri="{FF2B5EF4-FFF2-40B4-BE49-F238E27FC236}">
                <a16:creationId xmlns:a16="http://schemas.microsoft.com/office/drawing/2014/main" id="{9800B2EF-3D0C-47F0-69E7-61448D8BDB98}"/>
              </a:ext>
            </a:extLst>
          </p:cNvPr>
          <p:cNvCxnSpPr>
            <a:cxnSpLocks/>
          </p:cNvCxnSpPr>
          <p:nvPr/>
        </p:nvCxnSpPr>
        <p:spPr>
          <a:xfrm>
            <a:off x="3806512" y="5101450"/>
            <a:ext cx="858832" cy="775984"/>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urved Connector 54">
            <a:extLst>
              <a:ext uri="{FF2B5EF4-FFF2-40B4-BE49-F238E27FC236}">
                <a16:creationId xmlns:a16="http://schemas.microsoft.com/office/drawing/2014/main" id="{8BECC11F-1377-6BCC-0C9F-EEC4582F2AE8}"/>
              </a:ext>
            </a:extLst>
          </p:cNvPr>
          <p:cNvCxnSpPr>
            <a:cxnSpLocks/>
          </p:cNvCxnSpPr>
          <p:nvPr/>
        </p:nvCxnSpPr>
        <p:spPr>
          <a:xfrm flipV="1">
            <a:off x="4471197" y="4105628"/>
            <a:ext cx="858832" cy="775984"/>
          </a:xfrm>
          <a:prstGeom prst="curvedConnector3">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6" name="Curved Connector 55">
            <a:extLst>
              <a:ext uri="{FF2B5EF4-FFF2-40B4-BE49-F238E27FC236}">
                <a16:creationId xmlns:a16="http://schemas.microsoft.com/office/drawing/2014/main" id="{5F978D56-271D-B994-C416-2FFB25646CF0}"/>
              </a:ext>
            </a:extLst>
          </p:cNvPr>
          <p:cNvCxnSpPr>
            <a:cxnSpLocks/>
          </p:cNvCxnSpPr>
          <p:nvPr/>
        </p:nvCxnSpPr>
        <p:spPr>
          <a:xfrm>
            <a:off x="4471197" y="5101450"/>
            <a:ext cx="858832" cy="775984"/>
          </a:xfrm>
          <a:prstGeom prst="curvedConnector3">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7" name="Right Brace 56">
            <a:extLst>
              <a:ext uri="{FF2B5EF4-FFF2-40B4-BE49-F238E27FC236}">
                <a16:creationId xmlns:a16="http://schemas.microsoft.com/office/drawing/2014/main" id="{140E6797-1718-CCE0-688C-7374F1133F6A}"/>
              </a:ext>
            </a:extLst>
          </p:cNvPr>
          <p:cNvSpPr/>
          <p:nvPr/>
        </p:nvSpPr>
        <p:spPr>
          <a:xfrm rot="16200000">
            <a:off x="1937897" y="3138045"/>
            <a:ext cx="296883" cy="2445618"/>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8" name="TextBox 57">
            <a:extLst>
              <a:ext uri="{FF2B5EF4-FFF2-40B4-BE49-F238E27FC236}">
                <a16:creationId xmlns:a16="http://schemas.microsoft.com/office/drawing/2014/main" id="{851CF556-9B4E-A48D-9654-BC720950EE64}"/>
              </a:ext>
            </a:extLst>
          </p:cNvPr>
          <p:cNvSpPr txBox="1"/>
          <p:nvPr/>
        </p:nvSpPr>
        <p:spPr>
          <a:xfrm>
            <a:off x="7660295" y="4166636"/>
            <a:ext cx="1786597" cy="338554"/>
          </a:xfrm>
          <a:prstGeom prst="rect">
            <a:avLst/>
          </a:prstGeom>
          <a:noFill/>
        </p:spPr>
        <p:txBody>
          <a:bodyPr wrap="square" rtlCol="0">
            <a:spAutoFit/>
          </a:bodyPr>
          <a:lstStyle/>
          <a:p>
            <a:r>
              <a:rPr lang="en-US" sz="1600">
                <a:latin typeface="Tw Cen MT" panose="020B0602020104020603" pitchFamily="34" charset="77"/>
              </a:rPr>
              <a:t>Double click to edit</a:t>
            </a:r>
            <a:endParaRPr lang="en-US">
              <a:latin typeface="Tw Cen MT" panose="020B0602020104020603" pitchFamily="34" charset="77"/>
            </a:endParaRPr>
          </a:p>
        </p:txBody>
      </p:sp>
      <p:grpSp>
        <p:nvGrpSpPr>
          <p:cNvPr id="59" name="Group 58">
            <a:extLst>
              <a:ext uri="{FF2B5EF4-FFF2-40B4-BE49-F238E27FC236}">
                <a16:creationId xmlns:a16="http://schemas.microsoft.com/office/drawing/2014/main" id="{654A4F11-E19B-B22B-229C-1C4C580ED473}"/>
              </a:ext>
            </a:extLst>
          </p:cNvPr>
          <p:cNvGrpSpPr/>
          <p:nvPr/>
        </p:nvGrpSpPr>
        <p:grpSpPr>
          <a:xfrm>
            <a:off x="7830349" y="5420983"/>
            <a:ext cx="1751000" cy="276999"/>
            <a:chOff x="1030675" y="5841972"/>
            <a:chExt cx="1751000" cy="276999"/>
          </a:xfrm>
        </p:grpSpPr>
        <p:sp>
          <p:nvSpPr>
            <p:cNvPr id="60" name="TextBox 59">
              <a:extLst>
                <a:ext uri="{FF2B5EF4-FFF2-40B4-BE49-F238E27FC236}">
                  <a16:creationId xmlns:a16="http://schemas.microsoft.com/office/drawing/2014/main" id="{6865C2FE-7C72-3F79-B315-4B7B517A0903}"/>
                </a:ext>
              </a:extLst>
            </p:cNvPr>
            <p:cNvSpPr txBox="1"/>
            <p:nvPr/>
          </p:nvSpPr>
          <p:spPr>
            <a:xfrm>
              <a:off x="1397649" y="5841972"/>
              <a:ext cx="1384026" cy="276999"/>
            </a:xfrm>
            <a:prstGeom prst="rect">
              <a:avLst/>
            </a:prstGeom>
            <a:noFill/>
          </p:spPr>
          <p:txBody>
            <a:bodyPr wrap="square" rtlCol="0">
              <a:spAutoFit/>
            </a:bodyPr>
            <a:lstStyle/>
            <a:p>
              <a:r>
                <a:rPr lang="en-US" sz="1200">
                  <a:latin typeface="Tw Cen MT" panose="020B0602020104020603" pitchFamily="34" charset="77"/>
                </a:rPr>
                <a:t>Double-click to edit</a:t>
              </a:r>
              <a:endParaRPr lang="en-US" sz="1600">
                <a:latin typeface="Tw Cen MT" panose="020B0602020104020603" pitchFamily="34" charset="77"/>
              </a:endParaRPr>
            </a:p>
          </p:txBody>
        </p:sp>
        <p:sp>
          <p:nvSpPr>
            <p:cNvPr id="61" name="Rectangle 60">
              <a:extLst>
                <a:ext uri="{FF2B5EF4-FFF2-40B4-BE49-F238E27FC236}">
                  <a16:creationId xmlns:a16="http://schemas.microsoft.com/office/drawing/2014/main" id="{7186A037-598D-3743-FAA8-03CFA03B10FF}"/>
                </a:ext>
              </a:extLst>
            </p:cNvPr>
            <p:cNvSpPr/>
            <p:nvPr/>
          </p:nvSpPr>
          <p:spPr>
            <a:xfrm>
              <a:off x="1030675" y="5871874"/>
              <a:ext cx="219838" cy="219838"/>
            </a:xfrm>
            <a:prstGeom prst="rect">
              <a:avLst/>
            </a:prstGeom>
            <a:solidFill>
              <a:srgbClr val="FF67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75465B2C-7224-D048-ABAD-B526E81D1EAA}"/>
              </a:ext>
            </a:extLst>
          </p:cNvPr>
          <p:cNvGrpSpPr/>
          <p:nvPr/>
        </p:nvGrpSpPr>
        <p:grpSpPr>
          <a:xfrm>
            <a:off x="7830349" y="5032991"/>
            <a:ext cx="1751000" cy="276999"/>
            <a:chOff x="1030675" y="5841972"/>
            <a:chExt cx="1751000" cy="276999"/>
          </a:xfrm>
        </p:grpSpPr>
        <p:sp>
          <p:nvSpPr>
            <p:cNvPr id="63" name="TextBox 62">
              <a:extLst>
                <a:ext uri="{FF2B5EF4-FFF2-40B4-BE49-F238E27FC236}">
                  <a16:creationId xmlns:a16="http://schemas.microsoft.com/office/drawing/2014/main" id="{87AFD853-6404-64ED-8AF3-17F67E8E5204}"/>
                </a:ext>
              </a:extLst>
            </p:cNvPr>
            <p:cNvSpPr txBox="1"/>
            <p:nvPr/>
          </p:nvSpPr>
          <p:spPr>
            <a:xfrm>
              <a:off x="1397649" y="5841972"/>
              <a:ext cx="1384026" cy="276999"/>
            </a:xfrm>
            <a:prstGeom prst="rect">
              <a:avLst/>
            </a:prstGeom>
            <a:noFill/>
          </p:spPr>
          <p:txBody>
            <a:bodyPr wrap="square" rtlCol="0">
              <a:spAutoFit/>
            </a:bodyPr>
            <a:lstStyle/>
            <a:p>
              <a:r>
                <a:rPr lang="en-US" sz="1200">
                  <a:latin typeface="Tw Cen MT" panose="020B0602020104020603" pitchFamily="34" charset="77"/>
                </a:rPr>
                <a:t>Double-click to edit</a:t>
              </a:r>
              <a:endParaRPr lang="en-US" sz="1600">
                <a:latin typeface="Tw Cen MT" panose="020B0602020104020603" pitchFamily="34" charset="77"/>
              </a:endParaRPr>
            </a:p>
          </p:txBody>
        </p:sp>
        <p:sp>
          <p:nvSpPr>
            <p:cNvPr id="64" name="Rectangle 63">
              <a:extLst>
                <a:ext uri="{FF2B5EF4-FFF2-40B4-BE49-F238E27FC236}">
                  <a16:creationId xmlns:a16="http://schemas.microsoft.com/office/drawing/2014/main" id="{BF61EAD0-2659-8598-133A-CA7FB7A31946}"/>
                </a:ext>
              </a:extLst>
            </p:cNvPr>
            <p:cNvSpPr/>
            <p:nvPr/>
          </p:nvSpPr>
          <p:spPr>
            <a:xfrm>
              <a:off x="1030675" y="5871874"/>
              <a:ext cx="219838" cy="21983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 64">
            <a:extLst>
              <a:ext uri="{FF2B5EF4-FFF2-40B4-BE49-F238E27FC236}">
                <a16:creationId xmlns:a16="http://schemas.microsoft.com/office/drawing/2014/main" id="{C581CB6D-C62F-5F4C-14C4-E8F74A0569C1}"/>
              </a:ext>
            </a:extLst>
          </p:cNvPr>
          <p:cNvGrpSpPr/>
          <p:nvPr/>
        </p:nvGrpSpPr>
        <p:grpSpPr>
          <a:xfrm>
            <a:off x="7830349" y="4644999"/>
            <a:ext cx="1751000" cy="276999"/>
            <a:chOff x="1030675" y="5841972"/>
            <a:chExt cx="1751000" cy="276999"/>
          </a:xfrm>
        </p:grpSpPr>
        <p:sp>
          <p:nvSpPr>
            <p:cNvPr id="66" name="TextBox 65">
              <a:extLst>
                <a:ext uri="{FF2B5EF4-FFF2-40B4-BE49-F238E27FC236}">
                  <a16:creationId xmlns:a16="http://schemas.microsoft.com/office/drawing/2014/main" id="{C9AE8B02-29D6-BC27-8BD2-DD1D6C95695F}"/>
                </a:ext>
              </a:extLst>
            </p:cNvPr>
            <p:cNvSpPr txBox="1"/>
            <p:nvPr/>
          </p:nvSpPr>
          <p:spPr>
            <a:xfrm>
              <a:off x="1397649" y="5841972"/>
              <a:ext cx="1384026" cy="276999"/>
            </a:xfrm>
            <a:prstGeom prst="rect">
              <a:avLst/>
            </a:prstGeom>
            <a:noFill/>
          </p:spPr>
          <p:txBody>
            <a:bodyPr wrap="square" rtlCol="0">
              <a:spAutoFit/>
            </a:bodyPr>
            <a:lstStyle/>
            <a:p>
              <a:r>
                <a:rPr lang="en-US" sz="1200">
                  <a:latin typeface="Tw Cen MT" panose="020B0602020104020603" pitchFamily="34" charset="77"/>
                </a:rPr>
                <a:t>Double-click to edit</a:t>
              </a:r>
              <a:endParaRPr lang="en-US" sz="1600">
                <a:latin typeface="Tw Cen MT" panose="020B0602020104020603" pitchFamily="34" charset="77"/>
              </a:endParaRPr>
            </a:p>
          </p:txBody>
        </p:sp>
        <p:sp>
          <p:nvSpPr>
            <p:cNvPr id="67" name="Rectangle 66">
              <a:extLst>
                <a:ext uri="{FF2B5EF4-FFF2-40B4-BE49-F238E27FC236}">
                  <a16:creationId xmlns:a16="http://schemas.microsoft.com/office/drawing/2014/main" id="{D2A11A01-9663-8852-56D3-B1F4E900800C}"/>
                </a:ext>
              </a:extLst>
            </p:cNvPr>
            <p:cNvSpPr/>
            <p:nvPr/>
          </p:nvSpPr>
          <p:spPr>
            <a:xfrm>
              <a:off x="1030675" y="5871874"/>
              <a:ext cx="219838" cy="21983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6A905CF1-664A-6BCC-139E-1366BDCA7C1A}"/>
              </a:ext>
            </a:extLst>
          </p:cNvPr>
          <p:cNvGrpSpPr/>
          <p:nvPr/>
        </p:nvGrpSpPr>
        <p:grpSpPr>
          <a:xfrm>
            <a:off x="7830349" y="5808975"/>
            <a:ext cx="1751000" cy="276999"/>
            <a:chOff x="1030675" y="5841972"/>
            <a:chExt cx="1751000" cy="276999"/>
          </a:xfrm>
        </p:grpSpPr>
        <p:sp>
          <p:nvSpPr>
            <p:cNvPr id="69" name="TextBox 68">
              <a:extLst>
                <a:ext uri="{FF2B5EF4-FFF2-40B4-BE49-F238E27FC236}">
                  <a16:creationId xmlns:a16="http://schemas.microsoft.com/office/drawing/2014/main" id="{EDCA1963-4877-CE97-C544-CA6FFBA92550}"/>
                </a:ext>
              </a:extLst>
            </p:cNvPr>
            <p:cNvSpPr txBox="1"/>
            <p:nvPr/>
          </p:nvSpPr>
          <p:spPr>
            <a:xfrm>
              <a:off x="1397649" y="5841972"/>
              <a:ext cx="1384026" cy="276999"/>
            </a:xfrm>
            <a:prstGeom prst="rect">
              <a:avLst/>
            </a:prstGeom>
            <a:noFill/>
          </p:spPr>
          <p:txBody>
            <a:bodyPr wrap="square" rtlCol="0">
              <a:spAutoFit/>
            </a:bodyPr>
            <a:lstStyle/>
            <a:p>
              <a:r>
                <a:rPr lang="en-US" sz="1200">
                  <a:latin typeface="Tw Cen MT" panose="020B0602020104020603" pitchFamily="34" charset="77"/>
                </a:rPr>
                <a:t>Double-click to edit</a:t>
              </a:r>
              <a:endParaRPr lang="en-US" sz="1600">
                <a:latin typeface="Tw Cen MT" panose="020B0602020104020603" pitchFamily="34" charset="77"/>
              </a:endParaRPr>
            </a:p>
          </p:txBody>
        </p:sp>
        <p:sp>
          <p:nvSpPr>
            <p:cNvPr id="70" name="Rectangle 69">
              <a:extLst>
                <a:ext uri="{FF2B5EF4-FFF2-40B4-BE49-F238E27FC236}">
                  <a16:creationId xmlns:a16="http://schemas.microsoft.com/office/drawing/2014/main" id="{6E4AF627-6F13-5285-EF32-5BCC405F04A8}"/>
                </a:ext>
              </a:extLst>
            </p:cNvPr>
            <p:cNvSpPr/>
            <p:nvPr/>
          </p:nvSpPr>
          <p:spPr>
            <a:xfrm>
              <a:off x="1030675" y="5882384"/>
              <a:ext cx="219838" cy="21983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1" name="Text Placeholder 3">
            <a:extLst>
              <a:ext uri="{FF2B5EF4-FFF2-40B4-BE49-F238E27FC236}">
                <a16:creationId xmlns:a16="http://schemas.microsoft.com/office/drawing/2014/main" id="{5002AA62-8884-FABF-CAA6-21B099536304}"/>
              </a:ext>
            </a:extLst>
          </p:cNvPr>
          <p:cNvSpPr txBox="1">
            <a:spLocks/>
          </p:cNvSpPr>
          <p:nvPr/>
        </p:nvSpPr>
        <p:spPr>
          <a:xfrm>
            <a:off x="272618" y="1217520"/>
            <a:ext cx="2694964" cy="236540"/>
          </a:xfrm>
          <a:prstGeom prst="rect">
            <a:avLst/>
          </a:prstGeom>
        </p:spPr>
        <p:txBody>
          <a:bodyPr lIns="91440" rIns="91440"/>
          <a:lstStyle>
            <a:lvl1pPr marL="0" indent="0" algn="l" defTabSz="914400" rtl="0" eaLnBrk="1" latinLnBrk="0" hangingPunct="1">
              <a:lnSpc>
                <a:spcPct val="90000"/>
              </a:lnSpc>
              <a:spcBef>
                <a:spcPts val="1000"/>
              </a:spcBef>
              <a:buClr>
                <a:schemeClr val="tx1"/>
              </a:buClr>
              <a:buFont typeface="Arial" panose="020B0604020202020204" pitchFamily="34" charset="0"/>
              <a:buNone/>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spc="300"/>
              <a:t>BOXES</a:t>
            </a:r>
          </a:p>
        </p:txBody>
      </p:sp>
      <p:sp>
        <p:nvSpPr>
          <p:cNvPr id="72" name="Text Placeholder 3">
            <a:extLst>
              <a:ext uri="{FF2B5EF4-FFF2-40B4-BE49-F238E27FC236}">
                <a16:creationId xmlns:a16="http://schemas.microsoft.com/office/drawing/2014/main" id="{A63327C6-DBD8-70E4-DA12-31590A76A294}"/>
              </a:ext>
            </a:extLst>
          </p:cNvPr>
          <p:cNvSpPr txBox="1">
            <a:spLocks/>
          </p:cNvSpPr>
          <p:nvPr/>
        </p:nvSpPr>
        <p:spPr>
          <a:xfrm>
            <a:off x="272618" y="3833674"/>
            <a:ext cx="2694964" cy="236540"/>
          </a:xfrm>
          <a:prstGeom prst="rect">
            <a:avLst/>
          </a:prstGeom>
        </p:spPr>
        <p:txBody>
          <a:bodyPr lIns="91440" rIns="91440"/>
          <a:lstStyle>
            <a:lvl1pPr marL="0" indent="0" algn="l" defTabSz="914400" rtl="0" eaLnBrk="1" latinLnBrk="0" hangingPunct="1">
              <a:lnSpc>
                <a:spcPct val="90000"/>
              </a:lnSpc>
              <a:spcBef>
                <a:spcPts val="1000"/>
              </a:spcBef>
              <a:buClr>
                <a:schemeClr val="tx1"/>
              </a:buClr>
              <a:buFont typeface="Arial" panose="020B0604020202020204" pitchFamily="34" charset="0"/>
              <a:buNone/>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spc="300"/>
              <a:t>LINES</a:t>
            </a:r>
          </a:p>
        </p:txBody>
      </p:sp>
      <p:sp>
        <p:nvSpPr>
          <p:cNvPr id="73" name="Text Placeholder 3">
            <a:extLst>
              <a:ext uri="{FF2B5EF4-FFF2-40B4-BE49-F238E27FC236}">
                <a16:creationId xmlns:a16="http://schemas.microsoft.com/office/drawing/2014/main" id="{7342D112-AD60-72E7-AF5F-C254D01E4A39}"/>
              </a:ext>
            </a:extLst>
          </p:cNvPr>
          <p:cNvSpPr txBox="1">
            <a:spLocks/>
          </p:cNvSpPr>
          <p:nvPr/>
        </p:nvSpPr>
        <p:spPr>
          <a:xfrm>
            <a:off x="7541031" y="1214667"/>
            <a:ext cx="2694964" cy="236540"/>
          </a:xfrm>
          <a:prstGeom prst="rect">
            <a:avLst/>
          </a:prstGeom>
        </p:spPr>
        <p:txBody>
          <a:bodyPr lIns="91440" rIns="91440"/>
          <a:lstStyle>
            <a:lvl1pPr marL="0" indent="0" algn="l" defTabSz="914400" rtl="0" eaLnBrk="1" latinLnBrk="0" hangingPunct="1">
              <a:lnSpc>
                <a:spcPct val="90000"/>
              </a:lnSpc>
              <a:spcBef>
                <a:spcPts val="1000"/>
              </a:spcBef>
              <a:buClr>
                <a:schemeClr val="tx1"/>
              </a:buClr>
              <a:buFont typeface="Arial" panose="020B0604020202020204" pitchFamily="34" charset="0"/>
              <a:buNone/>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spc="300"/>
              <a:t>CIRCLES</a:t>
            </a:r>
          </a:p>
        </p:txBody>
      </p:sp>
      <p:sp>
        <p:nvSpPr>
          <p:cNvPr id="74" name="Text Placeholder 3">
            <a:extLst>
              <a:ext uri="{FF2B5EF4-FFF2-40B4-BE49-F238E27FC236}">
                <a16:creationId xmlns:a16="http://schemas.microsoft.com/office/drawing/2014/main" id="{1E5D6AFB-0D33-FF7D-D7F6-94DA082B03D9}"/>
              </a:ext>
            </a:extLst>
          </p:cNvPr>
          <p:cNvSpPr txBox="1">
            <a:spLocks/>
          </p:cNvSpPr>
          <p:nvPr/>
        </p:nvSpPr>
        <p:spPr>
          <a:xfrm>
            <a:off x="7541031" y="3838401"/>
            <a:ext cx="2694964" cy="236540"/>
          </a:xfrm>
          <a:prstGeom prst="rect">
            <a:avLst/>
          </a:prstGeom>
        </p:spPr>
        <p:txBody>
          <a:bodyPr lIns="91440" rIns="91440"/>
          <a:lstStyle>
            <a:lvl1pPr marL="0" indent="0" algn="l" defTabSz="914400" rtl="0" eaLnBrk="1" latinLnBrk="0" hangingPunct="1">
              <a:lnSpc>
                <a:spcPct val="90000"/>
              </a:lnSpc>
              <a:spcBef>
                <a:spcPts val="1000"/>
              </a:spcBef>
              <a:buClr>
                <a:schemeClr val="tx1"/>
              </a:buClr>
              <a:buFont typeface="Arial" panose="020B0604020202020204" pitchFamily="34" charset="0"/>
              <a:buNone/>
              <a:defRPr sz="16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2">
                  <a:extLst>
                    <a:ext uri="{96DAC541-7B7A-43D3-8B79-37D633B846F1}">
                      <asvg:svgBlip xmlns:asvg="http://schemas.microsoft.com/office/drawing/2016/SVG/main" r:embed="rId3"/>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spc="300"/>
              <a:t>KEY</a:t>
            </a:r>
          </a:p>
        </p:txBody>
      </p:sp>
    </p:spTree>
    <p:extLst>
      <p:ext uri="{BB962C8B-B14F-4D97-AF65-F5344CB8AC3E}">
        <p14:creationId xmlns:p14="http://schemas.microsoft.com/office/powerpoint/2010/main" val="188796733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E0B8B9-3F3F-B1F7-6C24-D2783F3534C3}"/>
              </a:ext>
            </a:extLst>
          </p:cNvPr>
          <p:cNvSpPr>
            <a:spLocks noGrp="1"/>
          </p:cNvSpPr>
          <p:nvPr>
            <p:ph type="ctrTitle"/>
          </p:nvPr>
        </p:nvSpPr>
        <p:spPr>
          <a:prstGeom prst="rect">
            <a:avLst/>
          </a:prstGeom>
        </p:spPr>
        <p:txBody>
          <a:bodyPr/>
          <a:lstStyle/>
          <a:p>
            <a:r>
              <a:rPr lang="en-US"/>
              <a:t>Flow chart example</a:t>
            </a:r>
          </a:p>
        </p:txBody>
      </p:sp>
      <p:sp>
        <p:nvSpPr>
          <p:cNvPr id="7" name="Rectangle 6">
            <a:extLst>
              <a:ext uri="{FF2B5EF4-FFF2-40B4-BE49-F238E27FC236}">
                <a16:creationId xmlns:a16="http://schemas.microsoft.com/office/drawing/2014/main" id="{D3B0B77D-B69B-097F-0719-636AD20C097F}"/>
              </a:ext>
            </a:extLst>
          </p:cNvPr>
          <p:cNvSpPr/>
          <p:nvPr/>
        </p:nvSpPr>
        <p:spPr>
          <a:xfrm>
            <a:off x="3278571" y="1909048"/>
            <a:ext cx="2140700" cy="658368"/>
          </a:xfrm>
          <a:prstGeom prst="rect">
            <a:avLst/>
          </a:prstGeom>
          <a:noFill/>
          <a:ln w="19050">
            <a:gradFill flip="none" rotWithShape="1">
              <a:gsLst>
                <a:gs pos="0">
                  <a:srgbClr val="06E1FD"/>
                </a:gs>
                <a:gs pos="100000">
                  <a:schemeClr val="accent4"/>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Tw Cen MT" panose="020B0602020104020603" pitchFamily="34" charset="77"/>
              </a:rPr>
              <a:t>Click to edit</a:t>
            </a:r>
          </a:p>
        </p:txBody>
      </p:sp>
      <p:sp>
        <p:nvSpPr>
          <p:cNvPr id="8" name="Rectangle 7">
            <a:extLst>
              <a:ext uri="{FF2B5EF4-FFF2-40B4-BE49-F238E27FC236}">
                <a16:creationId xmlns:a16="http://schemas.microsoft.com/office/drawing/2014/main" id="{020166F9-4A7A-B262-9343-F6C233797E24}"/>
              </a:ext>
            </a:extLst>
          </p:cNvPr>
          <p:cNvSpPr/>
          <p:nvPr/>
        </p:nvSpPr>
        <p:spPr>
          <a:xfrm>
            <a:off x="3278571" y="4288934"/>
            <a:ext cx="2140700" cy="685800"/>
          </a:xfrm>
          <a:prstGeom prst="rect">
            <a:avLst/>
          </a:prstGeom>
          <a:noFill/>
          <a:ln w="19050" cap="flat" cmpd="sng" algn="ctr">
            <a:gradFill flip="none" rotWithShape="1">
              <a:gsLst>
                <a:gs pos="0">
                  <a:srgbClr val="7FC9EE"/>
                </a:gs>
                <a:gs pos="100000">
                  <a:schemeClr val="accent5"/>
                </a:gs>
              </a:gsLst>
              <a:lin ang="27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effectLst/>
                <a:uLnTx/>
                <a:uFillTx/>
                <a:latin typeface="Tw Cen MT" panose="020B0602020104020603"/>
                <a:ea typeface="+mn-ea"/>
                <a:cs typeface="+mn-cs"/>
              </a:rPr>
              <a:t>Click to edit</a:t>
            </a:r>
          </a:p>
        </p:txBody>
      </p:sp>
      <p:sp>
        <p:nvSpPr>
          <p:cNvPr id="9" name="Rectangle 8">
            <a:extLst>
              <a:ext uri="{FF2B5EF4-FFF2-40B4-BE49-F238E27FC236}">
                <a16:creationId xmlns:a16="http://schemas.microsoft.com/office/drawing/2014/main" id="{B191FF47-B451-945B-980F-1BE4DEEF0508}"/>
              </a:ext>
            </a:extLst>
          </p:cNvPr>
          <p:cNvSpPr/>
          <p:nvPr/>
        </p:nvSpPr>
        <p:spPr>
          <a:xfrm>
            <a:off x="3278571" y="3085275"/>
            <a:ext cx="2140700" cy="685800"/>
          </a:xfrm>
          <a:prstGeom prst="rect">
            <a:avLst/>
          </a:prstGeom>
          <a:noFill/>
          <a:ln w="19050" cap="flat" cmpd="sng" algn="ctr">
            <a:gradFill flip="none" rotWithShape="1">
              <a:gsLst>
                <a:gs pos="0">
                  <a:srgbClr val="FF672D"/>
                </a:gs>
                <a:gs pos="100000">
                  <a:srgbClr val="9301E1"/>
                </a:gs>
              </a:gsLst>
              <a:lin ang="27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effectLst/>
                <a:uLnTx/>
                <a:uFillTx/>
                <a:latin typeface="Tw Cen MT" panose="020B0602020104020603"/>
                <a:ea typeface="+mn-ea"/>
                <a:cs typeface="+mn-cs"/>
              </a:rPr>
              <a:t>Click to edit</a:t>
            </a:r>
          </a:p>
        </p:txBody>
      </p:sp>
      <p:cxnSp>
        <p:nvCxnSpPr>
          <p:cNvPr id="10" name="Straight Connector 9">
            <a:extLst>
              <a:ext uri="{FF2B5EF4-FFF2-40B4-BE49-F238E27FC236}">
                <a16:creationId xmlns:a16="http://schemas.microsoft.com/office/drawing/2014/main" id="{1FB6FFC4-ADCF-9B74-F4B1-707030D4534E}"/>
              </a:ext>
            </a:extLst>
          </p:cNvPr>
          <p:cNvCxnSpPr>
            <a:cxnSpLocks/>
          </p:cNvCxnSpPr>
          <p:nvPr/>
        </p:nvCxnSpPr>
        <p:spPr>
          <a:xfrm flipH="1">
            <a:off x="2207311" y="3429000"/>
            <a:ext cx="863568" cy="0"/>
          </a:xfrm>
          <a:prstGeom prst="line">
            <a:avLst/>
          </a:prstGeom>
          <a:ln cap="rnd">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2" name="Curved Connector 11">
            <a:extLst>
              <a:ext uri="{FF2B5EF4-FFF2-40B4-BE49-F238E27FC236}">
                <a16:creationId xmlns:a16="http://schemas.microsoft.com/office/drawing/2014/main" id="{35A9075F-A5E3-29C4-A4CC-9DBEB331C504}"/>
              </a:ext>
            </a:extLst>
          </p:cNvPr>
          <p:cNvCxnSpPr>
            <a:cxnSpLocks/>
          </p:cNvCxnSpPr>
          <p:nvPr/>
        </p:nvCxnSpPr>
        <p:spPr>
          <a:xfrm rot="5400000" flipH="1" flipV="1">
            <a:off x="2218940" y="2146931"/>
            <a:ext cx="760638" cy="943240"/>
          </a:xfrm>
          <a:prstGeom prst="curved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urved Connector 14">
            <a:extLst>
              <a:ext uri="{FF2B5EF4-FFF2-40B4-BE49-F238E27FC236}">
                <a16:creationId xmlns:a16="http://schemas.microsoft.com/office/drawing/2014/main" id="{9EBB4B8A-3252-D564-05B8-EA69BDE70CD7}"/>
              </a:ext>
            </a:extLst>
          </p:cNvPr>
          <p:cNvCxnSpPr>
            <a:cxnSpLocks/>
          </p:cNvCxnSpPr>
          <p:nvPr/>
        </p:nvCxnSpPr>
        <p:spPr>
          <a:xfrm rot="16200000" flipH="1">
            <a:off x="2218939" y="3767830"/>
            <a:ext cx="760638" cy="943238"/>
          </a:xfrm>
          <a:prstGeom prst="curved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Right Brace 20">
            <a:extLst>
              <a:ext uri="{FF2B5EF4-FFF2-40B4-BE49-F238E27FC236}">
                <a16:creationId xmlns:a16="http://schemas.microsoft.com/office/drawing/2014/main" id="{E547561D-6DD1-A45B-7FC6-198402B4FB3E}"/>
              </a:ext>
            </a:extLst>
          </p:cNvPr>
          <p:cNvSpPr/>
          <p:nvPr/>
        </p:nvSpPr>
        <p:spPr>
          <a:xfrm>
            <a:off x="5626963" y="2238232"/>
            <a:ext cx="391398" cy="2381536"/>
          </a:xfrm>
          <a:prstGeom prst="rightBrace">
            <a:avLst>
              <a:gd name="adj1" fmla="val 49410"/>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p>
        </p:txBody>
      </p:sp>
      <p:grpSp>
        <p:nvGrpSpPr>
          <p:cNvPr id="28" name="Group 27">
            <a:extLst>
              <a:ext uri="{FF2B5EF4-FFF2-40B4-BE49-F238E27FC236}">
                <a16:creationId xmlns:a16="http://schemas.microsoft.com/office/drawing/2014/main" id="{F9E514CB-C213-40DF-3E22-2E9738760A8D}"/>
              </a:ext>
            </a:extLst>
          </p:cNvPr>
          <p:cNvGrpSpPr/>
          <p:nvPr/>
        </p:nvGrpSpPr>
        <p:grpSpPr>
          <a:xfrm>
            <a:off x="6283805" y="1639099"/>
            <a:ext cx="2290640" cy="3578152"/>
            <a:chOff x="5694704" y="1909048"/>
            <a:chExt cx="2290640" cy="3506806"/>
          </a:xfrm>
        </p:grpSpPr>
        <p:sp>
          <p:nvSpPr>
            <p:cNvPr id="22" name="Rectangle 21">
              <a:extLst>
                <a:ext uri="{FF2B5EF4-FFF2-40B4-BE49-F238E27FC236}">
                  <a16:creationId xmlns:a16="http://schemas.microsoft.com/office/drawing/2014/main" id="{0ADDD054-9343-83BC-13A7-3B6569986AC1}"/>
                </a:ext>
              </a:extLst>
            </p:cNvPr>
            <p:cNvSpPr/>
            <p:nvPr/>
          </p:nvSpPr>
          <p:spPr>
            <a:xfrm>
              <a:off x="5694704" y="2541166"/>
              <a:ext cx="2290640" cy="3612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rgbClr val="EDECE8"/>
                  </a:solidFill>
                  <a:latin typeface="Tw Cen MT" panose="020B0602020104020603" pitchFamily="34" charset="77"/>
                </a:rPr>
                <a:t>Click to edit</a:t>
              </a:r>
            </a:p>
          </p:txBody>
        </p:sp>
        <p:sp>
          <p:nvSpPr>
            <p:cNvPr id="23" name="Rectangle 22">
              <a:extLst>
                <a:ext uri="{FF2B5EF4-FFF2-40B4-BE49-F238E27FC236}">
                  <a16:creationId xmlns:a16="http://schemas.microsoft.com/office/drawing/2014/main" id="{8FE4E4B5-0D54-5AD3-681F-99C066AE8F46}"/>
                </a:ext>
              </a:extLst>
            </p:cNvPr>
            <p:cNvSpPr/>
            <p:nvPr/>
          </p:nvSpPr>
          <p:spPr>
            <a:xfrm>
              <a:off x="5694704" y="3158230"/>
              <a:ext cx="2290640" cy="376324"/>
            </a:xfrm>
            <a:prstGeom prst="rect">
              <a:avLst/>
            </a:prstGeom>
            <a:noFill/>
            <a:ln w="1905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EDECE8"/>
                  </a:solidFill>
                  <a:effectLst/>
                  <a:uLnTx/>
                  <a:uFillTx/>
                  <a:latin typeface="Tw Cen MT" panose="020B0602020104020603"/>
                  <a:ea typeface="+mn-ea"/>
                  <a:cs typeface="+mn-cs"/>
                </a:rPr>
                <a:t>Click to edit</a:t>
              </a:r>
            </a:p>
          </p:txBody>
        </p:sp>
        <p:sp>
          <p:nvSpPr>
            <p:cNvPr id="24" name="Rectangle 23">
              <a:extLst>
                <a:ext uri="{FF2B5EF4-FFF2-40B4-BE49-F238E27FC236}">
                  <a16:creationId xmlns:a16="http://schemas.microsoft.com/office/drawing/2014/main" id="{8729A652-8DF4-69B1-9AF9-4CC82881B6A7}"/>
                </a:ext>
              </a:extLst>
            </p:cNvPr>
            <p:cNvSpPr/>
            <p:nvPr/>
          </p:nvSpPr>
          <p:spPr>
            <a:xfrm>
              <a:off x="5694704" y="1909048"/>
              <a:ext cx="2290640" cy="376324"/>
            </a:xfrm>
            <a:prstGeom prst="rect">
              <a:avLst/>
            </a:prstGeom>
            <a:noFill/>
            <a:ln w="1905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EDECE8"/>
                  </a:solidFill>
                  <a:effectLst/>
                  <a:uLnTx/>
                  <a:uFillTx/>
                  <a:latin typeface="Tw Cen MT" panose="020B0602020104020603"/>
                  <a:ea typeface="+mn-ea"/>
                  <a:cs typeface="+mn-cs"/>
                </a:rPr>
                <a:t>Click to edit</a:t>
              </a:r>
            </a:p>
          </p:txBody>
        </p:sp>
        <p:sp>
          <p:nvSpPr>
            <p:cNvPr id="25" name="Rectangle 24">
              <a:extLst>
                <a:ext uri="{FF2B5EF4-FFF2-40B4-BE49-F238E27FC236}">
                  <a16:creationId xmlns:a16="http://schemas.microsoft.com/office/drawing/2014/main" id="{F6FE26AE-F74B-1B7D-1E99-444A7A3E4504}"/>
                </a:ext>
              </a:extLst>
            </p:cNvPr>
            <p:cNvSpPr/>
            <p:nvPr/>
          </p:nvSpPr>
          <p:spPr>
            <a:xfrm>
              <a:off x="5694704" y="4422465"/>
              <a:ext cx="2290640" cy="3612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rgbClr val="EDECE8"/>
                  </a:solidFill>
                  <a:latin typeface="Tw Cen MT" panose="020B0602020104020603" pitchFamily="34" charset="77"/>
                </a:rPr>
                <a:t>Click to edit</a:t>
              </a:r>
            </a:p>
          </p:txBody>
        </p:sp>
        <p:sp>
          <p:nvSpPr>
            <p:cNvPr id="26" name="Rectangle 25">
              <a:extLst>
                <a:ext uri="{FF2B5EF4-FFF2-40B4-BE49-F238E27FC236}">
                  <a16:creationId xmlns:a16="http://schemas.microsoft.com/office/drawing/2014/main" id="{48AA1ABA-9BEE-0F9B-82BC-ECC82ED7D4A0}"/>
                </a:ext>
              </a:extLst>
            </p:cNvPr>
            <p:cNvSpPr/>
            <p:nvPr/>
          </p:nvSpPr>
          <p:spPr>
            <a:xfrm>
              <a:off x="5694704" y="5039530"/>
              <a:ext cx="2290640" cy="376324"/>
            </a:xfrm>
            <a:prstGeom prst="rect">
              <a:avLst/>
            </a:prstGeom>
            <a:noFill/>
            <a:ln w="1905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EDECE8"/>
                  </a:solidFill>
                  <a:effectLst/>
                  <a:uLnTx/>
                  <a:uFillTx/>
                  <a:latin typeface="Tw Cen MT" panose="020B0602020104020603"/>
                  <a:ea typeface="+mn-ea"/>
                  <a:cs typeface="+mn-cs"/>
                </a:rPr>
                <a:t>Click to edit</a:t>
              </a:r>
            </a:p>
          </p:txBody>
        </p:sp>
        <p:sp>
          <p:nvSpPr>
            <p:cNvPr id="27" name="Rectangle 26">
              <a:extLst>
                <a:ext uri="{FF2B5EF4-FFF2-40B4-BE49-F238E27FC236}">
                  <a16:creationId xmlns:a16="http://schemas.microsoft.com/office/drawing/2014/main" id="{D0B87D72-F248-E6DE-247C-DA94BA3BBD3C}"/>
                </a:ext>
              </a:extLst>
            </p:cNvPr>
            <p:cNvSpPr/>
            <p:nvPr/>
          </p:nvSpPr>
          <p:spPr>
            <a:xfrm>
              <a:off x="5694704" y="3790348"/>
              <a:ext cx="2290640" cy="376324"/>
            </a:xfrm>
            <a:prstGeom prst="rect">
              <a:avLst/>
            </a:prstGeom>
            <a:noFill/>
            <a:ln w="1905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EDECE8"/>
                  </a:solidFill>
                  <a:effectLst/>
                  <a:uLnTx/>
                  <a:uFillTx/>
                  <a:latin typeface="Tw Cen MT" panose="020B0602020104020603"/>
                  <a:ea typeface="+mn-ea"/>
                  <a:cs typeface="+mn-cs"/>
                </a:rPr>
                <a:t>Click to edit</a:t>
              </a:r>
            </a:p>
          </p:txBody>
        </p:sp>
      </p:grpSp>
      <p:cxnSp>
        <p:nvCxnSpPr>
          <p:cNvPr id="32" name="Straight Connector 31">
            <a:extLst>
              <a:ext uri="{FF2B5EF4-FFF2-40B4-BE49-F238E27FC236}">
                <a16:creationId xmlns:a16="http://schemas.microsoft.com/office/drawing/2014/main" id="{AD4CA7BD-B10C-48C4-80A6-5365BB2AB8B0}"/>
              </a:ext>
            </a:extLst>
          </p:cNvPr>
          <p:cNvCxnSpPr>
            <a:cxnSpLocks/>
          </p:cNvCxnSpPr>
          <p:nvPr/>
        </p:nvCxnSpPr>
        <p:spPr>
          <a:xfrm flipH="1">
            <a:off x="8778816" y="3428439"/>
            <a:ext cx="943238" cy="0"/>
          </a:xfrm>
          <a:prstGeom prst="line">
            <a:avLst/>
          </a:prstGeom>
          <a:ln cap="rnd">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33" name="Curved Connector 32">
            <a:extLst>
              <a:ext uri="{FF2B5EF4-FFF2-40B4-BE49-F238E27FC236}">
                <a16:creationId xmlns:a16="http://schemas.microsoft.com/office/drawing/2014/main" id="{95384984-9170-5F54-AD8B-2FF24C7FA4AA}"/>
              </a:ext>
            </a:extLst>
          </p:cNvPr>
          <p:cNvCxnSpPr>
            <a:cxnSpLocks/>
          </p:cNvCxnSpPr>
          <p:nvPr/>
        </p:nvCxnSpPr>
        <p:spPr>
          <a:xfrm flipV="1">
            <a:off x="8778816" y="2232807"/>
            <a:ext cx="943240" cy="937289"/>
          </a:xfrm>
          <a:prstGeom prst="curved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urved Connector 33">
            <a:extLst>
              <a:ext uri="{FF2B5EF4-FFF2-40B4-BE49-F238E27FC236}">
                <a16:creationId xmlns:a16="http://schemas.microsoft.com/office/drawing/2014/main" id="{C821B293-5A47-12D9-6B5B-C929800D84CD}"/>
              </a:ext>
            </a:extLst>
          </p:cNvPr>
          <p:cNvCxnSpPr>
            <a:cxnSpLocks/>
          </p:cNvCxnSpPr>
          <p:nvPr/>
        </p:nvCxnSpPr>
        <p:spPr>
          <a:xfrm>
            <a:off x="8778816" y="3686783"/>
            <a:ext cx="943238" cy="927560"/>
          </a:xfrm>
          <a:prstGeom prst="curved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9" name="Picture 38">
            <a:extLst>
              <a:ext uri="{FF2B5EF4-FFF2-40B4-BE49-F238E27FC236}">
                <a16:creationId xmlns:a16="http://schemas.microsoft.com/office/drawing/2014/main" id="{115C4DF0-7CCD-D16E-84A1-244BD6CCD5BC}"/>
              </a:ext>
            </a:extLst>
          </p:cNvPr>
          <p:cNvPicPr>
            <a:picLocks noChangeAspect="1"/>
          </p:cNvPicPr>
          <p:nvPr/>
        </p:nvPicPr>
        <p:blipFill>
          <a:blip r:embed="rId2"/>
          <a:stretch>
            <a:fillRect/>
          </a:stretch>
        </p:blipFill>
        <p:spPr>
          <a:xfrm>
            <a:off x="9830787" y="3196583"/>
            <a:ext cx="652442" cy="463184"/>
          </a:xfrm>
          <a:prstGeom prst="rect">
            <a:avLst/>
          </a:prstGeom>
        </p:spPr>
      </p:pic>
      <p:pic>
        <p:nvPicPr>
          <p:cNvPr id="40" name="Picture 39">
            <a:extLst>
              <a:ext uri="{FF2B5EF4-FFF2-40B4-BE49-F238E27FC236}">
                <a16:creationId xmlns:a16="http://schemas.microsoft.com/office/drawing/2014/main" id="{4CA76108-0576-EB91-61FD-79057F2CFE7D}"/>
              </a:ext>
            </a:extLst>
          </p:cNvPr>
          <p:cNvPicPr>
            <a:picLocks noChangeAspect="1"/>
          </p:cNvPicPr>
          <p:nvPr/>
        </p:nvPicPr>
        <p:blipFill>
          <a:blip r:embed="rId3"/>
          <a:stretch>
            <a:fillRect/>
          </a:stretch>
        </p:blipFill>
        <p:spPr>
          <a:xfrm>
            <a:off x="9920435" y="4382750"/>
            <a:ext cx="473146" cy="463185"/>
          </a:xfrm>
          <a:prstGeom prst="rect">
            <a:avLst/>
          </a:prstGeom>
        </p:spPr>
      </p:pic>
      <p:sp>
        <p:nvSpPr>
          <p:cNvPr id="41" name="TextBox 40">
            <a:extLst>
              <a:ext uri="{FF2B5EF4-FFF2-40B4-BE49-F238E27FC236}">
                <a16:creationId xmlns:a16="http://schemas.microsoft.com/office/drawing/2014/main" id="{F0C94C61-C284-8C9E-B995-116186AF574F}"/>
              </a:ext>
            </a:extLst>
          </p:cNvPr>
          <p:cNvSpPr txBox="1"/>
          <p:nvPr/>
        </p:nvSpPr>
        <p:spPr>
          <a:xfrm>
            <a:off x="10472685" y="2043387"/>
            <a:ext cx="1132415" cy="261610"/>
          </a:xfrm>
          <a:prstGeom prst="rect">
            <a:avLst/>
          </a:prstGeom>
          <a:noFill/>
        </p:spPr>
        <p:txBody>
          <a:bodyPr wrap="square" rtlCol="0">
            <a:spAutoFit/>
          </a:bodyPr>
          <a:lstStyle/>
          <a:p>
            <a:r>
              <a:rPr lang="en-US" sz="1100"/>
              <a:t>In-store</a:t>
            </a:r>
          </a:p>
        </p:txBody>
      </p:sp>
      <p:sp>
        <p:nvSpPr>
          <p:cNvPr id="42" name="TextBox 41">
            <a:extLst>
              <a:ext uri="{FF2B5EF4-FFF2-40B4-BE49-F238E27FC236}">
                <a16:creationId xmlns:a16="http://schemas.microsoft.com/office/drawing/2014/main" id="{FA7D5289-E2D5-AB16-4A57-6F3D11D2A951}"/>
              </a:ext>
            </a:extLst>
          </p:cNvPr>
          <p:cNvSpPr txBox="1"/>
          <p:nvPr/>
        </p:nvSpPr>
        <p:spPr>
          <a:xfrm>
            <a:off x="10472685" y="3297370"/>
            <a:ext cx="1132415" cy="261610"/>
          </a:xfrm>
          <a:prstGeom prst="rect">
            <a:avLst/>
          </a:prstGeom>
          <a:noFill/>
        </p:spPr>
        <p:txBody>
          <a:bodyPr wrap="square" rtlCol="0">
            <a:spAutoFit/>
          </a:bodyPr>
          <a:lstStyle/>
          <a:p>
            <a:r>
              <a:rPr lang="en-US" sz="1100"/>
              <a:t>Digital</a:t>
            </a:r>
          </a:p>
        </p:txBody>
      </p:sp>
      <p:sp>
        <p:nvSpPr>
          <p:cNvPr id="43" name="TextBox 42">
            <a:extLst>
              <a:ext uri="{FF2B5EF4-FFF2-40B4-BE49-F238E27FC236}">
                <a16:creationId xmlns:a16="http://schemas.microsoft.com/office/drawing/2014/main" id="{CEC5094A-FD0F-A1E4-E578-287184834F46}"/>
              </a:ext>
            </a:extLst>
          </p:cNvPr>
          <p:cNvSpPr txBox="1"/>
          <p:nvPr/>
        </p:nvSpPr>
        <p:spPr>
          <a:xfrm>
            <a:off x="10472685" y="4459949"/>
            <a:ext cx="1132415" cy="261610"/>
          </a:xfrm>
          <a:prstGeom prst="rect">
            <a:avLst/>
          </a:prstGeom>
          <a:noFill/>
        </p:spPr>
        <p:txBody>
          <a:bodyPr wrap="square" rtlCol="0">
            <a:spAutoFit/>
          </a:bodyPr>
          <a:lstStyle/>
          <a:p>
            <a:r>
              <a:rPr lang="en-US" sz="1100"/>
              <a:t>Email</a:t>
            </a:r>
          </a:p>
        </p:txBody>
      </p:sp>
      <p:pic>
        <p:nvPicPr>
          <p:cNvPr id="47" name="Picture 46">
            <a:extLst>
              <a:ext uri="{FF2B5EF4-FFF2-40B4-BE49-F238E27FC236}">
                <a16:creationId xmlns:a16="http://schemas.microsoft.com/office/drawing/2014/main" id="{98F37D9F-4AE8-F99D-F6F2-D3C9DE5D609B}"/>
              </a:ext>
            </a:extLst>
          </p:cNvPr>
          <p:cNvPicPr>
            <a:picLocks noChangeAspect="1"/>
          </p:cNvPicPr>
          <p:nvPr/>
        </p:nvPicPr>
        <p:blipFill>
          <a:blip r:embed="rId4"/>
          <a:stretch>
            <a:fillRect/>
          </a:stretch>
        </p:blipFill>
        <p:spPr>
          <a:xfrm>
            <a:off x="9920435" y="1909048"/>
            <a:ext cx="473148" cy="463186"/>
          </a:xfrm>
          <a:prstGeom prst="rect">
            <a:avLst/>
          </a:prstGeom>
        </p:spPr>
      </p:pic>
      <p:sp>
        <p:nvSpPr>
          <p:cNvPr id="48" name="Oval 47">
            <a:extLst>
              <a:ext uri="{FF2B5EF4-FFF2-40B4-BE49-F238E27FC236}">
                <a16:creationId xmlns:a16="http://schemas.microsoft.com/office/drawing/2014/main" id="{AECACE7C-9ECB-29E4-7716-1E35CDE0CC3E}"/>
              </a:ext>
            </a:extLst>
          </p:cNvPr>
          <p:cNvSpPr/>
          <p:nvPr/>
        </p:nvSpPr>
        <p:spPr>
          <a:xfrm>
            <a:off x="721762" y="2777159"/>
            <a:ext cx="1302031" cy="1302031"/>
          </a:xfrm>
          <a:prstGeom prst="ellipse">
            <a:avLst/>
          </a:prstGeom>
          <a:noFill/>
          <a:ln w="19050">
            <a:gradFill>
              <a:gsLst>
                <a:gs pos="100000">
                  <a:schemeClr val="accent4"/>
                </a:gs>
                <a:gs pos="0">
                  <a:srgbClr val="06E1F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Click to edit</a:t>
            </a:r>
          </a:p>
        </p:txBody>
      </p:sp>
    </p:spTree>
    <p:extLst>
      <p:ext uri="{BB962C8B-B14F-4D97-AF65-F5344CB8AC3E}">
        <p14:creationId xmlns:p14="http://schemas.microsoft.com/office/powerpoint/2010/main" val="154638427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8550CF-C264-8477-4535-12166C6B16FE}"/>
              </a:ext>
            </a:extLst>
          </p:cNvPr>
          <p:cNvSpPr>
            <a:spLocks noGrp="1"/>
          </p:cNvSpPr>
          <p:nvPr>
            <p:ph type="ctrTitle"/>
          </p:nvPr>
        </p:nvSpPr>
        <p:spPr/>
        <p:txBody>
          <a:bodyPr/>
          <a:lstStyle/>
          <a:p>
            <a:r>
              <a:rPr lang="en-US"/>
              <a:t>Photo glow</a:t>
            </a:r>
          </a:p>
        </p:txBody>
      </p:sp>
      <p:sp>
        <p:nvSpPr>
          <p:cNvPr id="7" name="Rectangle 6">
            <a:extLst>
              <a:ext uri="{FF2B5EF4-FFF2-40B4-BE49-F238E27FC236}">
                <a16:creationId xmlns:a16="http://schemas.microsoft.com/office/drawing/2014/main" id="{01866566-0FE1-BF91-5C12-9CDEE5673544}"/>
              </a:ext>
            </a:extLst>
          </p:cNvPr>
          <p:cNvSpPr/>
          <p:nvPr/>
        </p:nvSpPr>
        <p:spPr>
          <a:xfrm>
            <a:off x="6096000" y="4512623"/>
            <a:ext cx="6096000" cy="2345376"/>
          </a:xfrm>
          <a:prstGeom prst="rect">
            <a:avLst/>
          </a:prstGeom>
          <a:gradFill>
            <a:gsLst>
              <a:gs pos="100000">
                <a:schemeClr val="accent5">
                  <a:alpha val="80000"/>
                </a:schemeClr>
              </a:gs>
              <a:gs pos="28000">
                <a:schemeClr val="tx1">
                  <a:alpha val="0"/>
                </a:schemeClr>
              </a:gs>
            </a:gsLst>
            <a:lin ang="5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2CE837C-3494-F617-4F0F-FC3BD2FB54FA}"/>
              </a:ext>
            </a:extLst>
          </p:cNvPr>
          <p:cNvPicPr>
            <a:picLocks noChangeAspect="1"/>
          </p:cNvPicPr>
          <p:nvPr/>
        </p:nvPicPr>
        <p:blipFill>
          <a:blip r:embed="rId2"/>
          <a:srcRect/>
          <a:stretch/>
        </p:blipFill>
        <p:spPr>
          <a:xfrm>
            <a:off x="10859344" y="6460948"/>
            <a:ext cx="958006" cy="152266"/>
          </a:xfrm>
          <a:prstGeom prst="rect">
            <a:avLst/>
          </a:prstGeom>
        </p:spPr>
      </p:pic>
      <p:sp>
        <p:nvSpPr>
          <p:cNvPr id="16" name="Text Placeholder 2">
            <a:extLst>
              <a:ext uri="{FF2B5EF4-FFF2-40B4-BE49-F238E27FC236}">
                <a16:creationId xmlns:a16="http://schemas.microsoft.com/office/drawing/2014/main" id="{26163750-F08B-06AC-C15F-009F5A3078A9}"/>
              </a:ext>
            </a:extLst>
          </p:cNvPr>
          <p:cNvSpPr>
            <a:spLocks noGrp="1"/>
          </p:cNvSpPr>
          <p:nvPr>
            <p:ph type="body" sz="quarter" idx="21"/>
          </p:nvPr>
        </p:nvSpPr>
        <p:spPr>
          <a:xfrm>
            <a:off x="272614" y="2565069"/>
            <a:ext cx="1879857" cy="236540"/>
          </a:xfrm>
        </p:spPr>
        <p:txBody>
          <a:bodyPr/>
          <a:lstStyle/>
          <a:p>
            <a:r>
              <a:rPr lang="en-US"/>
              <a:t>HOW TO USE</a:t>
            </a:r>
          </a:p>
        </p:txBody>
      </p:sp>
      <p:sp>
        <p:nvSpPr>
          <p:cNvPr id="17" name="Text Placeholder 4">
            <a:extLst>
              <a:ext uri="{FF2B5EF4-FFF2-40B4-BE49-F238E27FC236}">
                <a16:creationId xmlns:a16="http://schemas.microsoft.com/office/drawing/2014/main" id="{E28CD2C7-F350-5F76-1B98-02E042AE64C5}"/>
              </a:ext>
            </a:extLst>
          </p:cNvPr>
          <p:cNvSpPr>
            <a:spLocks noGrp="1"/>
          </p:cNvSpPr>
          <p:nvPr>
            <p:ph type="body" sz="quarter" idx="18"/>
          </p:nvPr>
        </p:nvSpPr>
        <p:spPr>
          <a:xfrm>
            <a:off x="272615" y="2922814"/>
            <a:ext cx="4615071" cy="506186"/>
          </a:xfrm>
        </p:spPr>
        <p:txBody>
          <a:bodyPr/>
          <a:lstStyle/>
          <a:p>
            <a:r>
              <a:rPr lang="en-US"/>
              <a:t>To use the photo glow effect, please copy and paste the glow on the right directly on top of your image.</a:t>
            </a:r>
          </a:p>
          <a:p>
            <a:r>
              <a:rPr lang="en-US"/>
              <a:t>If your glow is over the logo, like in this layout, please also copy and paste the logo as well.</a:t>
            </a:r>
            <a:br>
              <a:rPr lang="en-US"/>
            </a:br>
            <a:endParaRPr lang="en-US"/>
          </a:p>
        </p:txBody>
      </p:sp>
    </p:spTree>
    <p:extLst>
      <p:ext uri="{BB962C8B-B14F-4D97-AF65-F5344CB8AC3E}">
        <p14:creationId xmlns:p14="http://schemas.microsoft.com/office/powerpoint/2010/main" val="15493356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496BFB-5A18-C4B3-3A8D-623C5367A47C}"/>
              </a:ext>
            </a:extLst>
          </p:cNvPr>
          <p:cNvSpPr>
            <a:spLocks noGrp="1"/>
          </p:cNvSpPr>
          <p:nvPr>
            <p:ph type="ctrTitle"/>
          </p:nvPr>
        </p:nvSpPr>
        <p:spPr>
          <a:prstGeom prst="rect">
            <a:avLst/>
          </a:prstGeom>
        </p:spPr>
        <p:txBody>
          <a:bodyPr/>
          <a:lstStyle/>
          <a:p>
            <a:r>
              <a:rPr lang="en-US"/>
              <a:t>Journey/timeline design </a:t>
            </a:r>
          </a:p>
        </p:txBody>
      </p:sp>
      <p:cxnSp>
        <p:nvCxnSpPr>
          <p:cNvPr id="6" name="Straight Connector 5">
            <a:extLst>
              <a:ext uri="{FF2B5EF4-FFF2-40B4-BE49-F238E27FC236}">
                <a16:creationId xmlns:a16="http://schemas.microsoft.com/office/drawing/2014/main" id="{89F2C782-CDFD-D05D-35D7-D03759F65656}"/>
              </a:ext>
            </a:extLst>
          </p:cNvPr>
          <p:cNvCxnSpPr>
            <a:cxnSpLocks/>
          </p:cNvCxnSpPr>
          <p:nvPr/>
        </p:nvCxnSpPr>
        <p:spPr>
          <a:xfrm>
            <a:off x="268347" y="3079456"/>
            <a:ext cx="11926701" cy="0"/>
          </a:xfrm>
          <a:prstGeom prst="line">
            <a:avLst/>
          </a:prstGeom>
          <a:ln w="28575">
            <a:gradFill flip="none" rotWithShape="1">
              <a:gsLst>
                <a:gs pos="0">
                  <a:schemeClr val="accent5"/>
                </a:gs>
                <a:gs pos="100000">
                  <a:schemeClr val="accent4"/>
                </a:gs>
              </a:gsLst>
              <a:lin ang="0" scaled="1"/>
              <a:tileRect/>
            </a:gradFill>
          </a:ln>
          <a:effectLst>
            <a:softEdge rad="0"/>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B80B100-D439-B14C-B67B-4DB4A05A926A}"/>
              </a:ext>
            </a:extLst>
          </p:cNvPr>
          <p:cNvCxnSpPr>
            <a:cxnSpLocks/>
          </p:cNvCxnSpPr>
          <p:nvPr/>
        </p:nvCxnSpPr>
        <p:spPr>
          <a:xfrm>
            <a:off x="1139483"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66347B1-7E47-729C-D1FB-A9983E030C35}"/>
              </a:ext>
            </a:extLst>
          </p:cNvPr>
          <p:cNvCxnSpPr>
            <a:cxnSpLocks/>
          </p:cNvCxnSpPr>
          <p:nvPr/>
        </p:nvCxnSpPr>
        <p:spPr>
          <a:xfrm>
            <a:off x="2743200"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DB5BA57-87BC-131C-C150-73A5DB529400}"/>
              </a:ext>
            </a:extLst>
          </p:cNvPr>
          <p:cNvCxnSpPr>
            <a:cxnSpLocks/>
          </p:cNvCxnSpPr>
          <p:nvPr/>
        </p:nvCxnSpPr>
        <p:spPr>
          <a:xfrm>
            <a:off x="4346917"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97622C6-7A7B-D830-5935-380600CE8468}"/>
              </a:ext>
            </a:extLst>
          </p:cNvPr>
          <p:cNvCxnSpPr>
            <a:cxnSpLocks/>
          </p:cNvCxnSpPr>
          <p:nvPr/>
        </p:nvCxnSpPr>
        <p:spPr>
          <a:xfrm>
            <a:off x="5950634"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73FF166-CCD4-889D-35C1-14289BC72A7D}"/>
              </a:ext>
            </a:extLst>
          </p:cNvPr>
          <p:cNvCxnSpPr>
            <a:cxnSpLocks/>
          </p:cNvCxnSpPr>
          <p:nvPr/>
        </p:nvCxnSpPr>
        <p:spPr>
          <a:xfrm>
            <a:off x="7554351"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2682EB8-A6C1-3802-0E45-77B0DB9118A2}"/>
              </a:ext>
            </a:extLst>
          </p:cNvPr>
          <p:cNvCxnSpPr>
            <a:cxnSpLocks/>
          </p:cNvCxnSpPr>
          <p:nvPr/>
        </p:nvCxnSpPr>
        <p:spPr>
          <a:xfrm>
            <a:off x="9158068"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3CA8F54-9DE3-DBA6-CBD9-EFEC225A310C}"/>
              </a:ext>
            </a:extLst>
          </p:cNvPr>
          <p:cNvSpPr txBox="1"/>
          <p:nvPr/>
        </p:nvSpPr>
        <p:spPr>
          <a:xfrm>
            <a:off x="432876" y="2402861"/>
            <a:ext cx="2661219" cy="461665"/>
          </a:xfrm>
          <a:prstGeom prst="rect">
            <a:avLst/>
          </a:prstGeom>
          <a:noFill/>
        </p:spPr>
        <p:txBody>
          <a:bodyPr wrap="square" rtlCol="0">
            <a:spAutoFit/>
          </a:bodyPr>
          <a:lstStyle/>
          <a:p>
            <a:r>
              <a:rPr lang="en-US" sz="1200" spc="300">
                <a:latin typeface="Consolas" panose="020B0609020204030204" pitchFamily="49" charset="0"/>
                <a:cs typeface="Consolas" panose="020B0609020204030204" pitchFamily="49" charset="0"/>
              </a:rPr>
              <a:t>.01</a:t>
            </a:r>
          </a:p>
          <a:p>
            <a:r>
              <a:rPr lang="en-US" sz="1200" spc="300">
                <a:latin typeface="Consolas" panose="020B0609020204030204" pitchFamily="49" charset="0"/>
                <a:cs typeface="Consolas" panose="020B0609020204030204" pitchFamily="49" charset="0"/>
              </a:rPr>
              <a:t>HIGHLIGHT HERE</a:t>
            </a:r>
          </a:p>
        </p:txBody>
      </p:sp>
      <p:sp>
        <p:nvSpPr>
          <p:cNvPr id="21" name="TextBox 20">
            <a:extLst>
              <a:ext uri="{FF2B5EF4-FFF2-40B4-BE49-F238E27FC236}">
                <a16:creationId xmlns:a16="http://schemas.microsoft.com/office/drawing/2014/main" id="{8F2C3AD1-5F0D-9400-4427-B767D83A36A4}"/>
              </a:ext>
            </a:extLst>
          </p:cNvPr>
          <p:cNvSpPr txBox="1"/>
          <p:nvPr/>
        </p:nvSpPr>
        <p:spPr>
          <a:xfrm>
            <a:off x="3299957" y="2402861"/>
            <a:ext cx="2661219" cy="461665"/>
          </a:xfrm>
          <a:prstGeom prst="rect">
            <a:avLst/>
          </a:prstGeom>
          <a:noFill/>
        </p:spPr>
        <p:txBody>
          <a:bodyPr wrap="square" rtlCol="0">
            <a:spAutoFit/>
          </a:bodyPr>
          <a:lstStyle/>
          <a:p>
            <a:r>
              <a:rPr lang="en-US" sz="1200" spc="300">
                <a:latin typeface="Consolas" panose="020B0609020204030204" pitchFamily="49" charset="0"/>
                <a:cs typeface="Consolas" panose="020B0609020204030204" pitchFamily="49" charset="0"/>
              </a:rPr>
              <a:t>.02</a:t>
            </a:r>
          </a:p>
          <a:p>
            <a:r>
              <a:rPr lang="en-US" sz="1200" spc="300">
                <a:latin typeface="Consolas" panose="020B0609020204030204" pitchFamily="49" charset="0"/>
                <a:cs typeface="Consolas" panose="020B0609020204030204" pitchFamily="49" charset="0"/>
              </a:rPr>
              <a:t>HIGHLIGHT HERE</a:t>
            </a:r>
          </a:p>
        </p:txBody>
      </p:sp>
      <p:sp>
        <p:nvSpPr>
          <p:cNvPr id="22" name="TextBox 21">
            <a:extLst>
              <a:ext uri="{FF2B5EF4-FFF2-40B4-BE49-F238E27FC236}">
                <a16:creationId xmlns:a16="http://schemas.microsoft.com/office/drawing/2014/main" id="{88A2AB57-0EE1-3CF9-F0DE-77E60643FD8F}"/>
              </a:ext>
            </a:extLst>
          </p:cNvPr>
          <p:cNvSpPr txBox="1"/>
          <p:nvPr/>
        </p:nvSpPr>
        <p:spPr>
          <a:xfrm>
            <a:off x="6167038" y="2402861"/>
            <a:ext cx="2661219" cy="461665"/>
          </a:xfrm>
          <a:prstGeom prst="rect">
            <a:avLst/>
          </a:prstGeom>
          <a:noFill/>
        </p:spPr>
        <p:txBody>
          <a:bodyPr wrap="square" rtlCol="0">
            <a:spAutoFit/>
          </a:bodyPr>
          <a:lstStyle/>
          <a:p>
            <a:r>
              <a:rPr lang="en-US" sz="1200" spc="300">
                <a:latin typeface="Consolas" panose="020B0609020204030204" pitchFamily="49" charset="0"/>
                <a:cs typeface="Consolas" panose="020B0609020204030204" pitchFamily="49" charset="0"/>
              </a:rPr>
              <a:t>.03</a:t>
            </a:r>
          </a:p>
          <a:p>
            <a:r>
              <a:rPr lang="en-US" sz="1200" spc="300">
                <a:latin typeface="Consolas" panose="020B0609020204030204" pitchFamily="49" charset="0"/>
                <a:cs typeface="Consolas" panose="020B0609020204030204" pitchFamily="49" charset="0"/>
              </a:rPr>
              <a:t>HIGHLIGHT HERE</a:t>
            </a:r>
          </a:p>
        </p:txBody>
      </p:sp>
      <p:sp>
        <p:nvSpPr>
          <p:cNvPr id="23" name="TextBox 22">
            <a:extLst>
              <a:ext uri="{FF2B5EF4-FFF2-40B4-BE49-F238E27FC236}">
                <a16:creationId xmlns:a16="http://schemas.microsoft.com/office/drawing/2014/main" id="{558BA4D9-E0B7-3A03-74F9-D24365A0F55D}"/>
              </a:ext>
            </a:extLst>
          </p:cNvPr>
          <p:cNvSpPr txBox="1"/>
          <p:nvPr/>
        </p:nvSpPr>
        <p:spPr>
          <a:xfrm>
            <a:off x="9034118" y="2402861"/>
            <a:ext cx="2661219" cy="461665"/>
          </a:xfrm>
          <a:prstGeom prst="rect">
            <a:avLst/>
          </a:prstGeom>
          <a:noFill/>
        </p:spPr>
        <p:txBody>
          <a:bodyPr wrap="square" rtlCol="0">
            <a:spAutoFit/>
          </a:bodyPr>
          <a:lstStyle/>
          <a:p>
            <a:r>
              <a:rPr lang="en-US" sz="1200" spc="300">
                <a:latin typeface="Consolas" panose="020B0609020204030204" pitchFamily="49" charset="0"/>
                <a:cs typeface="Consolas" panose="020B0609020204030204" pitchFamily="49" charset="0"/>
              </a:rPr>
              <a:t>.04</a:t>
            </a:r>
          </a:p>
          <a:p>
            <a:r>
              <a:rPr lang="en-US" sz="1200" spc="300">
                <a:latin typeface="Consolas" panose="020B0609020204030204" pitchFamily="49" charset="0"/>
                <a:cs typeface="Consolas" panose="020B0609020204030204" pitchFamily="49" charset="0"/>
              </a:rPr>
              <a:t>HIGHLIGHT HERE</a:t>
            </a:r>
          </a:p>
        </p:txBody>
      </p:sp>
      <p:sp>
        <p:nvSpPr>
          <p:cNvPr id="24" name="Text Placeholder 13">
            <a:extLst>
              <a:ext uri="{FF2B5EF4-FFF2-40B4-BE49-F238E27FC236}">
                <a16:creationId xmlns:a16="http://schemas.microsoft.com/office/drawing/2014/main" id="{00E0EBDF-2B84-42C2-1450-C5BBD6058768}"/>
              </a:ext>
            </a:extLst>
          </p:cNvPr>
          <p:cNvSpPr txBox="1">
            <a:spLocks/>
          </p:cNvSpPr>
          <p:nvPr/>
        </p:nvSpPr>
        <p:spPr>
          <a:xfrm>
            <a:off x="961951"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25" name="Text Placeholder 13">
            <a:extLst>
              <a:ext uri="{FF2B5EF4-FFF2-40B4-BE49-F238E27FC236}">
                <a16:creationId xmlns:a16="http://schemas.microsoft.com/office/drawing/2014/main" id="{A62D242A-3D94-0272-85A9-359290E7A409}"/>
              </a:ext>
            </a:extLst>
          </p:cNvPr>
          <p:cNvSpPr txBox="1">
            <a:spLocks/>
          </p:cNvSpPr>
          <p:nvPr/>
        </p:nvSpPr>
        <p:spPr>
          <a:xfrm>
            <a:off x="2565668"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26" name="Text Placeholder 13">
            <a:extLst>
              <a:ext uri="{FF2B5EF4-FFF2-40B4-BE49-F238E27FC236}">
                <a16:creationId xmlns:a16="http://schemas.microsoft.com/office/drawing/2014/main" id="{E32DF2E2-E284-0FE7-05E9-D143EA824491}"/>
              </a:ext>
            </a:extLst>
          </p:cNvPr>
          <p:cNvSpPr txBox="1">
            <a:spLocks/>
          </p:cNvSpPr>
          <p:nvPr/>
        </p:nvSpPr>
        <p:spPr>
          <a:xfrm>
            <a:off x="4169385"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27" name="Text Placeholder 13">
            <a:extLst>
              <a:ext uri="{FF2B5EF4-FFF2-40B4-BE49-F238E27FC236}">
                <a16:creationId xmlns:a16="http://schemas.microsoft.com/office/drawing/2014/main" id="{D8920158-57EE-1D6A-85B1-D630C2E40AA3}"/>
              </a:ext>
            </a:extLst>
          </p:cNvPr>
          <p:cNvSpPr txBox="1">
            <a:spLocks/>
          </p:cNvSpPr>
          <p:nvPr/>
        </p:nvSpPr>
        <p:spPr>
          <a:xfrm>
            <a:off x="5773102"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28" name="Text Placeholder 13">
            <a:extLst>
              <a:ext uri="{FF2B5EF4-FFF2-40B4-BE49-F238E27FC236}">
                <a16:creationId xmlns:a16="http://schemas.microsoft.com/office/drawing/2014/main" id="{7132038D-9786-9DC7-DB1C-774488D494FC}"/>
              </a:ext>
            </a:extLst>
          </p:cNvPr>
          <p:cNvSpPr txBox="1">
            <a:spLocks/>
          </p:cNvSpPr>
          <p:nvPr/>
        </p:nvSpPr>
        <p:spPr>
          <a:xfrm>
            <a:off x="7376819"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29" name="Text Placeholder 13">
            <a:extLst>
              <a:ext uri="{FF2B5EF4-FFF2-40B4-BE49-F238E27FC236}">
                <a16:creationId xmlns:a16="http://schemas.microsoft.com/office/drawing/2014/main" id="{AFD02070-01C9-F6BF-0446-697336B3E87D}"/>
              </a:ext>
            </a:extLst>
          </p:cNvPr>
          <p:cNvSpPr txBox="1">
            <a:spLocks/>
          </p:cNvSpPr>
          <p:nvPr/>
        </p:nvSpPr>
        <p:spPr>
          <a:xfrm>
            <a:off x="8980536"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31" name="Oval 30">
            <a:extLst>
              <a:ext uri="{FF2B5EF4-FFF2-40B4-BE49-F238E27FC236}">
                <a16:creationId xmlns:a16="http://schemas.microsoft.com/office/drawing/2014/main" id="{0B2FEF03-9337-CF46-E2BA-F802B22506E1}"/>
              </a:ext>
            </a:extLst>
          </p:cNvPr>
          <p:cNvSpPr/>
          <p:nvPr/>
        </p:nvSpPr>
        <p:spPr>
          <a:xfrm>
            <a:off x="1091809" y="3031782"/>
            <a:ext cx="95348" cy="95348"/>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CE534A80-2F61-2F92-22B1-814AE29BFAFC}"/>
              </a:ext>
            </a:extLst>
          </p:cNvPr>
          <p:cNvSpPr/>
          <p:nvPr/>
        </p:nvSpPr>
        <p:spPr>
          <a:xfrm>
            <a:off x="2695526" y="3027379"/>
            <a:ext cx="95348" cy="95348"/>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C6CF958-3D63-EE05-772D-D470093DEE7E}"/>
              </a:ext>
            </a:extLst>
          </p:cNvPr>
          <p:cNvSpPr/>
          <p:nvPr/>
        </p:nvSpPr>
        <p:spPr>
          <a:xfrm>
            <a:off x="7506677" y="3031941"/>
            <a:ext cx="95348" cy="95348"/>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6DCEB7D-68E8-6DFB-27EA-91FD69AD5606}"/>
              </a:ext>
            </a:extLst>
          </p:cNvPr>
          <p:cNvSpPr/>
          <p:nvPr/>
        </p:nvSpPr>
        <p:spPr>
          <a:xfrm>
            <a:off x="5902960" y="3027379"/>
            <a:ext cx="95348" cy="95348"/>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1081C63-9860-CFB1-44EC-F93C1E1463FF}"/>
              </a:ext>
            </a:extLst>
          </p:cNvPr>
          <p:cNvSpPr/>
          <p:nvPr/>
        </p:nvSpPr>
        <p:spPr>
          <a:xfrm>
            <a:off x="4299243" y="3031941"/>
            <a:ext cx="95348" cy="95348"/>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E7B33AB-7A0C-D174-EC14-9F4F70EB48F3}"/>
              </a:ext>
            </a:extLst>
          </p:cNvPr>
          <p:cNvSpPr/>
          <p:nvPr/>
        </p:nvSpPr>
        <p:spPr>
          <a:xfrm>
            <a:off x="9110394" y="3034305"/>
            <a:ext cx="95348" cy="95348"/>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681729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C89EB-91F2-2275-4503-7F3D44093C51}"/>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AFB99E5-D676-71B8-9F2B-6B87DDD008B4}"/>
              </a:ext>
            </a:extLst>
          </p:cNvPr>
          <p:cNvCxnSpPr>
            <a:cxnSpLocks/>
          </p:cNvCxnSpPr>
          <p:nvPr/>
        </p:nvCxnSpPr>
        <p:spPr>
          <a:xfrm>
            <a:off x="268347" y="3079456"/>
            <a:ext cx="11926701" cy="0"/>
          </a:xfrm>
          <a:prstGeom prst="line">
            <a:avLst/>
          </a:prstGeom>
          <a:ln w="28575">
            <a:gradFill flip="none" rotWithShape="1">
              <a:gsLst>
                <a:gs pos="0">
                  <a:schemeClr val="accent5"/>
                </a:gs>
                <a:gs pos="100000">
                  <a:schemeClr val="accent4"/>
                </a:gs>
              </a:gsLst>
              <a:lin ang="0" scaled="1"/>
              <a:tileRect/>
            </a:gradFill>
          </a:ln>
          <a:effectLst>
            <a:softEdge rad="0"/>
          </a:effectLst>
        </p:spPr>
        <p:style>
          <a:lnRef idx="2">
            <a:schemeClr val="accent1"/>
          </a:lnRef>
          <a:fillRef idx="0">
            <a:schemeClr val="accent1"/>
          </a:fillRef>
          <a:effectRef idx="1">
            <a:schemeClr val="accent1"/>
          </a:effectRef>
          <a:fontRef idx="minor">
            <a:schemeClr val="tx1"/>
          </a:fontRef>
        </p:style>
      </p:cxnSp>
      <p:sp>
        <p:nvSpPr>
          <p:cNvPr id="4" name="Title 3">
            <a:extLst>
              <a:ext uri="{FF2B5EF4-FFF2-40B4-BE49-F238E27FC236}">
                <a16:creationId xmlns:a16="http://schemas.microsoft.com/office/drawing/2014/main" id="{540D21EB-1006-A83F-EC4A-E4ABF349449D}"/>
              </a:ext>
            </a:extLst>
          </p:cNvPr>
          <p:cNvSpPr>
            <a:spLocks noGrp="1"/>
          </p:cNvSpPr>
          <p:nvPr>
            <p:ph type="ctrTitle"/>
          </p:nvPr>
        </p:nvSpPr>
        <p:spPr>
          <a:prstGeom prst="rect">
            <a:avLst/>
          </a:prstGeom>
        </p:spPr>
        <p:txBody>
          <a:bodyPr/>
          <a:lstStyle/>
          <a:p>
            <a:r>
              <a:rPr lang="en-US"/>
              <a:t>Journey/timeline design </a:t>
            </a:r>
          </a:p>
        </p:txBody>
      </p:sp>
      <p:cxnSp>
        <p:nvCxnSpPr>
          <p:cNvPr id="8" name="Straight Connector 7">
            <a:extLst>
              <a:ext uri="{FF2B5EF4-FFF2-40B4-BE49-F238E27FC236}">
                <a16:creationId xmlns:a16="http://schemas.microsoft.com/office/drawing/2014/main" id="{6A899B19-D02D-C4DC-7093-179546E064E3}"/>
              </a:ext>
            </a:extLst>
          </p:cNvPr>
          <p:cNvCxnSpPr>
            <a:cxnSpLocks/>
          </p:cNvCxnSpPr>
          <p:nvPr/>
        </p:nvCxnSpPr>
        <p:spPr>
          <a:xfrm>
            <a:off x="1139483"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E99F39A-23AE-756A-F802-C9F8FB068193}"/>
              </a:ext>
            </a:extLst>
          </p:cNvPr>
          <p:cNvCxnSpPr>
            <a:cxnSpLocks/>
          </p:cNvCxnSpPr>
          <p:nvPr/>
        </p:nvCxnSpPr>
        <p:spPr>
          <a:xfrm>
            <a:off x="2743200"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4F43925-871E-CCDC-7E3D-2658C01EB8ED}"/>
              </a:ext>
            </a:extLst>
          </p:cNvPr>
          <p:cNvCxnSpPr>
            <a:cxnSpLocks/>
          </p:cNvCxnSpPr>
          <p:nvPr/>
        </p:nvCxnSpPr>
        <p:spPr>
          <a:xfrm>
            <a:off x="4346917"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606F693-4C20-7074-E0B8-CE8705936C28}"/>
              </a:ext>
            </a:extLst>
          </p:cNvPr>
          <p:cNvCxnSpPr>
            <a:cxnSpLocks/>
          </p:cNvCxnSpPr>
          <p:nvPr/>
        </p:nvCxnSpPr>
        <p:spPr>
          <a:xfrm>
            <a:off x="5950634"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EC3E7FD-B0AB-7ABF-8AC6-B741F1977F69}"/>
              </a:ext>
            </a:extLst>
          </p:cNvPr>
          <p:cNvCxnSpPr>
            <a:cxnSpLocks/>
          </p:cNvCxnSpPr>
          <p:nvPr/>
        </p:nvCxnSpPr>
        <p:spPr>
          <a:xfrm>
            <a:off x="7554351"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099E2F3-9AFD-3D6B-C51F-66F1C06608DC}"/>
              </a:ext>
            </a:extLst>
          </p:cNvPr>
          <p:cNvCxnSpPr>
            <a:cxnSpLocks/>
          </p:cNvCxnSpPr>
          <p:nvPr/>
        </p:nvCxnSpPr>
        <p:spPr>
          <a:xfrm>
            <a:off x="9158068" y="3313806"/>
            <a:ext cx="0" cy="54289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8FC4D2D7-C829-7882-D5B0-B81A1E999279}"/>
              </a:ext>
            </a:extLst>
          </p:cNvPr>
          <p:cNvSpPr txBox="1"/>
          <p:nvPr/>
        </p:nvSpPr>
        <p:spPr>
          <a:xfrm>
            <a:off x="432876" y="2402861"/>
            <a:ext cx="2661219" cy="461665"/>
          </a:xfrm>
          <a:prstGeom prst="rect">
            <a:avLst/>
          </a:prstGeom>
          <a:noFill/>
        </p:spPr>
        <p:txBody>
          <a:bodyPr wrap="square" rtlCol="0">
            <a:spAutoFit/>
          </a:bodyPr>
          <a:lstStyle/>
          <a:p>
            <a:r>
              <a:rPr lang="en-US" sz="1200" spc="300">
                <a:latin typeface="Consolas" panose="020B0609020204030204" pitchFamily="49" charset="0"/>
                <a:cs typeface="Consolas" panose="020B0609020204030204" pitchFamily="49" charset="0"/>
              </a:rPr>
              <a:t>.01</a:t>
            </a:r>
          </a:p>
          <a:p>
            <a:r>
              <a:rPr lang="en-US" sz="1200" spc="300">
                <a:latin typeface="Consolas" panose="020B0609020204030204" pitchFamily="49" charset="0"/>
                <a:cs typeface="Consolas" panose="020B0609020204030204" pitchFamily="49" charset="0"/>
              </a:rPr>
              <a:t>HIGHLIGHT HERE</a:t>
            </a:r>
          </a:p>
        </p:txBody>
      </p:sp>
      <p:sp>
        <p:nvSpPr>
          <p:cNvPr id="21" name="TextBox 20">
            <a:extLst>
              <a:ext uri="{FF2B5EF4-FFF2-40B4-BE49-F238E27FC236}">
                <a16:creationId xmlns:a16="http://schemas.microsoft.com/office/drawing/2014/main" id="{1900D085-AB8D-6124-D829-DA98C9188E3C}"/>
              </a:ext>
            </a:extLst>
          </p:cNvPr>
          <p:cNvSpPr txBox="1"/>
          <p:nvPr/>
        </p:nvSpPr>
        <p:spPr>
          <a:xfrm>
            <a:off x="3299957" y="2402861"/>
            <a:ext cx="2661219" cy="461665"/>
          </a:xfrm>
          <a:prstGeom prst="rect">
            <a:avLst/>
          </a:prstGeom>
          <a:noFill/>
        </p:spPr>
        <p:txBody>
          <a:bodyPr wrap="square" rtlCol="0">
            <a:spAutoFit/>
          </a:bodyPr>
          <a:lstStyle/>
          <a:p>
            <a:r>
              <a:rPr lang="en-US" sz="1200" spc="300">
                <a:latin typeface="Consolas" panose="020B0609020204030204" pitchFamily="49" charset="0"/>
                <a:cs typeface="Consolas" panose="020B0609020204030204" pitchFamily="49" charset="0"/>
              </a:rPr>
              <a:t>.02</a:t>
            </a:r>
          </a:p>
          <a:p>
            <a:r>
              <a:rPr lang="en-US" sz="1200" spc="300">
                <a:latin typeface="Consolas" panose="020B0609020204030204" pitchFamily="49" charset="0"/>
                <a:cs typeface="Consolas" panose="020B0609020204030204" pitchFamily="49" charset="0"/>
              </a:rPr>
              <a:t>HIGHLIGHT HERE</a:t>
            </a:r>
          </a:p>
        </p:txBody>
      </p:sp>
      <p:sp>
        <p:nvSpPr>
          <p:cNvPr id="22" name="TextBox 21">
            <a:extLst>
              <a:ext uri="{FF2B5EF4-FFF2-40B4-BE49-F238E27FC236}">
                <a16:creationId xmlns:a16="http://schemas.microsoft.com/office/drawing/2014/main" id="{B6319052-6424-808F-5C14-552D4BC094C9}"/>
              </a:ext>
            </a:extLst>
          </p:cNvPr>
          <p:cNvSpPr txBox="1"/>
          <p:nvPr/>
        </p:nvSpPr>
        <p:spPr>
          <a:xfrm>
            <a:off x="6167038" y="2402861"/>
            <a:ext cx="2661219" cy="461665"/>
          </a:xfrm>
          <a:prstGeom prst="rect">
            <a:avLst/>
          </a:prstGeom>
          <a:noFill/>
        </p:spPr>
        <p:txBody>
          <a:bodyPr wrap="square" rtlCol="0">
            <a:spAutoFit/>
          </a:bodyPr>
          <a:lstStyle/>
          <a:p>
            <a:r>
              <a:rPr lang="en-US" sz="1200" spc="300">
                <a:latin typeface="Consolas" panose="020B0609020204030204" pitchFamily="49" charset="0"/>
                <a:cs typeface="Consolas" panose="020B0609020204030204" pitchFamily="49" charset="0"/>
              </a:rPr>
              <a:t>.03</a:t>
            </a:r>
          </a:p>
          <a:p>
            <a:r>
              <a:rPr lang="en-US" sz="1200" spc="300">
                <a:latin typeface="Consolas" panose="020B0609020204030204" pitchFamily="49" charset="0"/>
                <a:cs typeface="Consolas" panose="020B0609020204030204" pitchFamily="49" charset="0"/>
              </a:rPr>
              <a:t>HIGHLIGHT HERE</a:t>
            </a:r>
          </a:p>
        </p:txBody>
      </p:sp>
      <p:sp>
        <p:nvSpPr>
          <p:cNvPr id="23" name="TextBox 22">
            <a:extLst>
              <a:ext uri="{FF2B5EF4-FFF2-40B4-BE49-F238E27FC236}">
                <a16:creationId xmlns:a16="http://schemas.microsoft.com/office/drawing/2014/main" id="{182AA764-2014-4AAA-D3BE-376A5B848EA2}"/>
              </a:ext>
            </a:extLst>
          </p:cNvPr>
          <p:cNvSpPr txBox="1"/>
          <p:nvPr/>
        </p:nvSpPr>
        <p:spPr>
          <a:xfrm>
            <a:off x="9034118" y="2402861"/>
            <a:ext cx="2661219" cy="461665"/>
          </a:xfrm>
          <a:prstGeom prst="rect">
            <a:avLst/>
          </a:prstGeom>
          <a:noFill/>
        </p:spPr>
        <p:txBody>
          <a:bodyPr wrap="square" rtlCol="0">
            <a:spAutoFit/>
          </a:bodyPr>
          <a:lstStyle/>
          <a:p>
            <a:r>
              <a:rPr lang="en-US" sz="1200" spc="300">
                <a:latin typeface="Consolas" panose="020B0609020204030204" pitchFamily="49" charset="0"/>
                <a:cs typeface="Consolas" panose="020B0609020204030204" pitchFamily="49" charset="0"/>
              </a:rPr>
              <a:t>.04</a:t>
            </a:r>
          </a:p>
          <a:p>
            <a:r>
              <a:rPr lang="en-US" sz="1200" spc="300">
                <a:latin typeface="Consolas" panose="020B0609020204030204" pitchFamily="49" charset="0"/>
                <a:cs typeface="Consolas" panose="020B0609020204030204" pitchFamily="49" charset="0"/>
              </a:rPr>
              <a:t>HIGHLIGHT HERE</a:t>
            </a:r>
          </a:p>
        </p:txBody>
      </p:sp>
      <p:sp>
        <p:nvSpPr>
          <p:cNvPr id="24" name="Text Placeholder 13">
            <a:extLst>
              <a:ext uri="{FF2B5EF4-FFF2-40B4-BE49-F238E27FC236}">
                <a16:creationId xmlns:a16="http://schemas.microsoft.com/office/drawing/2014/main" id="{E0379CE9-E530-A92A-5C85-10B818E72D21}"/>
              </a:ext>
            </a:extLst>
          </p:cNvPr>
          <p:cNvSpPr txBox="1">
            <a:spLocks/>
          </p:cNvSpPr>
          <p:nvPr/>
        </p:nvSpPr>
        <p:spPr>
          <a:xfrm>
            <a:off x="961951"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25" name="Text Placeholder 13">
            <a:extLst>
              <a:ext uri="{FF2B5EF4-FFF2-40B4-BE49-F238E27FC236}">
                <a16:creationId xmlns:a16="http://schemas.microsoft.com/office/drawing/2014/main" id="{CD8250D0-B607-9E3C-B87D-331CDBB168C5}"/>
              </a:ext>
            </a:extLst>
          </p:cNvPr>
          <p:cNvSpPr txBox="1">
            <a:spLocks/>
          </p:cNvSpPr>
          <p:nvPr/>
        </p:nvSpPr>
        <p:spPr>
          <a:xfrm>
            <a:off x="2565668"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26" name="Text Placeholder 13">
            <a:extLst>
              <a:ext uri="{FF2B5EF4-FFF2-40B4-BE49-F238E27FC236}">
                <a16:creationId xmlns:a16="http://schemas.microsoft.com/office/drawing/2014/main" id="{9C72E7D0-75CB-A046-4CD6-8182C4A71F6C}"/>
              </a:ext>
            </a:extLst>
          </p:cNvPr>
          <p:cNvSpPr txBox="1">
            <a:spLocks/>
          </p:cNvSpPr>
          <p:nvPr/>
        </p:nvSpPr>
        <p:spPr>
          <a:xfrm>
            <a:off x="4169385"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27" name="Text Placeholder 13">
            <a:extLst>
              <a:ext uri="{FF2B5EF4-FFF2-40B4-BE49-F238E27FC236}">
                <a16:creationId xmlns:a16="http://schemas.microsoft.com/office/drawing/2014/main" id="{A1ADEDBB-35D4-7F85-C0BE-9A8ABD5009CD}"/>
              </a:ext>
            </a:extLst>
          </p:cNvPr>
          <p:cNvSpPr txBox="1">
            <a:spLocks/>
          </p:cNvSpPr>
          <p:nvPr/>
        </p:nvSpPr>
        <p:spPr>
          <a:xfrm>
            <a:off x="5773102"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28" name="Text Placeholder 13">
            <a:extLst>
              <a:ext uri="{FF2B5EF4-FFF2-40B4-BE49-F238E27FC236}">
                <a16:creationId xmlns:a16="http://schemas.microsoft.com/office/drawing/2014/main" id="{D18B0A4D-8115-E571-E043-D07C529CD610}"/>
              </a:ext>
            </a:extLst>
          </p:cNvPr>
          <p:cNvSpPr txBox="1">
            <a:spLocks/>
          </p:cNvSpPr>
          <p:nvPr/>
        </p:nvSpPr>
        <p:spPr>
          <a:xfrm>
            <a:off x="7376819"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29" name="Text Placeholder 13">
            <a:extLst>
              <a:ext uri="{FF2B5EF4-FFF2-40B4-BE49-F238E27FC236}">
                <a16:creationId xmlns:a16="http://schemas.microsoft.com/office/drawing/2014/main" id="{2624CD94-A8B1-2CAA-05E7-A2B443D91F3C}"/>
              </a:ext>
            </a:extLst>
          </p:cNvPr>
          <p:cNvSpPr txBox="1">
            <a:spLocks/>
          </p:cNvSpPr>
          <p:nvPr/>
        </p:nvSpPr>
        <p:spPr>
          <a:xfrm>
            <a:off x="8980536" y="3940204"/>
            <a:ext cx="1086168" cy="1211483"/>
          </a:xfrm>
          <a:prstGeom prst="rect">
            <a:avLst/>
          </a:prstGeom>
        </p:spPr>
        <p:txBody>
          <a:bodyPr anchor="t">
            <a:normAutofit/>
          </a:bodyPr>
          <a:lstStyle>
            <a:lvl1pPr marL="0" indent="0" algn="l" defTabSz="914400" rtl="0" eaLnBrk="1" latinLnBrk="0" hangingPunct="1">
              <a:lnSpc>
                <a:spcPct val="90000"/>
              </a:lnSpc>
              <a:spcBef>
                <a:spcPts val="10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1pPr>
            <a:lvl2pPr marL="457200" indent="0" algn="l" defTabSz="914400" rtl="0" eaLnBrk="1" latinLnBrk="0" hangingPunct="1">
              <a:lnSpc>
                <a:spcPct val="90000"/>
              </a:lnSpc>
              <a:spcBef>
                <a:spcPts val="500"/>
              </a:spcBef>
              <a:buClr>
                <a:schemeClr val="accent1"/>
              </a:buClr>
              <a:buFont typeface="Wingdings" pitchFamily="2" charset="2"/>
              <a:buNone/>
              <a:defRPr sz="1800" kern="1200">
                <a:solidFill>
                  <a:schemeClr val="tx1"/>
                </a:solidFill>
                <a:latin typeface="Tw Cen MT" panose="020B0602020104020603" pitchFamily="34" charset="77"/>
                <a:ea typeface="+mn-ea"/>
                <a:cs typeface="+mn-cs"/>
              </a:defRPr>
            </a:lvl2pPr>
            <a:lvl3pPr marL="914400" indent="0" algn="l" defTabSz="914400" rtl="0" eaLnBrk="1" latinLnBrk="0" hangingPunct="1">
              <a:lnSpc>
                <a:spcPct val="90000"/>
              </a:lnSpc>
              <a:spcBef>
                <a:spcPts val="500"/>
              </a:spcBef>
              <a:buClr>
                <a:schemeClr val="accent1"/>
              </a:buClr>
              <a:buFont typeface="Wingdings" pitchFamily="2" charset="2"/>
              <a:buNone/>
              <a:defRPr sz="1600" kern="1200">
                <a:solidFill>
                  <a:schemeClr val="tx1"/>
                </a:solidFill>
                <a:latin typeface="Tw Cen MT" panose="020B0602020104020603" pitchFamily="34" charset="77"/>
                <a:ea typeface="+mn-ea"/>
                <a:cs typeface="+mn-cs"/>
              </a:defRPr>
            </a:lvl3pPr>
            <a:lvl4pPr marL="13716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4pPr>
            <a:lvl5pPr marL="1828800" indent="0" algn="l" defTabSz="914400" rtl="0" eaLnBrk="1" latinLnBrk="0" hangingPunct="1">
              <a:lnSpc>
                <a:spcPct val="90000"/>
              </a:lnSpc>
              <a:spcBef>
                <a:spcPts val="500"/>
              </a:spcBef>
              <a:buClr>
                <a:schemeClr val="accent1"/>
              </a:buClr>
              <a:buFont typeface="Wingdings" pitchFamily="2" charset="2"/>
              <a:buNone/>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a:t>
            </a:r>
          </a:p>
        </p:txBody>
      </p:sp>
      <p:sp>
        <p:nvSpPr>
          <p:cNvPr id="31" name="Oval 30">
            <a:extLst>
              <a:ext uri="{FF2B5EF4-FFF2-40B4-BE49-F238E27FC236}">
                <a16:creationId xmlns:a16="http://schemas.microsoft.com/office/drawing/2014/main" id="{E37D2645-7B34-7F55-D83E-27C46629B489}"/>
              </a:ext>
            </a:extLst>
          </p:cNvPr>
          <p:cNvSpPr/>
          <p:nvPr/>
        </p:nvSpPr>
        <p:spPr>
          <a:xfrm>
            <a:off x="1091809" y="3031782"/>
            <a:ext cx="95348" cy="95348"/>
          </a:xfrm>
          <a:prstGeom prst="ellipse">
            <a:avLst/>
          </a:prstGeom>
          <a:solidFill>
            <a:srgbClr val="EDEC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96BB94C-F4DB-A987-6756-2CDFF2547EE2}"/>
              </a:ext>
            </a:extLst>
          </p:cNvPr>
          <p:cNvSpPr/>
          <p:nvPr/>
        </p:nvSpPr>
        <p:spPr>
          <a:xfrm>
            <a:off x="2695526" y="3027379"/>
            <a:ext cx="95348" cy="95348"/>
          </a:xfrm>
          <a:prstGeom prst="ellipse">
            <a:avLst/>
          </a:prstGeom>
          <a:solidFill>
            <a:srgbClr val="EDEC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CDA43DC-9949-3E4C-9473-6E1FC81ECA9D}"/>
              </a:ext>
            </a:extLst>
          </p:cNvPr>
          <p:cNvSpPr/>
          <p:nvPr/>
        </p:nvSpPr>
        <p:spPr>
          <a:xfrm>
            <a:off x="7506677" y="3031941"/>
            <a:ext cx="95348" cy="95348"/>
          </a:xfrm>
          <a:prstGeom prst="ellipse">
            <a:avLst/>
          </a:prstGeom>
          <a:solidFill>
            <a:srgbClr val="EDEC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D388032-C821-F421-8D7A-47F6BD6FC434}"/>
              </a:ext>
            </a:extLst>
          </p:cNvPr>
          <p:cNvSpPr/>
          <p:nvPr/>
        </p:nvSpPr>
        <p:spPr>
          <a:xfrm>
            <a:off x="5902960" y="3027379"/>
            <a:ext cx="95348" cy="95348"/>
          </a:xfrm>
          <a:prstGeom prst="ellipse">
            <a:avLst/>
          </a:prstGeom>
          <a:solidFill>
            <a:srgbClr val="EDEC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0A3B5C0C-609E-AF1D-7A92-8A30E7841E5E}"/>
              </a:ext>
            </a:extLst>
          </p:cNvPr>
          <p:cNvSpPr/>
          <p:nvPr/>
        </p:nvSpPr>
        <p:spPr>
          <a:xfrm>
            <a:off x="4299243" y="3031941"/>
            <a:ext cx="95348" cy="95348"/>
          </a:xfrm>
          <a:prstGeom prst="ellipse">
            <a:avLst/>
          </a:prstGeom>
          <a:solidFill>
            <a:srgbClr val="EDEC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10E22CCD-5194-CE62-50CA-60699C7ACF66}"/>
              </a:ext>
            </a:extLst>
          </p:cNvPr>
          <p:cNvSpPr/>
          <p:nvPr/>
        </p:nvSpPr>
        <p:spPr>
          <a:xfrm>
            <a:off x="9110394" y="3034305"/>
            <a:ext cx="95348" cy="95348"/>
          </a:xfrm>
          <a:prstGeom prst="ellipse">
            <a:avLst/>
          </a:prstGeom>
          <a:solidFill>
            <a:srgbClr val="EDEC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459895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F62D11-E462-A574-35B6-418AF52640F0}"/>
              </a:ext>
            </a:extLst>
          </p:cNvPr>
          <p:cNvSpPr>
            <a:spLocks noGrp="1"/>
          </p:cNvSpPr>
          <p:nvPr>
            <p:ph type="ctrTitle"/>
          </p:nvPr>
        </p:nvSpPr>
        <p:spPr>
          <a:prstGeom prst="rect">
            <a:avLst/>
          </a:prstGeom>
        </p:spPr>
        <p:txBody>
          <a:bodyPr/>
          <a:lstStyle/>
          <a:p>
            <a:r>
              <a:rPr lang="en-US"/>
              <a:t>Project plan/table design</a:t>
            </a:r>
          </a:p>
        </p:txBody>
      </p:sp>
      <p:graphicFrame>
        <p:nvGraphicFramePr>
          <p:cNvPr id="4" name="Table 3">
            <a:extLst>
              <a:ext uri="{FF2B5EF4-FFF2-40B4-BE49-F238E27FC236}">
                <a16:creationId xmlns:a16="http://schemas.microsoft.com/office/drawing/2014/main" id="{1F6C638C-6F25-2F93-2442-249419BE336F}"/>
              </a:ext>
            </a:extLst>
          </p:cNvPr>
          <p:cNvGraphicFramePr>
            <a:graphicFrameLocks noGrp="1"/>
          </p:cNvGraphicFramePr>
          <p:nvPr>
            <p:extLst>
              <p:ext uri="{D42A27DB-BD31-4B8C-83A1-F6EECF244321}">
                <p14:modId xmlns:p14="http://schemas.microsoft.com/office/powerpoint/2010/main" val="1044225216"/>
              </p:ext>
            </p:extLst>
          </p:nvPr>
        </p:nvGraphicFramePr>
        <p:xfrm>
          <a:off x="391888" y="1158195"/>
          <a:ext cx="11319348" cy="2194560"/>
        </p:xfrm>
        <a:graphic>
          <a:graphicData uri="http://schemas.openxmlformats.org/drawingml/2006/table">
            <a:tbl>
              <a:tblPr firstRow="1" bandRow="1">
                <a:tableStyleId>{5C22544A-7EE6-4342-B048-85BDC9FD1C3A}</a:tableStyleId>
              </a:tblPr>
              <a:tblGrid>
                <a:gridCol w="1324008">
                  <a:extLst>
                    <a:ext uri="{9D8B030D-6E8A-4147-A177-3AD203B41FA5}">
                      <a16:colId xmlns:a16="http://schemas.microsoft.com/office/drawing/2014/main" val="3901889975"/>
                    </a:ext>
                  </a:extLst>
                </a:gridCol>
                <a:gridCol w="832945">
                  <a:extLst>
                    <a:ext uri="{9D8B030D-6E8A-4147-A177-3AD203B41FA5}">
                      <a16:colId xmlns:a16="http://schemas.microsoft.com/office/drawing/2014/main" val="200568800"/>
                    </a:ext>
                  </a:extLst>
                </a:gridCol>
                <a:gridCol w="832945">
                  <a:extLst>
                    <a:ext uri="{9D8B030D-6E8A-4147-A177-3AD203B41FA5}">
                      <a16:colId xmlns:a16="http://schemas.microsoft.com/office/drawing/2014/main" val="920273859"/>
                    </a:ext>
                  </a:extLst>
                </a:gridCol>
                <a:gridCol w="832945">
                  <a:extLst>
                    <a:ext uri="{9D8B030D-6E8A-4147-A177-3AD203B41FA5}">
                      <a16:colId xmlns:a16="http://schemas.microsoft.com/office/drawing/2014/main" val="3207396190"/>
                    </a:ext>
                  </a:extLst>
                </a:gridCol>
                <a:gridCol w="832945">
                  <a:extLst>
                    <a:ext uri="{9D8B030D-6E8A-4147-A177-3AD203B41FA5}">
                      <a16:colId xmlns:a16="http://schemas.microsoft.com/office/drawing/2014/main" val="3855577833"/>
                    </a:ext>
                  </a:extLst>
                </a:gridCol>
                <a:gridCol w="832945">
                  <a:extLst>
                    <a:ext uri="{9D8B030D-6E8A-4147-A177-3AD203B41FA5}">
                      <a16:colId xmlns:a16="http://schemas.microsoft.com/office/drawing/2014/main" val="1447018414"/>
                    </a:ext>
                  </a:extLst>
                </a:gridCol>
                <a:gridCol w="832945">
                  <a:extLst>
                    <a:ext uri="{9D8B030D-6E8A-4147-A177-3AD203B41FA5}">
                      <a16:colId xmlns:a16="http://schemas.microsoft.com/office/drawing/2014/main" val="2770777042"/>
                    </a:ext>
                  </a:extLst>
                </a:gridCol>
                <a:gridCol w="832945">
                  <a:extLst>
                    <a:ext uri="{9D8B030D-6E8A-4147-A177-3AD203B41FA5}">
                      <a16:colId xmlns:a16="http://schemas.microsoft.com/office/drawing/2014/main" val="3896868405"/>
                    </a:ext>
                  </a:extLst>
                </a:gridCol>
                <a:gridCol w="832945">
                  <a:extLst>
                    <a:ext uri="{9D8B030D-6E8A-4147-A177-3AD203B41FA5}">
                      <a16:colId xmlns:a16="http://schemas.microsoft.com/office/drawing/2014/main" val="3146056592"/>
                    </a:ext>
                  </a:extLst>
                </a:gridCol>
                <a:gridCol w="832945">
                  <a:extLst>
                    <a:ext uri="{9D8B030D-6E8A-4147-A177-3AD203B41FA5}">
                      <a16:colId xmlns:a16="http://schemas.microsoft.com/office/drawing/2014/main" val="1658314246"/>
                    </a:ext>
                  </a:extLst>
                </a:gridCol>
                <a:gridCol w="832945">
                  <a:extLst>
                    <a:ext uri="{9D8B030D-6E8A-4147-A177-3AD203B41FA5}">
                      <a16:colId xmlns:a16="http://schemas.microsoft.com/office/drawing/2014/main" val="2630988262"/>
                    </a:ext>
                  </a:extLst>
                </a:gridCol>
                <a:gridCol w="832945">
                  <a:extLst>
                    <a:ext uri="{9D8B030D-6E8A-4147-A177-3AD203B41FA5}">
                      <a16:colId xmlns:a16="http://schemas.microsoft.com/office/drawing/2014/main" val="2416999820"/>
                    </a:ext>
                  </a:extLst>
                </a:gridCol>
                <a:gridCol w="832945">
                  <a:extLst>
                    <a:ext uri="{9D8B030D-6E8A-4147-A177-3AD203B41FA5}">
                      <a16:colId xmlns:a16="http://schemas.microsoft.com/office/drawing/2014/main" val="3932125728"/>
                    </a:ext>
                  </a:extLst>
                </a:gridCol>
              </a:tblGrid>
              <a:tr h="365760">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sz="1050" b="0" i="0">
                          <a:latin typeface="Tw Cen MT" panose="020B0602020104020603" pitchFamily="34" charset="77"/>
                        </a:rPr>
                        <a:t>Q1</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en-US"/>
                    </a:p>
                  </a:txBody>
                  <a:tcPr>
                    <a:solidFill>
                      <a:schemeClr val="accent2"/>
                    </a:solidFill>
                  </a:tcPr>
                </a:tc>
                <a:tc hMerge="1">
                  <a:txBody>
                    <a:bodyPr/>
                    <a:lstStyle/>
                    <a:p>
                      <a:endParaRPr lang="en-US"/>
                    </a:p>
                  </a:txBody>
                  <a:tcPr>
                    <a:solidFill>
                      <a:schemeClr val="accent2"/>
                    </a:solidFill>
                  </a:tcPr>
                </a:tc>
                <a:tc gridSpan="3">
                  <a:txBody>
                    <a:bodyPr/>
                    <a:lstStyle/>
                    <a:p>
                      <a:pPr algn="ctr"/>
                      <a:r>
                        <a:rPr lang="en-US" sz="1050" b="0" i="0">
                          <a:latin typeface="Tw Cen MT" panose="020B0602020104020603" pitchFamily="34" charset="77"/>
                        </a:rPr>
                        <a:t>Q2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en-US"/>
                    </a:p>
                  </a:txBody>
                  <a:tcPr>
                    <a:solidFill>
                      <a:schemeClr val="accent2"/>
                    </a:solidFill>
                  </a:tcPr>
                </a:tc>
                <a:tc hMerge="1">
                  <a:txBody>
                    <a:bodyPr/>
                    <a:lstStyle/>
                    <a:p>
                      <a:endParaRPr lang="en-US"/>
                    </a:p>
                  </a:txBody>
                  <a:tcPr>
                    <a:solidFill>
                      <a:schemeClr val="accent2"/>
                    </a:solidFill>
                  </a:tcPr>
                </a:tc>
                <a:tc gridSpan="3">
                  <a:txBody>
                    <a:bodyPr/>
                    <a:lstStyle/>
                    <a:p>
                      <a:pPr algn="ctr"/>
                      <a:r>
                        <a:rPr lang="en-US" sz="1050" b="0" i="0">
                          <a:latin typeface="Tw Cen MT" panose="020B0602020104020603" pitchFamily="34" charset="77"/>
                        </a:rPr>
                        <a:t>Q3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en-US"/>
                    </a:p>
                  </a:txBody>
                  <a:tcPr>
                    <a:solidFill>
                      <a:schemeClr val="accent2"/>
                    </a:solidFill>
                  </a:tcPr>
                </a:tc>
                <a:tc hMerge="1">
                  <a:txBody>
                    <a:bodyPr/>
                    <a:lstStyle/>
                    <a:p>
                      <a:endParaRPr lang="en-US"/>
                    </a:p>
                  </a:txBody>
                  <a:tcPr>
                    <a:solidFill>
                      <a:schemeClr val="accent2"/>
                    </a:solidFill>
                  </a:tcPr>
                </a:tc>
                <a:tc gridSpan="3">
                  <a:txBody>
                    <a:bodyPr/>
                    <a:lstStyle/>
                    <a:p>
                      <a:pPr algn="ctr"/>
                      <a:r>
                        <a:rPr lang="en-US" sz="1050" b="0" i="0">
                          <a:latin typeface="Tw Cen MT" panose="020B0602020104020603" pitchFamily="34" charset="77"/>
                        </a:rPr>
                        <a:t>Q4</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en-US"/>
                    </a:p>
                  </a:txBody>
                  <a:tcPr>
                    <a:solidFill>
                      <a:schemeClr val="accent2"/>
                    </a:solidFill>
                  </a:tcPr>
                </a:tc>
                <a:tc hMerge="1">
                  <a:txBody>
                    <a:bodyPr/>
                    <a:lstStyle/>
                    <a:p>
                      <a:endParaRPr lang="en-US"/>
                    </a:p>
                  </a:txBody>
                  <a:tcPr>
                    <a:solidFill>
                      <a:schemeClr val="accent2"/>
                    </a:solidFill>
                  </a:tcPr>
                </a:tc>
                <a:extLst>
                  <a:ext uri="{0D108BD9-81ED-4DB2-BD59-A6C34878D82A}">
                    <a16:rowId xmlns:a16="http://schemas.microsoft.com/office/drawing/2014/main" val="1597920580"/>
                  </a:ext>
                </a:extLst>
              </a:tr>
              <a:tr h="365759">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900"/>
                        <a:t>JAN</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FEB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MAR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APR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MAY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JUN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JUL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AUG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SEP</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OCT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NOV</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algn="ctr"/>
                      <a:r>
                        <a:rPr lang="en-US" sz="900"/>
                        <a:t>DEC</a:t>
                      </a:r>
                    </a:p>
                  </a:txBody>
                  <a:tcPr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62763518"/>
                  </a:ext>
                </a:extLst>
              </a:tr>
              <a:tr h="365760">
                <a:tc>
                  <a:txBody>
                    <a:bodyPr/>
                    <a:lstStyle/>
                    <a:p>
                      <a:r>
                        <a:rPr lang="en-US" sz="1200">
                          <a:solidFill>
                            <a:schemeClr val="tx1"/>
                          </a:solidFill>
                        </a:rPr>
                        <a:t>Project Name</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19395276"/>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Project Name</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5455174"/>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Project Name</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63329242"/>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Project Name</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endParaRPr lang="en-US"/>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93028116"/>
                  </a:ext>
                </a:extLst>
              </a:tr>
            </a:tbl>
          </a:graphicData>
        </a:graphic>
      </p:graphicFrame>
      <p:sp>
        <p:nvSpPr>
          <p:cNvPr id="5" name="Pentagon 4">
            <a:extLst>
              <a:ext uri="{FF2B5EF4-FFF2-40B4-BE49-F238E27FC236}">
                <a16:creationId xmlns:a16="http://schemas.microsoft.com/office/drawing/2014/main" id="{1E555C14-CC70-115D-C0FD-6473A9BA1F25}"/>
              </a:ext>
            </a:extLst>
          </p:cNvPr>
          <p:cNvSpPr/>
          <p:nvPr/>
        </p:nvSpPr>
        <p:spPr>
          <a:xfrm>
            <a:off x="3390971" y="1929960"/>
            <a:ext cx="1804892" cy="285751"/>
          </a:xfrm>
          <a:prstGeom prst="homePlate">
            <a:avLst/>
          </a:prstGeom>
          <a:solidFill>
            <a:schemeClr val="accent5"/>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Tw Cen MT" panose="020B0602020104020603"/>
                <a:ea typeface="+mn-ea"/>
                <a:cs typeface="+mn-cs"/>
              </a:rPr>
              <a:t>Enter Project Item</a:t>
            </a:r>
          </a:p>
        </p:txBody>
      </p:sp>
      <p:sp>
        <p:nvSpPr>
          <p:cNvPr id="6" name="Pentagon 5">
            <a:extLst>
              <a:ext uri="{FF2B5EF4-FFF2-40B4-BE49-F238E27FC236}">
                <a16:creationId xmlns:a16="http://schemas.microsoft.com/office/drawing/2014/main" id="{6436632E-8829-F4EF-C887-BFBF50F3DC7A}"/>
              </a:ext>
            </a:extLst>
          </p:cNvPr>
          <p:cNvSpPr/>
          <p:nvPr/>
        </p:nvSpPr>
        <p:spPr>
          <a:xfrm>
            <a:off x="2558472" y="2295757"/>
            <a:ext cx="4334106" cy="285751"/>
          </a:xfrm>
          <a:prstGeom prst="homePlate">
            <a:avLst/>
          </a:prstGeom>
          <a:solidFill>
            <a:schemeClr val="accent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chemeClr val="bg1"/>
                </a:solidFill>
                <a:effectLst/>
                <a:uLnTx/>
                <a:uFillTx/>
                <a:latin typeface="Tw Cen MT" panose="020B0602020104020603"/>
                <a:ea typeface="+mn-ea"/>
                <a:cs typeface="+mn-cs"/>
              </a:rPr>
              <a:t>Enter Project Item</a:t>
            </a:r>
          </a:p>
        </p:txBody>
      </p:sp>
      <p:sp>
        <p:nvSpPr>
          <p:cNvPr id="7" name="Pentagon 6">
            <a:extLst>
              <a:ext uri="{FF2B5EF4-FFF2-40B4-BE49-F238E27FC236}">
                <a16:creationId xmlns:a16="http://schemas.microsoft.com/office/drawing/2014/main" id="{BEFC41BB-E9C9-A843-F6A8-F0AE7D2ED0F1}"/>
              </a:ext>
            </a:extLst>
          </p:cNvPr>
          <p:cNvSpPr/>
          <p:nvPr/>
        </p:nvSpPr>
        <p:spPr>
          <a:xfrm>
            <a:off x="5894306" y="2661170"/>
            <a:ext cx="5153832" cy="288758"/>
          </a:xfrm>
          <a:prstGeom prst="homePlate">
            <a:avLst/>
          </a:prstGeom>
          <a:solidFill>
            <a:schemeClr val="accent5"/>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chemeClr val="bg1"/>
                </a:solidFill>
                <a:effectLst/>
                <a:uLnTx/>
                <a:uFillTx/>
                <a:latin typeface="Tw Cen MT" panose="020B0602020104020603"/>
                <a:ea typeface="+mn-ea"/>
                <a:cs typeface="+mn-cs"/>
              </a:rPr>
              <a:t>Enter Project Item</a:t>
            </a:r>
          </a:p>
        </p:txBody>
      </p:sp>
      <p:sp>
        <p:nvSpPr>
          <p:cNvPr id="8" name="Pentagon 7">
            <a:extLst>
              <a:ext uri="{FF2B5EF4-FFF2-40B4-BE49-F238E27FC236}">
                <a16:creationId xmlns:a16="http://schemas.microsoft.com/office/drawing/2014/main" id="{5E3E54A7-DE28-9022-1E3D-E90DCB6FFABB}"/>
              </a:ext>
            </a:extLst>
          </p:cNvPr>
          <p:cNvSpPr/>
          <p:nvPr/>
        </p:nvSpPr>
        <p:spPr>
          <a:xfrm>
            <a:off x="4223233" y="3020911"/>
            <a:ext cx="1830829" cy="288758"/>
          </a:xfrm>
          <a:prstGeom prst="homePlate">
            <a:avLst/>
          </a:prstGeom>
          <a:solidFill>
            <a:schemeClr val="accent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chemeClr val="bg1"/>
                </a:solidFill>
                <a:effectLst/>
                <a:uLnTx/>
                <a:uFillTx/>
                <a:latin typeface="Tw Cen MT" panose="020B0602020104020603"/>
                <a:ea typeface="+mn-ea"/>
                <a:cs typeface="+mn-cs"/>
              </a:rPr>
              <a:t>Enter Project Item</a:t>
            </a:r>
          </a:p>
        </p:txBody>
      </p:sp>
      <p:grpSp>
        <p:nvGrpSpPr>
          <p:cNvPr id="9" name="Group 8">
            <a:extLst>
              <a:ext uri="{FF2B5EF4-FFF2-40B4-BE49-F238E27FC236}">
                <a16:creationId xmlns:a16="http://schemas.microsoft.com/office/drawing/2014/main" id="{FCB365DE-B0E0-42BC-BA37-C1061D6A7551}"/>
              </a:ext>
            </a:extLst>
          </p:cNvPr>
          <p:cNvGrpSpPr/>
          <p:nvPr/>
        </p:nvGrpSpPr>
        <p:grpSpPr>
          <a:xfrm>
            <a:off x="10158691" y="823910"/>
            <a:ext cx="88873" cy="4942380"/>
            <a:chOff x="9079888" y="900155"/>
            <a:chExt cx="88873" cy="4942380"/>
          </a:xfrm>
        </p:grpSpPr>
        <p:sp>
          <p:nvSpPr>
            <p:cNvPr id="10" name="Triangle 9">
              <a:extLst>
                <a:ext uri="{FF2B5EF4-FFF2-40B4-BE49-F238E27FC236}">
                  <a16:creationId xmlns:a16="http://schemas.microsoft.com/office/drawing/2014/main" id="{1CE4B08D-E1AF-C087-699F-6A406CA4F2A4}"/>
                </a:ext>
              </a:extLst>
            </p:cNvPr>
            <p:cNvSpPr/>
            <p:nvPr/>
          </p:nvSpPr>
          <p:spPr>
            <a:xfrm rot="10800000">
              <a:off x="9079888" y="900155"/>
              <a:ext cx="88873" cy="766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8BB83378-8CAE-675E-1CEF-30D4796C0130}"/>
                </a:ext>
              </a:extLst>
            </p:cNvPr>
            <p:cNvCxnSpPr>
              <a:cxnSpLocks/>
            </p:cNvCxnSpPr>
            <p:nvPr/>
          </p:nvCxnSpPr>
          <p:spPr>
            <a:xfrm>
              <a:off x="9124325" y="938463"/>
              <a:ext cx="0" cy="49040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ext Placeholder 4">
            <a:extLst>
              <a:ext uri="{FF2B5EF4-FFF2-40B4-BE49-F238E27FC236}">
                <a16:creationId xmlns:a16="http://schemas.microsoft.com/office/drawing/2014/main" id="{9010649F-9965-047B-D3E9-663CD4EA0C2A}"/>
              </a:ext>
            </a:extLst>
          </p:cNvPr>
          <p:cNvSpPr txBox="1">
            <a:spLocks/>
          </p:cNvSpPr>
          <p:nvPr/>
        </p:nvSpPr>
        <p:spPr>
          <a:xfrm>
            <a:off x="391882" y="4490317"/>
            <a:ext cx="7681603" cy="233856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Wingdings" pitchFamily="2" charset="2"/>
              <a:buChar char="§"/>
              <a:defRPr sz="2000" kern="1200">
                <a:solidFill>
                  <a:schemeClr val="tx1"/>
                </a:soli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accent1"/>
              </a:buClr>
              <a:buFont typeface="Wingdings" pitchFamily="2" charset="2"/>
              <a:buChar char="§"/>
              <a:defRPr sz="18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accent1"/>
              </a:buClr>
              <a:buFont typeface="Wingdings" pitchFamily="2" charset="2"/>
              <a:buChar char="§"/>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accent1"/>
              </a:buClr>
              <a:buFont typeface="Wingdings" pitchFamily="2" charset="2"/>
              <a:buChar char="§"/>
              <a:defRPr sz="14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accent1"/>
              </a:buClr>
              <a:buFont typeface="Wingdings" pitchFamily="2" charset="2"/>
              <a:buChar char="§"/>
              <a:defRPr sz="14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a:t>Helpful tips:</a:t>
            </a:r>
          </a:p>
          <a:p>
            <a:pPr>
              <a:buClr>
                <a:schemeClr val="tx1"/>
              </a:buClr>
            </a:pPr>
            <a:r>
              <a:rPr lang="en-US" sz="1400"/>
              <a:t>To insert a column or row, right click on the cell either above or beside where you want to insert. Hover over </a:t>
            </a:r>
            <a:r>
              <a:rPr lang="en-US" sz="1400">
                <a:solidFill>
                  <a:schemeClr val="accent4"/>
                </a:solidFill>
              </a:rPr>
              <a:t>“insert” </a:t>
            </a:r>
            <a:r>
              <a:rPr lang="en-US" sz="1400"/>
              <a:t>and make your selection.</a:t>
            </a:r>
          </a:p>
          <a:p>
            <a:pPr>
              <a:buClr>
                <a:schemeClr val="tx1"/>
              </a:buClr>
            </a:pPr>
            <a:r>
              <a:rPr lang="en-US" sz="1400"/>
              <a:t>To recolor a box, either click into the box you want to recolor or highlight over multiple boxes. Navigate to the </a:t>
            </a:r>
            <a:r>
              <a:rPr lang="en-US" sz="1400">
                <a:solidFill>
                  <a:schemeClr val="accent4"/>
                </a:solidFill>
              </a:rPr>
              <a:t>“table design” </a:t>
            </a:r>
            <a:r>
              <a:rPr lang="en-US" sz="1400"/>
              <a:t>tab on the top menu and choose </a:t>
            </a:r>
            <a:r>
              <a:rPr lang="en-US" sz="1400">
                <a:solidFill>
                  <a:schemeClr val="accent4"/>
                </a:solidFill>
              </a:rPr>
              <a:t>“shading.” </a:t>
            </a:r>
          </a:p>
          <a:p>
            <a:pPr>
              <a:buClr>
                <a:schemeClr val="tx1"/>
              </a:buClr>
            </a:pPr>
            <a:r>
              <a:rPr lang="en-US" sz="1400"/>
              <a:t>To merge cells, highlight cells and right click. Choose </a:t>
            </a:r>
            <a:r>
              <a:rPr lang="en-US" sz="1400">
                <a:solidFill>
                  <a:schemeClr val="accent4"/>
                </a:solidFill>
              </a:rPr>
              <a:t>“merge cells.” </a:t>
            </a:r>
            <a:r>
              <a:rPr lang="en-US" sz="1400"/>
              <a:t>The same applies to splitting them.</a:t>
            </a:r>
          </a:p>
        </p:txBody>
      </p:sp>
    </p:spTree>
    <p:extLst>
      <p:ext uri="{BB962C8B-B14F-4D97-AF65-F5344CB8AC3E}">
        <p14:creationId xmlns:p14="http://schemas.microsoft.com/office/powerpoint/2010/main" val="391439346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7DCC24-C373-5149-3BE4-6827B8552EB1}"/>
              </a:ext>
            </a:extLst>
          </p:cNvPr>
          <p:cNvSpPr>
            <a:spLocks noGrp="1"/>
          </p:cNvSpPr>
          <p:nvPr>
            <p:ph type="ctrTitle"/>
          </p:nvPr>
        </p:nvSpPr>
        <p:spPr>
          <a:prstGeom prst="rect">
            <a:avLst/>
          </a:prstGeom>
        </p:spPr>
        <p:txBody>
          <a:bodyPr/>
          <a:lstStyle/>
          <a:p>
            <a:r>
              <a:rPr lang="en-US"/>
              <a:t>Chart design</a:t>
            </a:r>
          </a:p>
        </p:txBody>
      </p:sp>
      <p:graphicFrame>
        <p:nvGraphicFramePr>
          <p:cNvPr id="6" name="Chart 5">
            <a:extLst>
              <a:ext uri="{FF2B5EF4-FFF2-40B4-BE49-F238E27FC236}">
                <a16:creationId xmlns:a16="http://schemas.microsoft.com/office/drawing/2014/main" id="{3CE83CA3-F94E-7DAA-F97D-78C0B64F1A75}"/>
              </a:ext>
            </a:extLst>
          </p:cNvPr>
          <p:cNvGraphicFramePr/>
          <p:nvPr>
            <p:extLst>
              <p:ext uri="{D42A27DB-BD31-4B8C-83A1-F6EECF244321}">
                <p14:modId xmlns:p14="http://schemas.microsoft.com/office/powerpoint/2010/main" val="3325750272"/>
              </p:ext>
            </p:extLst>
          </p:nvPr>
        </p:nvGraphicFramePr>
        <p:xfrm>
          <a:off x="1030125" y="1703001"/>
          <a:ext cx="5542068" cy="37052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8AF8752A-5088-7F6D-58F0-E146425F16CB}"/>
              </a:ext>
            </a:extLst>
          </p:cNvPr>
          <p:cNvGraphicFramePr/>
          <p:nvPr>
            <p:extLst>
              <p:ext uri="{D42A27DB-BD31-4B8C-83A1-F6EECF244321}">
                <p14:modId xmlns:p14="http://schemas.microsoft.com/office/powerpoint/2010/main" val="1483103606"/>
              </p:ext>
            </p:extLst>
          </p:nvPr>
        </p:nvGraphicFramePr>
        <p:xfrm>
          <a:off x="6572193" y="1703001"/>
          <a:ext cx="4901715" cy="370526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7265181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3">
            <a:extLst>
              <a:ext uri="{FF2B5EF4-FFF2-40B4-BE49-F238E27FC236}">
                <a16:creationId xmlns:a16="http://schemas.microsoft.com/office/drawing/2014/main" id="{23E177E2-AD38-C425-5E29-FEDB9F0FB7DE}"/>
              </a:ext>
            </a:extLst>
          </p:cNvPr>
          <p:cNvSpPr>
            <a:spLocks noGrp="1"/>
          </p:cNvSpPr>
          <p:nvPr>
            <p:ph type="ctrTitle"/>
          </p:nvPr>
        </p:nvSpPr>
        <p:spPr/>
        <p:txBody>
          <a:bodyPr/>
          <a:lstStyle/>
          <a:p>
            <a:r>
              <a:rPr lang="en-US"/>
              <a:t>Trust &amp; intelligence at scale.</a:t>
            </a:r>
          </a:p>
        </p:txBody>
      </p:sp>
      <p:sp>
        <p:nvSpPr>
          <p:cNvPr id="15" name="Text Placeholder 5">
            <a:extLst>
              <a:ext uri="{FF2B5EF4-FFF2-40B4-BE49-F238E27FC236}">
                <a16:creationId xmlns:a16="http://schemas.microsoft.com/office/drawing/2014/main" id="{A7EC37B0-2409-E95E-1377-159A81096759}"/>
              </a:ext>
            </a:extLst>
          </p:cNvPr>
          <p:cNvSpPr>
            <a:spLocks noGrp="1"/>
          </p:cNvSpPr>
          <p:nvPr>
            <p:ph type="body" sz="quarter" idx="26"/>
          </p:nvPr>
        </p:nvSpPr>
        <p:spPr/>
        <p:txBody>
          <a:bodyPr/>
          <a:lstStyle/>
          <a:p>
            <a:r>
              <a:rPr lang="en-US"/>
              <a:t>Heathrow struggled with low customer satisfaction and missed revenue opportunities due to fragmented data, limited direct engagement, and challenges in personalizing traveler experiences and showcasing diverse offerings.</a:t>
            </a:r>
          </a:p>
          <a:p>
            <a:endParaRPr lang="en-US"/>
          </a:p>
          <a:p>
            <a:endParaRPr lang="en-US"/>
          </a:p>
        </p:txBody>
      </p:sp>
      <p:sp>
        <p:nvSpPr>
          <p:cNvPr id="16" name="Text Placeholder 6">
            <a:extLst>
              <a:ext uri="{FF2B5EF4-FFF2-40B4-BE49-F238E27FC236}">
                <a16:creationId xmlns:a16="http://schemas.microsoft.com/office/drawing/2014/main" id="{6D1745B8-CB11-940A-3380-2277615D50E7}"/>
              </a:ext>
            </a:extLst>
          </p:cNvPr>
          <p:cNvSpPr>
            <a:spLocks noGrp="1"/>
          </p:cNvSpPr>
          <p:nvPr>
            <p:ph type="body" sz="quarter" idx="22"/>
          </p:nvPr>
        </p:nvSpPr>
        <p:spPr/>
        <p:txBody>
          <a:bodyPr/>
          <a:lstStyle/>
          <a:p>
            <a:r>
              <a:rPr lang="en-US"/>
              <a:t>Acxiom Professional Services helped Heathrow transition from Adobe to the Salesforce Marketing Stack, integrate third-party data to enhance data quality, and create a centralized hub that delivers a complete 360° view of the customer.</a:t>
            </a:r>
          </a:p>
        </p:txBody>
      </p:sp>
      <p:sp>
        <p:nvSpPr>
          <p:cNvPr id="17" name="Text Placeholder 7">
            <a:extLst>
              <a:ext uri="{FF2B5EF4-FFF2-40B4-BE49-F238E27FC236}">
                <a16:creationId xmlns:a16="http://schemas.microsoft.com/office/drawing/2014/main" id="{B2E9C647-07A2-54A0-9E11-6951B25068A1}"/>
              </a:ext>
            </a:extLst>
          </p:cNvPr>
          <p:cNvSpPr>
            <a:spLocks noGrp="1"/>
          </p:cNvSpPr>
          <p:nvPr>
            <p:ph type="body" sz="quarter" idx="37"/>
          </p:nvPr>
        </p:nvSpPr>
        <p:spPr/>
        <p:txBody>
          <a:bodyPr>
            <a:noAutofit/>
          </a:bodyPr>
          <a:lstStyle/>
          <a:p>
            <a:r>
              <a:rPr lang="en-US" sz="2800"/>
              <a:t>32%</a:t>
            </a:r>
          </a:p>
        </p:txBody>
      </p:sp>
      <p:sp>
        <p:nvSpPr>
          <p:cNvPr id="18" name="Text Placeholder 8">
            <a:extLst>
              <a:ext uri="{FF2B5EF4-FFF2-40B4-BE49-F238E27FC236}">
                <a16:creationId xmlns:a16="http://schemas.microsoft.com/office/drawing/2014/main" id="{20F45568-F2BE-18C6-782C-6C0D48043B51}"/>
              </a:ext>
            </a:extLst>
          </p:cNvPr>
          <p:cNvSpPr>
            <a:spLocks noGrp="1"/>
          </p:cNvSpPr>
          <p:nvPr>
            <p:ph type="body" sz="quarter" idx="38"/>
          </p:nvPr>
        </p:nvSpPr>
        <p:spPr>
          <a:xfrm>
            <a:off x="1660668" y="4720838"/>
            <a:ext cx="1626719" cy="521043"/>
          </a:xfrm>
        </p:spPr>
        <p:txBody>
          <a:bodyPr>
            <a:noAutofit/>
          </a:bodyPr>
          <a:lstStyle/>
          <a:p>
            <a:r>
              <a:rPr lang="en-US" sz="2800"/>
              <a:t>30%</a:t>
            </a:r>
          </a:p>
        </p:txBody>
      </p:sp>
      <p:sp>
        <p:nvSpPr>
          <p:cNvPr id="19" name="Text Placeholder 9">
            <a:extLst>
              <a:ext uri="{FF2B5EF4-FFF2-40B4-BE49-F238E27FC236}">
                <a16:creationId xmlns:a16="http://schemas.microsoft.com/office/drawing/2014/main" id="{1DA33755-697C-57B2-C8D4-94AD1C2A1C33}"/>
              </a:ext>
            </a:extLst>
          </p:cNvPr>
          <p:cNvSpPr>
            <a:spLocks noGrp="1"/>
          </p:cNvSpPr>
          <p:nvPr>
            <p:ph type="body" sz="quarter" idx="39"/>
          </p:nvPr>
        </p:nvSpPr>
        <p:spPr>
          <a:xfrm>
            <a:off x="3063233" y="4720838"/>
            <a:ext cx="1626719" cy="521043"/>
          </a:xfrm>
        </p:spPr>
        <p:txBody>
          <a:bodyPr>
            <a:noAutofit/>
          </a:bodyPr>
          <a:lstStyle/>
          <a:p>
            <a:r>
              <a:rPr lang="en-US" sz="2800"/>
              <a:t>47%</a:t>
            </a:r>
          </a:p>
        </p:txBody>
      </p:sp>
      <p:sp>
        <p:nvSpPr>
          <p:cNvPr id="20" name="Text Placeholder 10">
            <a:extLst>
              <a:ext uri="{FF2B5EF4-FFF2-40B4-BE49-F238E27FC236}">
                <a16:creationId xmlns:a16="http://schemas.microsoft.com/office/drawing/2014/main" id="{4BD2C721-5628-469D-8CEA-636234E87420}"/>
              </a:ext>
            </a:extLst>
          </p:cNvPr>
          <p:cNvSpPr>
            <a:spLocks noGrp="1"/>
          </p:cNvSpPr>
          <p:nvPr>
            <p:ph type="body" sz="quarter" idx="18"/>
          </p:nvPr>
        </p:nvSpPr>
        <p:spPr>
          <a:xfrm>
            <a:off x="264973" y="5153268"/>
            <a:ext cx="1753627" cy="397032"/>
          </a:xfrm>
        </p:spPr>
        <p:txBody>
          <a:bodyPr/>
          <a:lstStyle/>
          <a:p>
            <a:r>
              <a:rPr lang="en-US"/>
              <a:t>email engagement improvement</a:t>
            </a:r>
          </a:p>
        </p:txBody>
      </p:sp>
      <p:sp>
        <p:nvSpPr>
          <p:cNvPr id="21" name="Text Placeholder 11">
            <a:extLst>
              <a:ext uri="{FF2B5EF4-FFF2-40B4-BE49-F238E27FC236}">
                <a16:creationId xmlns:a16="http://schemas.microsoft.com/office/drawing/2014/main" id="{D390EF67-4D62-6FBE-DBBF-1837DFD4F134}"/>
              </a:ext>
            </a:extLst>
          </p:cNvPr>
          <p:cNvSpPr>
            <a:spLocks noGrp="1"/>
          </p:cNvSpPr>
          <p:nvPr>
            <p:ph type="body" sz="quarter" idx="40"/>
          </p:nvPr>
        </p:nvSpPr>
        <p:spPr>
          <a:xfrm>
            <a:off x="1657108" y="5153268"/>
            <a:ext cx="1633838" cy="397032"/>
          </a:xfrm>
        </p:spPr>
        <p:txBody>
          <a:bodyPr/>
          <a:lstStyle/>
          <a:p>
            <a:r>
              <a:rPr lang="en-US"/>
              <a:t>better customer </a:t>
            </a:r>
            <a:br>
              <a:rPr lang="en-US"/>
            </a:br>
            <a:r>
              <a:rPr lang="en-US"/>
              <a:t>ID accuracy</a:t>
            </a:r>
          </a:p>
        </p:txBody>
      </p:sp>
      <p:sp>
        <p:nvSpPr>
          <p:cNvPr id="22" name="Text Placeholder 12">
            <a:extLst>
              <a:ext uri="{FF2B5EF4-FFF2-40B4-BE49-F238E27FC236}">
                <a16:creationId xmlns:a16="http://schemas.microsoft.com/office/drawing/2014/main" id="{E07B061F-C356-E528-FDFF-7C6E89AC2A87}"/>
              </a:ext>
            </a:extLst>
          </p:cNvPr>
          <p:cNvSpPr>
            <a:spLocks noGrp="1"/>
          </p:cNvSpPr>
          <p:nvPr>
            <p:ph type="body" sz="quarter" idx="41"/>
          </p:nvPr>
        </p:nvSpPr>
        <p:spPr>
          <a:xfrm>
            <a:off x="3063230" y="5166291"/>
            <a:ext cx="1090901" cy="397032"/>
          </a:xfrm>
        </p:spPr>
        <p:txBody>
          <a:bodyPr/>
          <a:lstStyle/>
          <a:p>
            <a:r>
              <a:rPr lang="en-US"/>
              <a:t>digital revenue growth YoY</a:t>
            </a:r>
          </a:p>
        </p:txBody>
      </p:sp>
      <p:sp>
        <p:nvSpPr>
          <p:cNvPr id="26" name="Text Placeholder 13">
            <a:extLst>
              <a:ext uri="{FF2B5EF4-FFF2-40B4-BE49-F238E27FC236}">
                <a16:creationId xmlns:a16="http://schemas.microsoft.com/office/drawing/2014/main" id="{16DA61A4-9286-87D3-9C82-BE3779AFC0C1}"/>
              </a:ext>
            </a:extLst>
          </p:cNvPr>
          <p:cNvSpPr>
            <a:spLocks noGrp="1"/>
          </p:cNvSpPr>
          <p:nvPr>
            <p:ph type="body" sz="quarter" idx="21"/>
          </p:nvPr>
        </p:nvSpPr>
        <p:spPr>
          <a:xfrm>
            <a:off x="1729851" y="708108"/>
            <a:ext cx="877163" cy="236540"/>
          </a:xfrm>
        </p:spPr>
        <p:txBody>
          <a:bodyPr/>
          <a:lstStyle/>
          <a:p>
            <a:r>
              <a:rPr lang="en-US"/>
              <a:t>TRAVEL</a:t>
            </a:r>
          </a:p>
        </p:txBody>
      </p:sp>
      <p:sp>
        <p:nvSpPr>
          <p:cNvPr id="23" name="Text Placeholder 9">
            <a:extLst>
              <a:ext uri="{FF2B5EF4-FFF2-40B4-BE49-F238E27FC236}">
                <a16:creationId xmlns:a16="http://schemas.microsoft.com/office/drawing/2014/main" id="{A90C8E8B-9372-72DB-FA24-522A1DDC652B}"/>
              </a:ext>
            </a:extLst>
          </p:cNvPr>
          <p:cNvSpPr txBox="1">
            <a:spLocks/>
          </p:cNvSpPr>
          <p:nvPr/>
        </p:nvSpPr>
        <p:spPr>
          <a:xfrm>
            <a:off x="4492191" y="4707814"/>
            <a:ext cx="1626719" cy="521043"/>
          </a:xfrm>
          <a:prstGeom prst="rect">
            <a:avLst/>
          </a:prstGeom>
          <a:noFill/>
        </p:spPr>
        <p:txBody>
          <a:bodyPr vert="horz" lIns="91440" tIns="91440" rIns="91440" bIns="91440" rtlCol="0">
            <a:noAutofit/>
          </a:bodyPr>
          <a:lstStyle>
            <a:lvl1pPr marL="9525" indent="-9525" algn="l" defTabSz="914400" rtl="0" eaLnBrk="1" latinLnBrk="0" hangingPunct="1">
              <a:lnSpc>
                <a:spcPct val="90000"/>
              </a:lnSpc>
              <a:spcBef>
                <a:spcPts val="1000"/>
              </a:spcBef>
              <a:buClr>
                <a:schemeClr val="tx1"/>
              </a:buClr>
              <a:buFont typeface="Arial" panose="020B0604020202020204" pitchFamily="34" charset="0"/>
              <a:buNone/>
              <a:tabLst/>
              <a:defRPr sz="3600" kern="1200">
                <a:gradFill>
                  <a:gsLst>
                    <a:gs pos="100000">
                      <a:schemeClr val="accent4"/>
                    </a:gs>
                    <a:gs pos="2000">
                      <a:schemeClr val="accent5"/>
                    </a:gs>
                  </a:gsLst>
                  <a:lin ang="0" scaled="0"/>
                </a:gradFill>
                <a:latin typeface="Tw Cen MT" panose="020B0602020104020603" pitchFamily="34" charset="77"/>
                <a:ea typeface="+mn-ea"/>
                <a:cs typeface="+mn-cs"/>
              </a:defRPr>
            </a:lvl1pPr>
            <a:lvl2pPr marL="685800" indent="-228600" algn="l" defTabSz="914400" rtl="0" eaLnBrk="1" latinLnBrk="0" hangingPunct="1">
              <a:lnSpc>
                <a:spcPct val="90000"/>
              </a:lnSpc>
              <a:spcBef>
                <a:spcPts val="500"/>
              </a:spcBef>
              <a:buClr>
                <a:schemeClr val="tx1"/>
              </a:buClr>
              <a:buFontTx/>
              <a:buBlip>
                <a:blip r:embed="rId3">
                  <a:extLst>
                    <a:ext uri="{96DAC541-7B7A-43D3-8B79-37D633B846F1}">
                      <asvg:svgBlip xmlns:asvg="http://schemas.microsoft.com/office/drawing/2016/SVG/main" r:embed="rId4"/>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3">
                  <a:extLst>
                    <a:ext uri="{96DAC541-7B7A-43D3-8B79-37D633B846F1}">
                      <asvg:svgBlip xmlns:asvg="http://schemas.microsoft.com/office/drawing/2016/SVG/main" r:embed="rId4"/>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3">
                  <a:extLst>
                    <a:ext uri="{96DAC541-7B7A-43D3-8B79-37D633B846F1}">
                      <asvg:svgBlip xmlns:asvg="http://schemas.microsoft.com/office/drawing/2016/SVG/main" r:embed="rId4"/>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3">
                  <a:extLst>
                    <a:ext uri="{96DAC541-7B7A-43D3-8B79-37D633B846F1}">
                      <asvg:svgBlip xmlns:asvg="http://schemas.microsoft.com/office/drawing/2016/SVG/main" r:embed="rId4"/>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a:t>34%</a:t>
            </a:r>
          </a:p>
        </p:txBody>
      </p:sp>
      <p:sp>
        <p:nvSpPr>
          <p:cNvPr id="24" name="Text Placeholder 12">
            <a:extLst>
              <a:ext uri="{FF2B5EF4-FFF2-40B4-BE49-F238E27FC236}">
                <a16:creationId xmlns:a16="http://schemas.microsoft.com/office/drawing/2014/main" id="{92B85468-7E1F-599C-CE3A-C66455FBDCEC}"/>
              </a:ext>
            </a:extLst>
          </p:cNvPr>
          <p:cNvSpPr txBox="1">
            <a:spLocks/>
          </p:cNvSpPr>
          <p:nvPr/>
        </p:nvSpPr>
        <p:spPr>
          <a:xfrm>
            <a:off x="4492188" y="5153268"/>
            <a:ext cx="1341532" cy="549381"/>
          </a:xfrm>
          <a:prstGeom prst="rect">
            <a:avLst/>
          </a:prstGeom>
        </p:spPr>
        <p:txBody>
          <a:bodyPr vert="horz" wrap="square" lIns="91440" tIns="45720" rIns="91440" bIns="45720" rtlCol="0" anchor="t">
            <a:spAutoFit/>
          </a:bodyPr>
          <a:lstStyle>
            <a:lvl1pPr marL="7938" indent="0" algn="l" defTabSz="914400" rtl="0" eaLnBrk="1" latinLnBrk="0" hangingPunct="1">
              <a:lnSpc>
                <a:spcPct val="90000"/>
              </a:lnSpc>
              <a:spcBef>
                <a:spcPts val="1000"/>
              </a:spcBef>
              <a:buClr>
                <a:schemeClr val="tx1"/>
              </a:buClr>
              <a:buFont typeface="Arial" panose="020B0604020202020204" pitchFamily="34" charset="0"/>
              <a:buNone/>
              <a:tabLst/>
              <a:defRPr sz="1000" b="0" i="0" kern="1200" spc="300">
                <a:solidFill>
                  <a:schemeClr val="tx1"/>
                </a:solidFill>
                <a:latin typeface="Consolas" panose="020B0609020204030204" pitchFamily="49" charset="0"/>
                <a:ea typeface="+mn-ea"/>
                <a:cs typeface="Consolas" panose="020B0609020204030204" pitchFamily="49" charset="0"/>
              </a:defRPr>
            </a:lvl1pPr>
            <a:lvl2pPr marL="685800" indent="-228600" algn="l" defTabSz="914400" rtl="0" eaLnBrk="1" latinLnBrk="0" hangingPunct="1">
              <a:lnSpc>
                <a:spcPct val="90000"/>
              </a:lnSpc>
              <a:spcBef>
                <a:spcPts val="500"/>
              </a:spcBef>
              <a:buClr>
                <a:schemeClr val="tx1"/>
              </a:buClr>
              <a:buFontTx/>
              <a:buBlip>
                <a:blip r:embed="rId3">
                  <a:extLst>
                    <a:ext uri="{96DAC541-7B7A-43D3-8B79-37D633B846F1}">
                      <asvg:svgBlip xmlns:asvg="http://schemas.microsoft.com/office/drawing/2016/SVG/main" r:embed="rId4"/>
                    </a:ext>
                  </a:extLst>
                </a:blip>
              </a:buBlip>
              <a:defRPr sz="1600" kern="1200">
                <a:solidFill>
                  <a:schemeClr val="tx1"/>
                </a:solidFill>
                <a:latin typeface="Tw Cen MT" panose="020B0602020104020603" pitchFamily="34" charset="77"/>
                <a:ea typeface="+mn-ea"/>
                <a:cs typeface="+mn-cs"/>
              </a:defRPr>
            </a:lvl2pPr>
            <a:lvl3pPr marL="1143000" indent="-228600" algn="l" defTabSz="914400" rtl="0" eaLnBrk="1" latinLnBrk="0" hangingPunct="1">
              <a:lnSpc>
                <a:spcPct val="90000"/>
              </a:lnSpc>
              <a:spcBef>
                <a:spcPts val="500"/>
              </a:spcBef>
              <a:buClr>
                <a:schemeClr val="tx1"/>
              </a:buClr>
              <a:buFontTx/>
              <a:buBlip>
                <a:blip r:embed="rId3">
                  <a:extLst>
                    <a:ext uri="{96DAC541-7B7A-43D3-8B79-37D633B846F1}">
                      <asvg:svgBlip xmlns:asvg="http://schemas.microsoft.com/office/drawing/2016/SVG/main" r:embed="rId4"/>
                    </a:ext>
                  </a:extLst>
                </a:blip>
              </a:buBlip>
              <a:defRPr sz="1600" kern="1200">
                <a:solidFill>
                  <a:schemeClr val="tx1"/>
                </a:solidFill>
                <a:latin typeface="Tw Cen MT" panose="020B0602020104020603" pitchFamily="34" charset="77"/>
                <a:ea typeface="+mn-ea"/>
                <a:cs typeface="+mn-cs"/>
              </a:defRPr>
            </a:lvl3pPr>
            <a:lvl4pPr marL="1600200" indent="-228600" algn="l" defTabSz="914400" rtl="0" eaLnBrk="1" latinLnBrk="0" hangingPunct="1">
              <a:lnSpc>
                <a:spcPct val="90000"/>
              </a:lnSpc>
              <a:spcBef>
                <a:spcPts val="500"/>
              </a:spcBef>
              <a:buClr>
                <a:schemeClr val="tx1"/>
              </a:buClr>
              <a:buFontTx/>
              <a:buBlip>
                <a:blip r:embed="rId3">
                  <a:extLst>
                    <a:ext uri="{96DAC541-7B7A-43D3-8B79-37D633B846F1}">
                      <asvg:svgBlip xmlns:asvg="http://schemas.microsoft.com/office/drawing/2016/SVG/main" r:embed="rId4"/>
                    </a:ext>
                  </a:extLst>
                </a:blip>
              </a:buBlip>
              <a:defRPr sz="1600" kern="1200">
                <a:solidFill>
                  <a:schemeClr val="tx1"/>
                </a:solidFill>
                <a:latin typeface="Tw Cen MT" panose="020B0602020104020603" pitchFamily="34" charset="77"/>
                <a:ea typeface="+mn-ea"/>
                <a:cs typeface="+mn-cs"/>
              </a:defRPr>
            </a:lvl4pPr>
            <a:lvl5pPr marL="2057400" indent="-228600" algn="l" defTabSz="914400" rtl="0" eaLnBrk="1" latinLnBrk="0" hangingPunct="1">
              <a:lnSpc>
                <a:spcPct val="90000"/>
              </a:lnSpc>
              <a:spcBef>
                <a:spcPts val="500"/>
              </a:spcBef>
              <a:buClr>
                <a:schemeClr val="tx1"/>
              </a:buClr>
              <a:buFontTx/>
              <a:buBlip>
                <a:blip r:embed="rId3">
                  <a:extLst>
                    <a:ext uri="{96DAC541-7B7A-43D3-8B79-37D633B846F1}">
                      <asvg:svgBlip xmlns:asvg="http://schemas.microsoft.com/office/drawing/2016/SVG/main" r:embed="rId4"/>
                    </a:ext>
                  </a:extLst>
                </a:blip>
              </a:buBlip>
              <a:defRPr sz="1600" kern="1200">
                <a:solidFill>
                  <a:schemeClr val="tx1"/>
                </a:solidFill>
                <a:latin typeface="Tw Cen MT" panose="020B06020201040206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spc="0">
                <a:latin typeface="+mj-lt"/>
              </a:rPr>
              <a:t>growth in reactivated members </a:t>
            </a:r>
          </a:p>
        </p:txBody>
      </p:sp>
      <p:pic>
        <p:nvPicPr>
          <p:cNvPr id="31" name="Picture 30" descr="A white text on a black background&#10;&#10;AI-generated content may be incorrect.">
            <a:extLst>
              <a:ext uri="{FF2B5EF4-FFF2-40B4-BE49-F238E27FC236}">
                <a16:creationId xmlns:a16="http://schemas.microsoft.com/office/drawing/2014/main" id="{065E35B1-4E3C-0FE3-385E-B5FB099E75D4}"/>
              </a:ext>
            </a:extLst>
          </p:cNvPr>
          <p:cNvPicPr>
            <a:picLocks noChangeAspect="1"/>
          </p:cNvPicPr>
          <p:nvPr/>
        </p:nvPicPr>
        <p:blipFill>
          <a:blip r:embed="rId5"/>
          <a:stretch>
            <a:fillRect/>
          </a:stretch>
        </p:blipFill>
        <p:spPr>
          <a:xfrm>
            <a:off x="10473678" y="282262"/>
            <a:ext cx="1356269" cy="378279"/>
          </a:xfrm>
          <a:prstGeom prst="rect">
            <a:avLst/>
          </a:prstGeom>
        </p:spPr>
      </p:pic>
    </p:spTree>
    <p:extLst>
      <p:ext uri="{BB962C8B-B14F-4D97-AF65-F5344CB8AC3E}">
        <p14:creationId xmlns:p14="http://schemas.microsoft.com/office/powerpoint/2010/main" val="400881102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FEC5F-5C60-ED5E-04FA-898D6A980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88C89-EBA2-69D8-707A-190242E8C69B}"/>
              </a:ext>
            </a:extLst>
          </p:cNvPr>
          <p:cNvSpPr>
            <a:spLocks noGrp="1"/>
          </p:cNvSpPr>
          <p:nvPr>
            <p:ph type="ctrTitle"/>
          </p:nvPr>
        </p:nvSpPr>
        <p:spPr>
          <a:xfrm>
            <a:off x="271272" y="807735"/>
            <a:ext cx="11649456" cy="5242529"/>
          </a:xfrm>
        </p:spPr>
        <p:txBody>
          <a:bodyPr/>
          <a:lstStyle/>
          <a:p>
            <a:r>
              <a:rPr lang="en-US"/>
              <a:t>Questions?</a:t>
            </a:r>
            <a:br>
              <a:rPr lang="en-US"/>
            </a:br>
            <a:r>
              <a:rPr lang="en-US" sz="3200"/>
              <a:t>Email </a:t>
            </a:r>
            <a:r>
              <a:rPr lang="en-US" sz="3200" err="1"/>
              <a:t>acxiombrand@acxiom.com</a:t>
            </a:r>
            <a:endParaRPr lang="en-US"/>
          </a:p>
        </p:txBody>
      </p:sp>
      <p:sp>
        <p:nvSpPr>
          <p:cNvPr id="6" name="Text Placeholder 5">
            <a:extLst>
              <a:ext uri="{FF2B5EF4-FFF2-40B4-BE49-F238E27FC236}">
                <a16:creationId xmlns:a16="http://schemas.microsoft.com/office/drawing/2014/main" id="{B0F1E293-59CF-8C19-B177-849102E83EB5}"/>
              </a:ext>
            </a:extLst>
          </p:cNvPr>
          <p:cNvSpPr>
            <a:spLocks noGrp="1"/>
          </p:cNvSpPr>
          <p:nvPr>
            <p:ph type="body" sz="quarter" idx="16"/>
          </p:nvPr>
        </p:nvSpPr>
        <p:spPr>
          <a:xfrm>
            <a:off x="684906" y="431114"/>
            <a:ext cx="2446824" cy="244682"/>
          </a:xfrm>
        </p:spPr>
        <p:txBody>
          <a:bodyPr/>
          <a:lstStyle/>
          <a:p>
            <a:r>
              <a:rPr lang="en-US"/>
              <a:t>MASTER TEMPLATE 2026</a:t>
            </a:r>
          </a:p>
        </p:txBody>
      </p:sp>
    </p:spTree>
    <p:extLst>
      <p:ext uri="{BB962C8B-B14F-4D97-AF65-F5344CB8AC3E}">
        <p14:creationId xmlns:p14="http://schemas.microsoft.com/office/powerpoint/2010/main" val="114307845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672335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9921358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heme/theme1.xml><?xml version="1.0" encoding="utf-8"?>
<a:theme xmlns:a="http://schemas.openxmlformats.org/drawingml/2006/main" name="1_Acxiom Master Template 2026">
  <a:themeElements>
    <a:clrScheme name="Custom 8">
      <a:dk1>
        <a:srgbClr val="000000"/>
      </a:dk1>
      <a:lt1>
        <a:srgbClr val="FFFFFF"/>
      </a:lt1>
      <a:dk2>
        <a:srgbClr val="000000"/>
      </a:dk2>
      <a:lt2>
        <a:srgbClr val="EDEBE7"/>
      </a:lt2>
      <a:accent1>
        <a:srgbClr val="A0A0A0"/>
      </a:accent1>
      <a:accent2>
        <a:srgbClr val="C6C6C3"/>
      </a:accent2>
      <a:accent3>
        <a:srgbClr val="EDECE8"/>
      </a:accent3>
      <a:accent4>
        <a:srgbClr val="1A12F7"/>
      </a:accent4>
      <a:accent5>
        <a:srgbClr val="FF00A9"/>
      </a:accent5>
      <a:accent6>
        <a:srgbClr val="2A182E"/>
      </a:accent6>
      <a:hlink>
        <a:srgbClr val="1A12F7"/>
      </a:hlink>
      <a:folHlink>
        <a:srgbClr val="FF00A9"/>
      </a:folHlink>
    </a:clrScheme>
    <a:fontScheme name="Tw Cen MT">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2026" id="{3509A152-2406-F947-992D-3C8D792F6B71}" vid="{5E5EBF21-5986-EE44-BA3A-C9B7C7BBAA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F07ED5B5C475844BEA9760E07A3167A" ma:contentTypeVersion="12" ma:contentTypeDescription="Create a new document." ma:contentTypeScope="" ma:versionID="c0ee60ac2b1dbb5b4659a61f866675f9">
  <xsd:schema xmlns:xsd="http://www.w3.org/2001/XMLSchema" xmlns:xs="http://www.w3.org/2001/XMLSchema" xmlns:p="http://schemas.microsoft.com/office/2006/metadata/properties" xmlns:ns2="d5463cc8-1cd8-41f7-9f5c-92287746e8b3" xmlns:ns3="37354842-c7f5-4cf8-846f-01769e605584" targetNamespace="http://schemas.microsoft.com/office/2006/metadata/properties" ma:root="true" ma:fieldsID="ad043df27558e0043ab75ec1c810780e" ns2:_="" ns3:_="">
    <xsd:import namespace="d5463cc8-1cd8-41f7-9f5c-92287746e8b3"/>
    <xsd:import namespace="37354842-c7f5-4cf8-846f-01769e60558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463cc8-1cd8-41f7-9f5c-92287746e8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a7d435f-bc0a-452e-b7b2-4cb57826a068"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7354842-c7f5-4cf8-846f-01769e605584"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a67490f-0e45-4b2b-8513-f28ad615c2b7}" ma:internalName="TaxCatchAll" ma:showField="CatchAllData" ma:web="37354842-c7f5-4cf8-846f-01769e6055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5463cc8-1cd8-41f7-9f5c-92287746e8b3">
      <Terms xmlns="http://schemas.microsoft.com/office/infopath/2007/PartnerControls"/>
    </lcf76f155ced4ddcb4097134ff3c332f>
    <TaxCatchAll xmlns="37354842-c7f5-4cf8-846f-01769e605584" xsi:nil="true"/>
  </documentManagement>
</p:properties>
</file>

<file path=customXml/itemProps1.xml><?xml version="1.0" encoding="utf-8"?>
<ds:datastoreItem xmlns:ds="http://schemas.openxmlformats.org/officeDocument/2006/customXml" ds:itemID="{CAEE5225-C684-49F1-A6B6-349A0231C974}">
  <ds:schemaRefs>
    <ds:schemaRef ds:uri="http://schemas.microsoft.com/sharepoint/v3/contenttype/forms"/>
  </ds:schemaRefs>
</ds:datastoreItem>
</file>

<file path=customXml/itemProps2.xml><?xml version="1.0" encoding="utf-8"?>
<ds:datastoreItem xmlns:ds="http://schemas.openxmlformats.org/officeDocument/2006/customXml" ds:itemID="{2A556C54-CE7D-4B00-B949-3BAA9862623E}">
  <ds:schemaRefs>
    <ds:schemaRef ds:uri="37354842-c7f5-4cf8-846f-01769e605584"/>
    <ds:schemaRef ds:uri="d5463cc8-1cd8-41f7-9f5c-92287746e8b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5080C04-DCC9-48D3-B619-A12E1F7F53E9}">
  <ds:schemaRefs>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purl.org/dc/dcmitype/"/>
    <ds:schemaRef ds:uri="http://schemas.openxmlformats.org/package/2006/metadata/core-properties"/>
    <ds:schemaRef ds:uri="37354842-c7f5-4cf8-846f-01769e605584"/>
    <ds:schemaRef ds:uri="d5463cc8-1cd8-41f7-9f5c-92287746e8b3"/>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1_Office Theme</Template>
  <TotalTime>0</TotalTime>
  <Words>1353</Words>
  <Application>Microsoft Macintosh PowerPoint</Application>
  <PresentationFormat>Widescreen</PresentationFormat>
  <Paragraphs>316</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Consolas</vt:lpstr>
      <vt:lpstr>Tw Cen MT</vt:lpstr>
      <vt:lpstr>1_Acxiom Master Template 2026</vt:lpstr>
      <vt:lpstr>Master Template</vt:lpstr>
      <vt:lpstr>Our template just  leveled up.</vt:lpstr>
      <vt:lpstr>Where we’re headed</vt:lpstr>
      <vt:lpstr>Dos and don’ts</vt:lpstr>
      <vt:lpstr>The presentation toolkit</vt:lpstr>
      <vt:lpstr>Dotted icons</vt:lpstr>
      <vt:lpstr>Dotted icons</vt:lpstr>
      <vt:lpstr>Dotted icon bullets</vt:lpstr>
      <vt:lpstr>Dotted icon bullets</vt:lpstr>
      <vt:lpstr>Flow chart design (light)</vt:lpstr>
      <vt:lpstr>Flow chart design (dark)</vt:lpstr>
      <vt:lpstr>Flow chart example</vt:lpstr>
      <vt:lpstr>Photo glow</vt:lpstr>
      <vt:lpstr>Journey/timeline design </vt:lpstr>
      <vt:lpstr>Journey/timeline design </vt:lpstr>
      <vt:lpstr>Project plan/table design</vt:lpstr>
      <vt:lpstr>Chart design</vt:lpstr>
      <vt:lpstr>Trust &amp; intelligence at scale.</vt:lpstr>
      <vt:lpstr>Questions? Email acxiombrand@acxiom.com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Green (Omnicom)</dc:creator>
  <cp:lastModifiedBy>Christian Green (Omnicom)</cp:lastModifiedBy>
  <cp:revision>1</cp:revision>
  <dcterms:created xsi:type="dcterms:W3CDTF">2025-12-15T21:39:52Z</dcterms:created>
  <dcterms:modified xsi:type="dcterms:W3CDTF">2026-03-24T15:13:24Z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0x0101005F07ED5B5C475844BEA9760E07A3167A</vt:lpwstr>
  </property>
</Properties>
</file>